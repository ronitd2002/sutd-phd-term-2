
<file path=[Content_Types].xml><?xml version="1.0" encoding="utf-8"?>
<Types xmlns="http://schemas.openxmlformats.org/package/2006/content-types">
  <Default ContentType="image/jpeg" Extension="jpg"/>
  <Default ContentType="application/xml" Extension="xml"/>
  <Default ContentType="image/png" Extension="png"/>
  <Default ContentType="application/vnd.openxmlformats-officedocument.obfuscatedFont" Extension="odttf"/>
  <Default ContentType="application/vnd.openxmlformats-package.relationships+xml" Extension="rels"/>
  <Override ContentType="application/vnd.openxmlformats-officedocument.presentationml.notesSlide+xml" PartName="/ppt/notesSlides/notesSlide3.xml"/>
  <Override ContentType="application/vnd.openxmlformats-officedocument.presentationml.notesSlide+xml" PartName="/ppt/notesSlides/notesSlide9.xml"/>
  <Override ContentType="application/vnd.openxmlformats-officedocument.presentationml.notesSlide+xml" PartName="/ppt/notesSlides/notesSlide28.xml"/>
  <Override ContentType="application/vnd.openxmlformats-officedocument.presentationml.notesSlide+xml" PartName="/ppt/notesSlides/notesSlide15.xml"/>
  <Override ContentType="application/vnd.openxmlformats-officedocument.presentationml.notesSlide+xml" PartName="/ppt/notesSlides/notesSlide11.xml"/>
  <Override ContentType="application/vnd.openxmlformats-officedocument.presentationml.notesSlide+xml" PartName="/ppt/notesSlides/notesSlide24.xml"/>
  <Override ContentType="application/vnd.openxmlformats-officedocument.presentationml.notesSlide+xml" PartName="/ppt/notesSlides/notesSlide12.xml"/>
  <Override ContentType="application/vnd.openxmlformats-officedocument.presentationml.notesSlide+xml" PartName="/ppt/notesSlides/notesSlide20.xml"/>
  <Override ContentType="application/vnd.openxmlformats-officedocument.presentationml.notesSlide+xml" PartName="/ppt/notesSlides/notesSlide17.xml"/>
  <Override ContentType="application/vnd.openxmlformats-officedocument.presentationml.notesSlide+xml" PartName="/ppt/notesSlides/notesSlide16.xml"/>
  <Override ContentType="application/vnd.openxmlformats-officedocument.presentationml.notesSlide+xml" PartName="/ppt/notesSlides/notesSlide21.xml"/>
  <Override ContentType="application/vnd.openxmlformats-officedocument.presentationml.notesSlide+xml" PartName="/ppt/notesSlides/notesSlide8.xml"/>
  <Override ContentType="application/vnd.openxmlformats-officedocument.presentationml.notesSlide+xml" PartName="/ppt/notesSlides/notesSlide4.xml"/>
  <Override ContentType="application/vnd.openxmlformats-officedocument.presentationml.notesSlide+xml" PartName="/ppt/notesSlides/notesSlide25.xml"/>
  <Override ContentType="application/vnd.openxmlformats-officedocument.presentationml.notesSlide+xml" PartName="/ppt/notesSlides/notesSlide18.xml"/>
  <Override ContentType="application/vnd.openxmlformats-officedocument.presentationml.notesSlide+xml" PartName="/ppt/notesSlides/notesSlide6.xml"/>
  <Override ContentType="application/vnd.openxmlformats-officedocument.presentationml.notesSlide+xml" PartName="/ppt/notesSlides/notesSlide13.xml"/>
  <Override ContentType="application/vnd.openxmlformats-officedocument.presentationml.notesSlide+xml" PartName="/ppt/notesSlides/notesSlide1.xml"/>
  <Override ContentType="application/vnd.openxmlformats-officedocument.presentationml.notesSlide+xml" PartName="/ppt/notesSlides/notesSlide22.xml"/>
  <Override ContentType="application/vnd.openxmlformats-officedocument.presentationml.notesSlide+xml" PartName="/ppt/notesSlides/notesSlide7.xml"/>
  <Override ContentType="application/vnd.openxmlformats-officedocument.presentationml.notesSlide+xml" PartName="/ppt/notesSlides/notesSlide26.xml"/>
  <Override ContentType="application/vnd.openxmlformats-officedocument.presentationml.notesSlide+xml" PartName="/ppt/notesSlides/notesSlide5.xml"/>
  <Override ContentType="application/vnd.openxmlformats-officedocument.presentationml.notesSlide+xml" PartName="/ppt/notesSlides/notesSlide19.xml"/>
  <Override ContentType="application/vnd.openxmlformats-officedocument.presentationml.notesSlide+xml" PartName="/ppt/notesSlides/notesSlide27.xml"/>
  <Override ContentType="application/vnd.openxmlformats-officedocument.presentationml.notesSlide+xml" PartName="/ppt/notesSlides/notesSlide14.xml"/>
  <Override ContentType="application/vnd.openxmlformats-officedocument.presentationml.notesSlide+xml" PartName="/ppt/notesSlides/notesSlide23.xml"/>
  <Override ContentType="application/vnd.openxmlformats-officedocument.presentationml.notesSlide+xml" PartName="/ppt/notesSlides/notesSlide2.xml"/>
  <Override ContentType="application/vnd.openxmlformats-officedocument.presentationml.notesSlide+xml" PartName="/ppt/notesSlides/notesSlide10.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2.xml"/>
  <Override ContentType="application/vnd.openxmlformats-officedocument.presentationml.slideLayout+xml" PartName="/ppt/slideLayouts/slideLayout11.xml"/>
  <Override ContentType="application/vnd.openxmlformats-officedocument.presentationml.slideLayout+xml" PartName="/ppt/slideLayouts/slideLayout1.xml"/>
  <Override ContentType="application/vnd.openxmlformats-officedocument.presentationml.slideLayout+xml" PartName="/ppt/slideLayouts/slideLayout10.xml"/>
  <Override ContentType="application/vnd.openxmlformats-officedocument.presentationml.slideLayout+xml" PartName="/ppt/slideLayouts/slideLayout7.xml"/>
  <Override ContentType="application/vnd.openxmlformats-officedocument.presentationml.slideLayout+xml" PartName="/ppt/slideLayouts/slideLayout6.xml"/>
  <Override ContentType="application/vnd.openxmlformats-officedocument.presentationml.slideLayout+xml" PartName="/ppt/slideLayouts/slideLayout8.xml"/>
  <Override ContentType="application/vnd.openxmlformats-officedocument.presentationml.slideLayout+xml" PartName="/ppt/slideLayouts/slideLayout9.xml"/>
  <Override ContentType="application/vnd.openxmlformats-officedocument.presentationml.slideMaster+xml" PartName="/ppt/slideMasters/slideMaster1.xml"/>
  <Override ContentType="application/binary" PartName="/ppt/metadata"/>
  <Override ContentType="application/vnd.openxmlformats-officedocument.presentationml.slide+xml" PartName="/ppt/slides/slide4.xml"/>
  <Override ContentType="application/vnd.openxmlformats-officedocument.presentationml.slide+xml" PartName="/ppt/slides/slide18.xml"/>
  <Override ContentType="application/vnd.openxmlformats-officedocument.presentationml.slide+xml" PartName="/ppt/slides/slide22.xml"/>
  <Override ContentType="application/vnd.openxmlformats-officedocument.presentationml.slide+xml" PartName="/ppt/slides/slide26.xml"/>
  <Override ContentType="application/vnd.openxmlformats-officedocument.presentationml.slide+xml" PartName="/ppt/slides/slide19.xml"/>
  <Override ContentType="application/vnd.openxmlformats-officedocument.presentationml.slide+xml" PartName="/ppt/slides/slide3.xml"/>
  <Override ContentType="application/vnd.openxmlformats-officedocument.presentationml.slide+xml" PartName="/ppt/slides/slide9.xml"/>
  <Override ContentType="application/vnd.openxmlformats-officedocument.presentationml.slide+xml" PartName="/ppt/slides/slide13.xml"/>
  <Override ContentType="application/vnd.openxmlformats-officedocument.presentationml.slide+xml" PartName="/ppt/slides/slide5.xml"/>
  <Override ContentType="application/vnd.openxmlformats-officedocument.presentationml.slide+xml" PartName="/ppt/slides/slide12.xml"/>
  <Override ContentType="application/vnd.openxmlformats-officedocument.presentationml.slide+xml" PartName="/ppt/slides/slide17.xml"/>
  <Override ContentType="application/vnd.openxmlformats-officedocument.presentationml.slide+xml" PartName="/ppt/slides/slide25.xml"/>
  <Override ContentType="application/vnd.openxmlformats-officedocument.presentationml.slide+xml" PartName="/ppt/slides/slide20.xml"/>
  <Override ContentType="application/vnd.openxmlformats-officedocument.presentationml.slide+xml" PartName="/ppt/slides/slide21.xml"/>
  <Override ContentType="application/vnd.openxmlformats-officedocument.presentationml.slide+xml" PartName="/ppt/slides/slide16.xml"/>
  <Override ContentType="application/vnd.openxmlformats-officedocument.presentationml.slide+xml" PartName="/ppt/slides/slide8.xml"/>
  <Override ContentType="application/vnd.openxmlformats-officedocument.presentationml.slide+xml" PartName="/ppt/slides/slide24.xml"/>
  <Override ContentType="application/vnd.openxmlformats-officedocument.presentationml.slide+xml" PartName="/ppt/slides/slide11.xml"/>
  <Override ContentType="application/vnd.openxmlformats-officedocument.presentationml.slide+xml" PartName="/ppt/slides/slide1.xml"/>
  <Override ContentType="application/vnd.openxmlformats-officedocument.presentationml.slide+xml" PartName="/ppt/slides/slide28.xml"/>
  <Override ContentType="application/vnd.openxmlformats-officedocument.presentationml.slide+xml" PartName="/ppt/slides/slide7.xml"/>
  <Override ContentType="application/vnd.openxmlformats-officedocument.presentationml.slide+xml" PartName="/ppt/slides/slide15.xml"/>
  <Override ContentType="application/vnd.openxmlformats-officedocument.presentationml.slide+xml" PartName="/ppt/slides/slide23.xml"/>
  <Override ContentType="application/vnd.openxmlformats-officedocument.presentationml.slide+xml" PartName="/ppt/slides/slide27.xml"/>
  <Override ContentType="application/vnd.openxmlformats-officedocument.presentationml.slide+xml" PartName="/ppt/slides/slide10.xml"/>
  <Override ContentType="application/vnd.openxmlformats-officedocument.presentationml.slide+xml" PartName="/ppt/slides/slide2.xml"/>
  <Override ContentType="application/vnd.openxmlformats-officedocument.presentationml.slide+xml" PartName="/ppt/slides/slide6.xml"/>
  <Override ContentType="application/vnd.openxmlformats-officedocument.presentationml.slide+xml" PartName="/ppt/slides/slide14.xml"/>
  <Override ContentType="application/vnd.openxmlformats-officedocument.presentationml.notesMaster+xml" PartName="/ppt/notesMasters/notesMaster1.xml"/>
  <Override ContentType="application/vnd.openxmlformats-package.core-properties+xml" PartName="/docProps/core.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Types>
</file>

<file path=_rels/.rels><?xml version="1.0" encoding="UTF-8" standalone="yes"?><Relationships xmlns="http://schemas.openxmlformats.org/package/2006/relationships"><Relationship Id="rId1" Type="http://schemas.openxmlformats.org/package/2006/relationships/metadata/core-properties" Target="docProps/core.xml"/><Relationship Id="rId2"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strictFirstAndLastChars="0" saveSubsetFonts="1">
  <p:sldMasterIdLst>
    <p:sldMasterId id="2147483648" r:id="rId3"/>
  </p:sldMasterIdLst>
  <p:notesMasterIdLst>
    <p:notesMasterId r:id="rId4"/>
  </p:notesMasterIdLst>
  <p:sldIdLst>
    <p:sldId id="256" r:id="rId5"/>
    <p:sldId id="257" r:id="rId6"/>
    <p:sldId id="258" r:id="rId7"/>
    <p:sldId id="259" r:id="rId8"/>
    <p:sldId id="260" r:id="rId9"/>
    <p:sldId id="261" r:id="rId10"/>
    <p:sldId id="262" r:id="rId11"/>
    <p:sldId id="263" r:id="rId12"/>
    <p:sldId id="264" r:id="rId13"/>
    <p:sldId id="265" r:id="rId14"/>
    <p:sldId id="266" r:id="rId15"/>
    <p:sldId id="267" r:id="rId16"/>
    <p:sldId id="268" r:id="rId17"/>
    <p:sldId id="269" r:id="rId18"/>
    <p:sldId id="270" r:id="rId19"/>
    <p:sldId id="271" r:id="rId20"/>
    <p:sldId id="272" r:id="rId21"/>
    <p:sldId id="273" r:id="rId22"/>
    <p:sldId id="274" r:id="rId23"/>
    <p:sldId id="275" r:id="rId24"/>
    <p:sldId id="276" r:id="rId25"/>
    <p:sldId id="277" r:id="rId26"/>
    <p:sldId id="278" r:id="rId27"/>
    <p:sldId id="279" r:id="rId28"/>
    <p:sldId id="280" r:id="rId29"/>
    <p:sldId id="281" r:id="rId30"/>
    <p:sldId id="282" r:id="rId31"/>
    <p:sldId id="283" r:id="rId32"/>
  </p:sldIdLst>
  <p:sldSz cy="6858000" cx="12192000"/>
  <p:notesSz cx="6858000" cy="9144000"/>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defaultTextStyle>
  <p:extLst>
    <p:ext uri="GoogleSlidesCustomDataVersion2">
      <go:slidesCustomData xmlns:go="http://customooxmlschemas.google.com/" r:id="rId33" roundtripDataSignature="AMtx7mhs+nVpQnHBiuaWdpLPunaJDjj3Dg=="/>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_rels/presentation.xml.rels><?xml version="1.0" encoding="UTF-8" standalone="yes"?><Relationships xmlns="http://schemas.openxmlformats.org/package/2006/relationships"><Relationship Id="rId20" Type="http://schemas.openxmlformats.org/officeDocument/2006/relationships/slide" Target="slides/slide16.xml"/><Relationship Id="rId22" Type="http://schemas.openxmlformats.org/officeDocument/2006/relationships/slide" Target="slides/slide18.xml"/><Relationship Id="rId21" Type="http://schemas.openxmlformats.org/officeDocument/2006/relationships/slide" Target="slides/slide17.xml"/><Relationship Id="rId24" Type="http://schemas.openxmlformats.org/officeDocument/2006/relationships/slide" Target="slides/slide20.xml"/><Relationship Id="rId23" Type="http://schemas.openxmlformats.org/officeDocument/2006/relationships/slide" Target="slides/slide19.xml"/><Relationship Id="rId1" Type="http://schemas.openxmlformats.org/officeDocument/2006/relationships/theme" Target="theme/theme1.xml"/><Relationship Id="rId2" Type="http://schemas.openxmlformats.org/officeDocument/2006/relationships/presProps" Target="presProps.xml"/><Relationship Id="rId3" Type="http://schemas.openxmlformats.org/officeDocument/2006/relationships/slideMaster" Target="slideMasters/slideMaster1.xml"/><Relationship Id="rId4" Type="http://schemas.openxmlformats.org/officeDocument/2006/relationships/notesMaster" Target="notesMasters/notesMaster1.xml"/><Relationship Id="rId9" Type="http://schemas.openxmlformats.org/officeDocument/2006/relationships/slide" Target="slides/slide5.xml"/><Relationship Id="rId26" Type="http://schemas.openxmlformats.org/officeDocument/2006/relationships/slide" Target="slides/slide22.xml"/><Relationship Id="rId25" Type="http://schemas.openxmlformats.org/officeDocument/2006/relationships/slide" Target="slides/slide21.xml"/><Relationship Id="rId28" Type="http://schemas.openxmlformats.org/officeDocument/2006/relationships/slide" Target="slides/slide24.xml"/><Relationship Id="rId27" Type="http://schemas.openxmlformats.org/officeDocument/2006/relationships/slide" Target="slides/slide23.xml"/><Relationship Id="rId5" Type="http://schemas.openxmlformats.org/officeDocument/2006/relationships/slide" Target="slides/slide1.xml"/><Relationship Id="rId6" Type="http://schemas.openxmlformats.org/officeDocument/2006/relationships/slide" Target="slides/slide2.xml"/><Relationship Id="rId29" Type="http://schemas.openxmlformats.org/officeDocument/2006/relationships/slide" Target="slides/slide25.xml"/><Relationship Id="rId7" Type="http://schemas.openxmlformats.org/officeDocument/2006/relationships/slide" Target="slides/slide3.xml"/><Relationship Id="rId8" Type="http://schemas.openxmlformats.org/officeDocument/2006/relationships/slide" Target="slides/slide4.xml"/><Relationship Id="rId31" Type="http://schemas.openxmlformats.org/officeDocument/2006/relationships/slide" Target="slides/slide27.xml"/><Relationship Id="rId30" Type="http://schemas.openxmlformats.org/officeDocument/2006/relationships/slide" Target="slides/slide26.xml"/><Relationship Id="rId11" Type="http://schemas.openxmlformats.org/officeDocument/2006/relationships/slide" Target="slides/slide7.xml"/><Relationship Id="rId33" Type="http://customschemas.google.com/relationships/presentationmetadata" Target="metadata"/><Relationship Id="rId10" Type="http://schemas.openxmlformats.org/officeDocument/2006/relationships/slide" Target="slides/slide6.xml"/><Relationship Id="rId32" Type="http://schemas.openxmlformats.org/officeDocument/2006/relationships/slide" Target="slides/slide28.xml"/><Relationship Id="rId13" Type="http://schemas.openxmlformats.org/officeDocument/2006/relationships/slide" Target="slides/slide9.xml"/><Relationship Id="rId12" Type="http://schemas.openxmlformats.org/officeDocument/2006/relationships/slide" Target="slides/slide8.xml"/><Relationship Id="rId15" Type="http://schemas.openxmlformats.org/officeDocument/2006/relationships/slide" Target="slides/slide11.xml"/><Relationship Id="rId14" Type="http://schemas.openxmlformats.org/officeDocument/2006/relationships/slide" Target="slides/slide10.xml"/><Relationship Id="rId17" Type="http://schemas.openxmlformats.org/officeDocument/2006/relationships/slide" Target="slides/slide13.xml"/><Relationship Id="rId16" Type="http://schemas.openxmlformats.org/officeDocument/2006/relationships/slide" Target="slides/slide12.xml"/><Relationship Id="rId19" Type="http://schemas.openxmlformats.org/officeDocument/2006/relationships/slide" Target="slides/slide15.xml"/><Relationship Id="rId18"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 name="Shape 2"/>
        <p:cNvGrpSpPr/>
        <p:nvPr/>
      </p:nvGrpSpPr>
      <p:grpSpPr>
        <a:xfrm>
          <a:off x="0" y="0"/>
          <a:ext cx="0" cy="0"/>
          <a:chOff x="0" y="0"/>
          <a:chExt cx="0" cy="0"/>
        </a:xfrm>
      </p:grpSpPr>
      <p:sp>
        <p:nvSpPr>
          <p:cNvPr id="3" name="Google Shape;3;n"/>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 name="Google Shape;4;n"/>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lvl1pPr indent="-298450" lvl="0" marL="4572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1pPr>
            <a:lvl2pPr indent="-298450" lvl="1" marL="9144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2pPr>
            <a:lvl3pPr indent="-298450" lvl="2" marL="13716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3pPr>
            <a:lvl4pPr indent="-298450" lvl="3" marL="18288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4pPr>
            <a:lvl5pPr indent="-298450" lvl="4" marL="22860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5pPr>
            <a:lvl6pPr indent="-298450" lvl="5" marL="27432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6pPr>
            <a:lvl7pPr indent="-298450" lvl="6" marL="32004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7pPr>
            <a:lvl8pPr indent="-298450" lvl="7" marL="36576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8pPr>
            <a:lvl9pPr indent="-298450" lvl="8" marL="41148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9pPr>
          </a:lstStyle>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0" name="Shape 80"/>
        <p:cNvGrpSpPr/>
        <p:nvPr/>
      </p:nvGrpSpPr>
      <p:grpSpPr>
        <a:xfrm>
          <a:off x="0" y="0"/>
          <a:ext cx="0" cy="0"/>
          <a:chOff x="0" y="0"/>
          <a:chExt cx="0" cy="0"/>
        </a:xfrm>
      </p:grpSpPr>
      <p:sp>
        <p:nvSpPr>
          <p:cNvPr id="81" name="Google Shape;81;p1: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82" name="Google Shape;82;p1: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8" name="Shape 88"/>
        <p:cNvGrpSpPr/>
        <p:nvPr/>
      </p:nvGrpSpPr>
      <p:grpSpPr>
        <a:xfrm>
          <a:off x="0" y="0"/>
          <a:ext cx="0" cy="0"/>
          <a:chOff x="0" y="0"/>
          <a:chExt cx="0" cy="0"/>
        </a:xfrm>
      </p:grpSpPr>
      <p:sp>
        <p:nvSpPr>
          <p:cNvPr id="89" name="Google Shape;89;g3d19e2b9925_1_319: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90" name="Google Shape;90;g3d19e2b9925_1_319: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0" name="Shape 130"/>
        <p:cNvGrpSpPr/>
        <p:nvPr/>
      </p:nvGrpSpPr>
      <p:grpSpPr>
        <a:xfrm>
          <a:off x="0" y="0"/>
          <a:ext cx="0" cy="0"/>
          <a:chOff x="0" y="0"/>
          <a:chExt cx="0" cy="0"/>
        </a:xfrm>
      </p:grpSpPr>
      <p:sp>
        <p:nvSpPr>
          <p:cNvPr id="131" name="Google Shape;131;g3d19e2b9925_1_0: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132" name="Google Shape;132;g3d19e2b9925_1_0: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61" name="Shape 261"/>
        <p:cNvGrpSpPr/>
        <p:nvPr/>
      </p:nvGrpSpPr>
      <p:grpSpPr>
        <a:xfrm>
          <a:off x="0" y="0"/>
          <a:ext cx="0" cy="0"/>
          <a:chOff x="0" y="0"/>
          <a:chExt cx="0" cy="0"/>
        </a:xfrm>
      </p:grpSpPr>
      <p:sp>
        <p:nvSpPr>
          <p:cNvPr id="262" name="Google Shape;262;g3d19e2b9925_1_369: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263" name="Google Shape;263;g3d19e2b9925_1_369: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92" name="Shape 392"/>
        <p:cNvGrpSpPr/>
        <p:nvPr/>
      </p:nvGrpSpPr>
      <p:grpSpPr>
        <a:xfrm>
          <a:off x="0" y="0"/>
          <a:ext cx="0" cy="0"/>
          <a:chOff x="0" y="0"/>
          <a:chExt cx="0" cy="0"/>
        </a:xfrm>
      </p:grpSpPr>
      <p:sp>
        <p:nvSpPr>
          <p:cNvPr id="393" name="Google Shape;393;g3aa7e3fc8be_0_22: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394" name="Google Shape;394;g3aa7e3fc8be_0_22: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42" name="Shape 442"/>
        <p:cNvGrpSpPr/>
        <p:nvPr/>
      </p:nvGrpSpPr>
      <p:grpSpPr>
        <a:xfrm>
          <a:off x="0" y="0"/>
          <a:ext cx="0" cy="0"/>
          <a:chOff x="0" y="0"/>
          <a:chExt cx="0" cy="0"/>
        </a:xfrm>
      </p:grpSpPr>
      <p:sp>
        <p:nvSpPr>
          <p:cNvPr id="443" name="Google Shape;443;g39a284b7f17_2_7: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444" name="Google Shape;444;g39a284b7f17_2_7: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44" name="Shape 544"/>
        <p:cNvGrpSpPr/>
        <p:nvPr/>
      </p:nvGrpSpPr>
      <p:grpSpPr>
        <a:xfrm>
          <a:off x="0" y="0"/>
          <a:ext cx="0" cy="0"/>
          <a:chOff x="0" y="0"/>
          <a:chExt cx="0" cy="0"/>
        </a:xfrm>
      </p:grpSpPr>
      <p:sp>
        <p:nvSpPr>
          <p:cNvPr id="545" name="Google Shape;545;g3da1138a163_0_262: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546" name="Google Shape;546;g3da1138a163_0_262: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49" name="Shape 649"/>
        <p:cNvGrpSpPr/>
        <p:nvPr/>
      </p:nvGrpSpPr>
      <p:grpSpPr>
        <a:xfrm>
          <a:off x="0" y="0"/>
          <a:ext cx="0" cy="0"/>
          <a:chOff x="0" y="0"/>
          <a:chExt cx="0" cy="0"/>
        </a:xfrm>
      </p:grpSpPr>
      <p:sp>
        <p:nvSpPr>
          <p:cNvPr id="650" name="Google Shape;650;g3da1138a163_0_360: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651" name="Google Shape;651;g3da1138a163_0_360: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60" name="Shape 760"/>
        <p:cNvGrpSpPr/>
        <p:nvPr/>
      </p:nvGrpSpPr>
      <p:grpSpPr>
        <a:xfrm>
          <a:off x="0" y="0"/>
          <a:ext cx="0" cy="0"/>
          <a:chOff x="0" y="0"/>
          <a:chExt cx="0" cy="0"/>
        </a:xfrm>
      </p:grpSpPr>
      <p:sp>
        <p:nvSpPr>
          <p:cNvPr id="761" name="Google Shape;761;g3da1138a163_0_460: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762" name="Google Shape;762;g3da1138a163_0_460: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62" name="Shape 862"/>
        <p:cNvGrpSpPr/>
        <p:nvPr/>
      </p:nvGrpSpPr>
      <p:grpSpPr>
        <a:xfrm>
          <a:off x="0" y="0"/>
          <a:ext cx="0" cy="0"/>
          <a:chOff x="0" y="0"/>
          <a:chExt cx="0" cy="0"/>
        </a:xfrm>
      </p:grpSpPr>
      <p:sp>
        <p:nvSpPr>
          <p:cNvPr id="863" name="Google Shape;863;g3d1afc4545f_0_2224: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864" name="Google Shape;864;g3d1afc4545f_0_2224: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72" name="Shape 972"/>
        <p:cNvGrpSpPr/>
        <p:nvPr/>
      </p:nvGrpSpPr>
      <p:grpSpPr>
        <a:xfrm>
          <a:off x="0" y="0"/>
          <a:ext cx="0" cy="0"/>
          <a:chOff x="0" y="0"/>
          <a:chExt cx="0" cy="0"/>
        </a:xfrm>
      </p:grpSpPr>
      <p:sp>
        <p:nvSpPr>
          <p:cNvPr id="973" name="Google Shape;973;g3d1afc4545f_0_337: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974" name="Google Shape;974;g3d1afc4545f_0_337: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1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85" name="Shape 1085"/>
        <p:cNvGrpSpPr/>
        <p:nvPr/>
      </p:nvGrpSpPr>
      <p:grpSpPr>
        <a:xfrm>
          <a:off x="0" y="0"/>
          <a:ext cx="0" cy="0"/>
          <a:chOff x="0" y="0"/>
          <a:chExt cx="0" cy="0"/>
        </a:xfrm>
      </p:grpSpPr>
      <p:sp>
        <p:nvSpPr>
          <p:cNvPr id="1086" name="Google Shape;1086;g3d1afc4545f_0_135: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1087" name="Google Shape;1087;g3d1afc4545f_0_135: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1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91" name="Shape 1191"/>
        <p:cNvGrpSpPr/>
        <p:nvPr/>
      </p:nvGrpSpPr>
      <p:grpSpPr>
        <a:xfrm>
          <a:off x="0" y="0"/>
          <a:ext cx="0" cy="0"/>
          <a:chOff x="0" y="0"/>
          <a:chExt cx="0" cy="0"/>
        </a:xfrm>
      </p:grpSpPr>
      <p:sp>
        <p:nvSpPr>
          <p:cNvPr id="1192" name="Google Shape;1192;g3d1afc4545f_0_236: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1193" name="Google Shape;1193;g3d1afc4545f_0_236: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1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04" name="Shape 1304"/>
        <p:cNvGrpSpPr/>
        <p:nvPr/>
      </p:nvGrpSpPr>
      <p:grpSpPr>
        <a:xfrm>
          <a:off x="0" y="0"/>
          <a:ext cx="0" cy="0"/>
          <a:chOff x="0" y="0"/>
          <a:chExt cx="0" cy="0"/>
        </a:xfrm>
      </p:grpSpPr>
      <p:sp>
        <p:nvSpPr>
          <p:cNvPr id="1305" name="Google Shape;1305;g3da1138a163_0_1: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1306" name="Google Shape;1306;g3da1138a163_0_1: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1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35" name="Shape 1435"/>
        <p:cNvGrpSpPr/>
        <p:nvPr/>
      </p:nvGrpSpPr>
      <p:grpSpPr>
        <a:xfrm>
          <a:off x="0" y="0"/>
          <a:ext cx="0" cy="0"/>
          <a:chOff x="0" y="0"/>
          <a:chExt cx="0" cy="0"/>
        </a:xfrm>
      </p:grpSpPr>
      <p:sp>
        <p:nvSpPr>
          <p:cNvPr id="1436" name="Google Shape;1436;g3a3edffe164_0_93: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1437" name="Google Shape;1437;g3a3edffe164_0_93: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1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548" name="Shape 1548"/>
        <p:cNvGrpSpPr/>
        <p:nvPr/>
      </p:nvGrpSpPr>
      <p:grpSpPr>
        <a:xfrm>
          <a:off x="0" y="0"/>
          <a:ext cx="0" cy="0"/>
          <a:chOff x="0" y="0"/>
          <a:chExt cx="0" cy="0"/>
        </a:xfrm>
      </p:grpSpPr>
      <p:sp>
        <p:nvSpPr>
          <p:cNvPr id="1549" name="Google Shape;1549;g3d1afc4545f_0_2384: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1550" name="Google Shape;1550;g3d1afc4545f_0_2384: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1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652" name="Shape 1652"/>
        <p:cNvGrpSpPr/>
        <p:nvPr/>
      </p:nvGrpSpPr>
      <p:grpSpPr>
        <a:xfrm>
          <a:off x="0" y="0"/>
          <a:ext cx="0" cy="0"/>
          <a:chOff x="0" y="0"/>
          <a:chExt cx="0" cy="0"/>
        </a:xfrm>
      </p:grpSpPr>
      <p:sp>
        <p:nvSpPr>
          <p:cNvPr id="1653" name="Google Shape;1653;g3d1afc4545f_0_1136: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1654" name="Google Shape;1654;g3d1afc4545f_0_1136: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1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756" name="Shape 1756"/>
        <p:cNvGrpSpPr/>
        <p:nvPr/>
      </p:nvGrpSpPr>
      <p:grpSpPr>
        <a:xfrm>
          <a:off x="0" y="0"/>
          <a:ext cx="0" cy="0"/>
          <a:chOff x="0" y="0"/>
          <a:chExt cx="0" cy="0"/>
        </a:xfrm>
      </p:grpSpPr>
      <p:sp>
        <p:nvSpPr>
          <p:cNvPr id="1757" name="Google Shape;1757;g3da1138a163_0_131: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1758" name="Google Shape;1758;g3da1138a163_0_131: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1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887" name="Shape 1887"/>
        <p:cNvGrpSpPr/>
        <p:nvPr/>
      </p:nvGrpSpPr>
      <p:grpSpPr>
        <a:xfrm>
          <a:off x="0" y="0"/>
          <a:ext cx="0" cy="0"/>
          <a:chOff x="0" y="0"/>
          <a:chExt cx="0" cy="0"/>
        </a:xfrm>
      </p:grpSpPr>
      <p:sp>
        <p:nvSpPr>
          <p:cNvPr id="1888" name="Google Shape;1888;g3d1afc4545f_0_552: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1889" name="Google Shape;1889;g3d1afc4545f_0_552: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2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995" name="Shape 1995"/>
        <p:cNvGrpSpPr/>
        <p:nvPr/>
      </p:nvGrpSpPr>
      <p:grpSpPr>
        <a:xfrm>
          <a:off x="0" y="0"/>
          <a:ext cx="0" cy="0"/>
          <a:chOff x="0" y="0"/>
          <a:chExt cx="0" cy="0"/>
        </a:xfrm>
      </p:grpSpPr>
      <p:sp>
        <p:nvSpPr>
          <p:cNvPr id="1996" name="Google Shape;1996;g3d1afc4545f_0_749: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1997" name="Google Shape;1997;g3d1afc4545f_0_749: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2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099" name="Shape 2099"/>
        <p:cNvGrpSpPr/>
        <p:nvPr/>
      </p:nvGrpSpPr>
      <p:grpSpPr>
        <a:xfrm>
          <a:off x="0" y="0"/>
          <a:ext cx="0" cy="0"/>
          <a:chOff x="0" y="0"/>
          <a:chExt cx="0" cy="0"/>
        </a:xfrm>
      </p:grpSpPr>
      <p:sp>
        <p:nvSpPr>
          <p:cNvPr id="2100" name="Google Shape;2100;g3d1afc4545f_0_649: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2101" name="Google Shape;2101;g3d1afc4545f_0_649: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2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203" name="Shape 2203"/>
        <p:cNvGrpSpPr/>
        <p:nvPr/>
      </p:nvGrpSpPr>
      <p:grpSpPr>
        <a:xfrm>
          <a:off x="0" y="0"/>
          <a:ext cx="0" cy="0"/>
          <a:chOff x="0" y="0"/>
          <a:chExt cx="0" cy="0"/>
        </a:xfrm>
      </p:grpSpPr>
      <p:sp>
        <p:nvSpPr>
          <p:cNvPr id="2204" name="Google Shape;2204;g3d209b60b62_3_150: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2205" name="Google Shape;2205;g3d209b60b62_3_150: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2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313" name="Shape 2313"/>
        <p:cNvGrpSpPr/>
        <p:nvPr/>
      </p:nvGrpSpPr>
      <p:grpSpPr>
        <a:xfrm>
          <a:off x="0" y="0"/>
          <a:ext cx="0" cy="0"/>
          <a:chOff x="0" y="0"/>
          <a:chExt cx="0" cy="0"/>
        </a:xfrm>
      </p:grpSpPr>
      <p:sp>
        <p:nvSpPr>
          <p:cNvPr id="2314" name="Google Shape;2314;g3da1138a163_0_671: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2315" name="Google Shape;2315;g3da1138a163_0_671: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2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415" name="Shape 2415"/>
        <p:cNvGrpSpPr/>
        <p:nvPr/>
      </p:nvGrpSpPr>
      <p:grpSpPr>
        <a:xfrm>
          <a:off x="0" y="0"/>
          <a:ext cx="0" cy="0"/>
          <a:chOff x="0" y="0"/>
          <a:chExt cx="0" cy="0"/>
        </a:xfrm>
      </p:grpSpPr>
      <p:sp>
        <p:nvSpPr>
          <p:cNvPr id="2416" name="Google Shape;2416;g3d1afc4545f_0_2531: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2417" name="Google Shape;2417;g3d1afc4545f_0_2531: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2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513" name="Shape 2513"/>
        <p:cNvGrpSpPr/>
        <p:nvPr/>
      </p:nvGrpSpPr>
      <p:grpSpPr>
        <a:xfrm>
          <a:off x="0" y="0"/>
          <a:ext cx="0" cy="0"/>
          <a:chOff x="0" y="0"/>
          <a:chExt cx="0" cy="0"/>
        </a:xfrm>
      </p:grpSpPr>
      <p:sp>
        <p:nvSpPr>
          <p:cNvPr id="2514" name="Google Shape;2514;g3da1138a163_0_771: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2515" name="Google Shape;2515;g3da1138a163_0_771: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2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613" name="Shape 2613"/>
        <p:cNvGrpSpPr/>
        <p:nvPr/>
      </p:nvGrpSpPr>
      <p:grpSpPr>
        <a:xfrm>
          <a:off x="0" y="0"/>
          <a:ext cx="0" cy="0"/>
          <a:chOff x="0" y="0"/>
          <a:chExt cx="0" cy="0"/>
        </a:xfrm>
      </p:grpSpPr>
      <p:sp>
        <p:nvSpPr>
          <p:cNvPr id="2614" name="Google Shape;2614;g3d1afc4545f_0_2631: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2615" name="Google Shape;2615;g3d1afc4545f_0_2631: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2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716" name="Shape 2716"/>
        <p:cNvGrpSpPr/>
        <p:nvPr/>
      </p:nvGrpSpPr>
      <p:grpSpPr>
        <a:xfrm>
          <a:off x="0" y="0"/>
          <a:ext cx="0" cy="0"/>
          <a:chOff x="0" y="0"/>
          <a:chExt cx="0" cy="0"/>
        </a:xfrm>
      </p:grpSpPr>
      <p:sp>
        <p:nvSpPr>
          <p:cNvPr id="2717" name="Google Shape;2717;g3d1afc4545f_0_2729: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2718" name="Google Shape;2718;g3d1afc4545f_0_2729: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2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817" name="Shape 2817"/>
        <p:cNvGrpSpPr/>
        <p:nvPr/>
      </p:nvGrpSpPr>
      <p:grpSpPr>
        <a:xfrm>
          <a:off x="0" y="0"/>
          <a:ext cx="0" cy="0"/>
          <a:chOff x="0" y="0"/>
          <a:chExt cx="0" cy="0"/>
        </a:xfrm>
      </p:grpSpPr>
      <p:sp>
        <p:nvSpPr>
          <p:cNvPr id="2818" name="Google Shape;2818;g3d1afc4545f_0_2096: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2819" name="Google Shape;2819;g3d1afc4545f_0_2096: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itle">
  <p:cSld name="TITLE">
    <p:spTree>
      <p:nvGrpSpPr>
        <p:cNvPr id="11" name="Shape 11"/>
        <p:cNvGrpSpPr/>
        <p:nvPr/>
      </p:nvGrpSpPr>
      <p:grpSpPr>
        <a:xfrm>
          <a:off x="0" y="0"/>
          <a:ext cx="0" cy="0"/>
          <a:chOff x="0" y="0"/>
          <a:chExt cx="0" cy="0"/>
        </a:xfrm>
      </p:grpSpPr>
      <p:sp>
        <p:nvSpPr>
          <p:cNvPr id="12" name="Google Shape;12;p40"/>
          <p:cNvSpPr txBox="1"/>
          <p:nvPr>
            <p:ph type="ctrTitle"/>
          </p:nvPr>
        </p:nvSpPr>
        <p:spPr>
          <a:xfrm>
            <a:off x="1524000" y="1122363"/>
            <a:ext cx="9144000" cy="2387600"/>
          </a:xfrm>
          <a:prstGeom prst="rect">
            <a:avLst/>
          </a:prstGeom>
          <a:noFill/>
          <a:ln>
            <a:noFill/>
          </a:ln>
        </p:spPr>
        <p:txBody>
          <a:bodyPr anchorCtr="0" anchor="b" bIns="45700" lIns="91425" spcFirstLastPara="1" rIns="91425" wrap="square" tIns="45700">
            <a:normAutofit/>
          </a:bodyPr>
          <a:lstStyle>
            <a:lvl1pPr lvl="0" algn="ctr">
              <a:lnSpc>
                <a:spcPct val="90000"/>
              </a:lnSpc>
              <a:spcBef>
                <a:spcPts val="0"/>
              </a:spcBef>
              <a:spcAft>
                <a:spcPts val="0"/>
              </a:spcAft>
              <a:buClr>
                <a:schemeClr val="dk1"/>
              </a:buClr>
              <a:buSzPts val="6000"/>
              <a:buFont typeface="Calibri"/>
              <a:buNone/>
              <a:defRPr sz="6000"/>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13" name="Google Shape;13;p40"/>
          <p:cNvSpPr txBox="1"/>
          <p:nvPr>
            <p:ph idx="1" type="subTitle"/>
          </p:nvPr>
        </p:nvSpPr>
        <p:spPr>
          <a:xfrm>
            <a:off x="1524000" y="3602038"/>
            <a:ext cx="9144000" cy="1655762"/>
          </a:xfrm>
          <a:prstGeom prst="rect">
            <a:avLst/>
          </a:prstGeom>
          <a:noFill/>
          <a:ln>
            <a:noFill/>
          </a:ln>
        </p:spPr>
        <p:txBody>
          <a:bodyPr anchorCtr="0" anchor="t" bIns="45700" lIns="91425" spcFirstLastPara="1" rIns="91425" wrap="square" tIns="45700">
            <a:normAutofit/>
          </a:bodyPr>
          <a:lstStyle>
            <a:lvl1pPr lvl="0" algn="ctr">
              <a:lnSpc>
                <a:spcPct val="90000"/>
              </a:lnSpc>
              <a:spcBef>
                <a:spcPts val="1000"/>
              </a:spcBef>
              <a:spcAft>
                <a:spcPts val="0"/>
              </a:spcAft>
              <a:buClr>
                <a:schemeClr val="dk1"/>
              </a:buClr>
              <a:buSzPts val="2400"/>
              <a:buNone/>
              <a:defRPr sz="2400"/>
            </a:lvl1pPr>
            <a:lvl2pPr lvl="1" algn="ctr">
              <a:lnSpc>
                <a:spcPct val="90000"/>
              </a:lnSpc>
              <a:spcBef>
                <a:spcPts val="500"/>
              </a:spcBef>
              <a:spcAft>
                <a:spcPts val="0"/>
              </a:spcAft>
              <a:buClr>
                <a:schemeClr val="dk1"/>
              </a:buClr>
              <a:buSzPts val="2000"/>
              <a:buNone/>
              <a:defRPr sz="2000"/>
            </a:lvl2pPr>
            <a:lvl3pPr lvl="2" algn="ctr">
              <a:lnSpc>
                <a:spcPct val="90000"/>
              </a:lnSpc>
              <a:spcBef>
                <a:spcPts val="500"/>
              </a:spcBef>
              <a:spcAft>
                <a:spcPts val="0"/>
              </a:spcAft>
              <a:buClr>
                <a:schemeClr val="dk1"/>
              </a:buClr>
              <a:buSzPts val="1800"/>
              <a:buNone/>
              <a:defRPr sz="1800"/>
            </a:lvl3pPr>
            <a:lvl4pPr lvl="3" algn="ctr">
              <a:lnSpc>
                <a:spcPct val="90000"/>
              </a:lnSpc>
              <a:spcBef>
                <a:spcPts val="500"/>
              </a:spcBef>
              <a:spcAft>
                <a:spcPts val="0"/>
              </a:spcAft>
              <a:buClr>
                <a:schemeClr val="dk1"/>
              </a:buClr>
              <a:buSzPts val="1600"/>
              <a:buNone/>
              <a:defRPr sz="1600"/>
            </a:lvl4pPr>
            <a:lvl5pPr lvl="4" algn="ctr">
              <a:lnSpc>
                <a:spcPct val="90000"/>
              </a:lnSpc>
              <a:spcBef>
                <a:spcPts val="500"/>
              </a:spcBef>
              <a:spcAft>
                <a:spcPts val="0"/>
              </a:spcAft>
              <a:buClr>
                <a:schemeClr val="dk1"/>
              </a:buClr>
              <a:buSzPts val="1600"/>
              <a:buNone/>
              <a:defRPr sz="1600"/>
            </a:lvl5pPr>
            <a:lvl6pPr lvl="5" algn="ctr">
              <a:lnSpc>
                <a:spcPct val="90000"/>
              </a:lnSpc>
              <a:spcBef>
                <a:spcPts val="500"/>
              </a:spcBef>
              <a:spcAft>
                <a:spcPts val="0"/>
              </a:spcAft>
              <a:buClr>
                <a:schemeClr val="dk1"/>
              </a:buClr>
              <a:buSzPts val="1600"/>
              <a:buNone/>
              <a:defRPr sz="1600"/>
            </a:lvl6pPr>
            <a:lvl7pPr lvl="6" algn="ctr">
              <a:lnSpc>
                <a:spcPct val="90000"/>
              </a:lnSpc>
              <a:spcBef>
                <a:spcPts val="500"/>
              </a:spcBef>
              <a:spcAft>
                <a:spcPts val="0"/>
              </a:spcAft>
              <a:buClr>
                <a:schemeClr val="dk1"/>
              </a:buClr>
              <a:buSzPts val="1600"/>
              <a:buNone/>
              <a:defRPr sz="1600"/>
            </a:lvl7pPr>
            <a:lvl8pPr lvl="7" algn="ctr">
              <a:lnSpc>
                <a:spcPct val="90000"/>
              </a:lnSpc>
              <a:spcBef>
                <a:spcPts val="500"/>
              </a:spcBef>
              <a:spcAft>
                <a:spcPts val="0"/>
              </a:spcAft>
              <a:buClr>
                <a:schemeClr val="dk1"/>
              </a:buClr>
              <a:buSzPts val="1600"/>
              <a:buNone/>
              <a:defRPr sz="1600"/>
            </a:lvl8pPr>
            <a:lvl9pPr lvl="8" algn="ctr">
              <a:lnSpc>
                <a:spcPct val="90000"/>
              </a:lnSpc>
              <a:spcBef>
                <a:spcPts val="500"/>
              </a:spcBef>
              <a:spcAft>
                <a:spcPts val="0"/>
              </a:spcAft>
              <a:buClr>
                <a:schemeClr val="dk1"/>
              </a:buClr>
              <a:buSzPts val="1600"/>
              <a:buNone/>
              <a:defRPr sz="1600"/>
            </a:lvl9pPr>
          </a:lstStyle>
          <a:p/>
        </p:txBody>
      </p:sp>
      <p:sp>
        <p:nvSpPr>
          <p:cNvPr id="14" name="Google Shape;14;p40"/>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15" name="Google Shape;15;p40"/>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16" name="Google Shape;16;p40"/>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1pPr>
            <a:lvl2pPr indent="0" lvl="1"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2pPr>
            <a:lvl3pPr indent="0" lvl="2"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3pPr>
            <a:lvl4pPr indent="0" lvl="3"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4pPr>
            <a:lvl5pPr indent="0" lvl="4"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5pPr>
            <a:lvl6pPr indent="0" lvl="5"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6pPr>
            <a:lvl7pPr indent="0" lvl="6"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7pPr>
            <a:lvl8pPr indent="0" lvl="7"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8pPr>
            <a:lvl9pPr indent="0" lvl="8"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Content" type="obj">
  <p:cSld name="OBJECT">
    <p:spTree>
      <p:nvGrpSpPr>
        <p:cNvPr id="17" name="Shape 17"/>
        <p:cNvGrpSpPr/>
        <p:nvPr/>
      </p:nvGrpSpPr>
      <p:grpSpPr>
        <a:xfrm>
          <a:off x="0" y="0"/>
          <a:ext cx="0" cy="0"/>
          <a:chOff x="0" y="0"/>
          <a:chExt cx="0" cy="0"/>
        </a:xfrm>
      </p:grpSpPr>
      <p:sp>
        <p:nvSpPr>
          <p:cNvPr id="18" name="Google Shape;18;p41"/>
          <p:cNvSpPr txBox="1"/>
          <p:nvPr>
            <p:ph type="title"/>
          </p:nvPr>
        </p:nvSpPr>
        <p:spPr>
          <a:xfrm>
            <a:off x="838200" y="365125"/>
            <a:ext cx="10515600" cy="1325563"/>
          </a:xfrm>
          <a:prstGeom prst="rect">
            <a:avLst/>
          </a:prstGeom>
          <a:noFill/>
          <a:ln>
            <a:noFill/>
          </a:ln>
        </p:spPr>
        <p:txBody>
          <a:bodyPr anchorCtr="0" anchor="ctr" bIns="45700" lIns="91425" spcFirstLastPara="1" rIns="91425" wrap="square" tIns="45700">
            <a:normAutofit/>
          </a:bodyPr>
          <a:lstStyle>
            <a:lvl1pPr lvl="0" algn="l">
              <a:lnSpc>
                <a:spcPct val="9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19" name="Google Shape;19;p41"/>
          <p:cNvSpPr txBox="1"/>
          <p:nvPr>
            <p:ph idx="1" type="body"/>
          </p:nvPr>
        </p:nvSpPr>
        <p:spPr>
          <a:xfrm>
            <a:off x="838200" y="1825625"/>
            <a:ext cx="10515600" cy="4351338"/>
          </a:xfrm>
          <a:prstGeom prst="rect">
            <a:avLst/>
          </a:prstGeom>
          <a:noFill/>
          <a:ln>
            <a:noFill/>
          </a:ln>
        </p:spPr>
        <p:txBody>
          <a:bodyPr anchorCtr="0" anchor="t" bIns="45700" lIns="91425" spcFirstLastPara="1" rIns="91425" wrap="square" tIns="45700">
            <a:normAutofit/>
          </a:bodyPr>
          <a:lstStyle>
            <a:lvl1pPr indent="-342900" lvl="0" marL="457200" algn="l">
              <a:lnSpc>
                <a:spcPct val="90000"/>
              </a:lnSpc>
              <a:spcBef>
                <a:spcPts val="1000"/>
              </a:spcBef>
              <a:spcAft>
                <a:spcPts val="0"/>
              </a:spcAft>
              <a:buClr>
                <a:schemeClr val="dk1"/>
              </a:buClr>
              <a:buSzPts val="1800"/>
              <a:buChar char="•"/>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20" name="Google Shape;20;p41"/>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21" name="Google Shape;21;p41"/>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22" name="Google Shape;22;p41"/>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1pPr>
            <a:lvl2pPr indent="0" lvl="1"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2pPr>
            <a:lvl3pPr indent="0" lvl="2"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3pPr>
            <a:lvl4pPr indent="0" lvl="3"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4pPr>
            <a:lvl5pPr indent="0" lvl="4"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5pPr>
            <a:lvl6pPr indent="0" lvl="5"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6pPr>
            <a:lvl7pPr indent="0" lvl="6"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7pPr>
            <a:lvl8pPr indent="0" lvl="7"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8pPr>
            <a:lvl9pPr indent="0" lvl="8"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wo Content" type="twoObj">
  <p:cSld name="TWO_OBJECTS">
    <p:spTree>
      <p:nvGrpSpPr>
        <p:cNvPr id="23" name="Shape 23"/>
        <p:cNvGrpSpPr/>
        <p:nvPr/>
      </p:nvGrpSpPr>
      <p:grpSpPr>
        <a:xfrm>
          <a:off x="0" y="0"/>
          <a:ext cx="0" cy="0"/>
          <a:chOff x="0" y="0"/>
          <a:chExt cx="0" cy="0"/>
        </a:xfrm>
      </p:grpSpPr>
      <p:sp>
        <p:nvSpPr>
          <p:cNvPr id="24" name="Google Shape;24;p42"/>
          <p:cNvSpPr txBox="1"/>
          <p:nvPr>
            <p:ph type="title"/>
          </p:nvPr>
        </p:nvSpPr>
        <p:spPr>
          <a:xfrm>
            <a:off x="838200" y="365125"/>
            <a:ext cx="10515600" cy="1325563"/>
          </a:xfrm>
          <a:prstGeom prst="rect">
            <a:avLst/>
          </a:prstGeom>
          <a:noFill/>
          <a:ln>
            <a:noFill/>
          </a:ln>
        </p:spPr>
        <p:txBody>
          <a:bodyPr anchorCtr="0" anchor="ctr" bIns="45700" lIns="91425" spcFirstLastPara="1" rIns="91425" wrap="square" tIns="45700">
            <a:normAutofit/>
          </a:bodyPr>
          <a:lstStyle>
            <a:lvl1pPr lvl="0" algn="l">
              <a:lnSpc>
                <a:spcPct val="9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25" name="Google Shape;25;p42"/>
          <p:cNvSpPr txBox="1"/>
          <p:nvPr>
            <p:ph idx="1" type="body"/>
          </p:nvPr>
        </p:nvSpPr>
        <p:spPr>
          <a:xfrm>
            <a:off x="838200" y="1825625"/>
            <a:ext cx="5181600" cy="4351338"/>
          </a:xfrm>
          <a:prstGeom prst="rect">
            <a:avLst/>
          </a:prstGeom>
          <a:noFill/>
          <a:ln>
            <a:noFill/>
          </a:ln>
        </p:spPr>
        <p:txBody>
          <a:bodyPr anchorCtr="0" anchor="t" bIns="45700" lIns="91425" spcFirstLastPara="1" rIns="91425" wrap="square" tIns="45700">
            <a:normAutofit/>
          </a:bodyPr>
          <a:lstStyle>
            <a:lvl1pPr indent="-342900" lvl="0" marL="457200" algn="l">
              <a:lnSpc>
                <a:spcPct val="90000"/>
              </a:lnSpc>
              <a:spcBef>
                <a:spcPts val="1000"/>
              </a:spcBef>
              <a:spcAft>
                <a:spcPts val="0"/>
              </a:spcAft>
              <a:buClr>
                <a:schemeClr val="dk1"/>
              </a:buClr>
              <a:buSzPts val="1800"/>
              <a:buChar char="•"/>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26" name="Google Shape;26;p42"/>
          <p:cNvSpPr txBox="1"/>
          <p:nvPr>
            <p:ph idx="2" type="body"/>
          </p:nvPr>
        </p:nvSpPr>
        <p:spPr>
          <a:xfrm>
            <a:off x="6172200" y="1825625"/>
            <a:ext cx="5181600" cy="4351338"/>
          </a:xfrm>
          <a:prstGeom prst="rect">
            <a:avLst/>
          </a:prstGeom>
          <a:noFill/>
          <a:ln>
            <a:noFill/>
          </a:ln>
        </p:spPr>
        <p:txBody>
          <a:bodyPr anchorCtr="0" anchor="t" bIns="45700" lIns="91425" spcFirstLastPara="1" rIns="91425" wrap="square" tIns="45700">
            <a:normAutofit/>
          </a:bodyPr>
          <a:lstStyle>
            <a:lvl1pPr indent="-342900" lvl="0" marL="457200" algn="l">
              <a:lnSpc>
                <a:spcPct val="90000"/>
              </a:lnSpc>
              <a:spcBef>
                <a:spcPts val="1000"/>
              </a:spcBef>
              <a:spcAft>
                <a:spcPts val="0"/>
              </a:spcAft>
              <a:buClr>
                <a:schemeClr val="dk1"/>
              </a:buClr>
              <a:buSzPts val="1800"/>
              <a:buChar char="•"/>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27" name="Google Shape;27;p42"/>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28" name="Google Shape;28;p42"/>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29" name="Google Shape;29;p42"/>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1pPr>
            <a:lvl2pPr indent="0" lvl="1"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2pPr>
            <a:lvl3pPr indent="0" lvl="2"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3pPr>
            <a:lvl4pPr indent="0" lvl="3"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4pPr>
            <a:lvl5pPr indent="0" lvl="4"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5pPr>
            <a:lvl6pPr indent="0" lvl="5"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6pPr>
            <a:lvl7pPr indent="0" lvl="6"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7pPr>
            <a:lvl8pPr indent="0" lvl="7"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8pPr>
            <a:lvl9pPr indent="0" lvl="8"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type="secHead">
  <p:cSld name="SECTION_HEADER">
    <p:spTree>
      <p:nvGrpSpPr>
        <p:cNvPr id="30" name="Shape 30"/>
        <p:cNvGrpSpPr/>
        <p:nvPr/>
      </p:nvGrpSpPr>
      <p:grpSpPr>
        <a:xfrm>
          <a:off x="0" y="0"/>
          <a:ext cx="0" cy="0"/>
          <a:chOff x="0" y="0"/>
          <a:chExt cx="0" cy="0"/>
        </a:xfrm>
      </p:grpSpPr>
      <p:sp>
        <p:nvSpPr>
          <p:cNvPr id="31" name="Google Shape;31;p43"/>
          <p:cNvSpPr txBox="1"/>
          <p:nvPr>
            <p:ph type="title"/>
          </p:nvPr>
        </p:nvSpPr>
        <p:spPr>
          <a:xfrm>
            <a:off x="831850" y="1709738"/>
            <a:ext cx="10515600" cy="2852737"/>
          </a:xfrm>
          <a:prstGeom prst="rect">
            <a:avLst/>
          </a:prstGeom>
          <a:noFill/>
          <a:ln>
            <a:noFill/>
          </a:ln>
        </p:spPr>
        <p:txBody>
          <a:bodyPr anchorCtr="0" anchor="b" bIns="45700" lIns="91425" spcFirstLastPara="1" rIns="91425" wrap="square" tIns="45700">
            <a:normAutofit/>
          </a:bodyPr>
          <a:lstStyle>
            <a:lvl1pPr lvl="0" algn="l">
              <a:lnSpc>
                <a:spcPct val="90000"/>
              </a:lnSpc>
              <a:spcBef>
                <a:spcPts val="0"/>
              </a:spcBef>
              <a:spcAft>
                <a:spcPts val="0"/>
              </a:spcAft>
              <a:buClr>
                <a:schemeClr val="dk1"/>
              </a:buClr>
              <a:buSzPts val="6000"/>
              <a:buFont typeface="Calibri"/>
              <a:buNone/>
              <a:defRPr sz="6000"/>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32" name="Google Shape;32;p43"/>
          <p:cNvSpPr txBox="1"/>
          <p:nvPr>
            <p:ph idx="1" type="body"/>
          </p:nvPr>
        </p:nvSpPr>
        <p:spPr>
          <a:xfrm>
            <a:off x="831850" y="4589463"/>
            <a:ext cx="10515600" cy="1500187"/>
          </a:xfrm>
          <a:prstGeom prst="rect">
            <a:avLst/>
          </a:prstGeom>
          <a:noFill/>
          <a:ln>
            <a:noFill/>
          </a:ln>
        </p:spPr>
        <p:txBody>
          <a:bodyPr anchorCtr="0" anchor="t" bIns="45700" lIns="91425" spcFirstLastPara="1" rIns="91425" wrap="square" tIns="45700">
            <a:normAutofit/>
          </a:bodyPr>
          <a:lstStyle>
            <a:lvl1pPr indent="-228600" lvl="0" marL="457200" algn="l">
              <a:lnSpc>
                <a:spcPct val="90000"/>
              </a:lnSpc>
              <a:spcBef>
                <a:spcPts val="1000"/>
              </a:spcBef>
              <a:spcAft>
                <a:spcPts val="0"/>
              </a:spcAft>
              <a:buClr>
                <a:srgbClr val="888888"/>
              </a:buClr>
              <a:buSzPts val="2400"/>
              <a:buNone/>
              <a:defRPr sz="2400">
                <a:solidFill>
                  <a:srgbClr val="888888"/>
                </a:solidFill>
              </a:defRPr>
            </a:lvl1pPr>
            <a:lvl2pPr indent="-228600" lvl="1" marL="914400" algn="l">
              <a:lnSpc>
                <a:spcPct val="90000"/>
              </a:lnSpc>
              <a:spcBef>
                <a:spcPts val="500"/>
              </a:spcBef>
              <a:spcAft>
                <a:spcPts val="0"/>
              </a:spcAft>
              <a:buClr>
                <a:srgbClr val="888888"/>
              </a:buClr>
              <a:buSzPts val="2000"/>
              <a:buNone/>
              <a:defRPr sz="2000">
                <a:solidFill>
                  <a:srgbClr val="888888"/>
                </a:solidFill>
              </a:defRPr>
            </a:lvl2pPr>
            <a:lvl3pPr indent="-228600" lvl="2" marL="1371600" algn="l">
              <a:lnSpc>
                <a:spcPct val="90000"/>
              </a:lnSpc>
              <a:spcBef>
                <a:spcPts val="500"/>
              </a:spcBef>
              <a:spcAft>
                <a:spcPts val="0"/>
              </a:spcAft>
              <a:buClr>
                <a:srgbClr val="888888"/>
              </a:buClr>
              <a:buSzPts val="1800"/>
              <a:buNone/>
              <a:defRPr sz="1800">
                <a:solidFill>
                  <a:srgbClr val="888888"/>
                </a:solidFill>
              </a:defRPr>
            </a:lvl3pPr>
            <a:lvl4pPr indent="-228600" lvl="3" marL="1828800" algn="l">
              <a:lnSpc>
                <a:spcPct val="90000"/>
              </a:lnSpc>
              <a:spcBef>
                <a:spcPts val="500"/>
              </a:spcBef>
              <a:spcAft>
                <a:spcPts val="0"/>
              </a:spcAft>
              <a:buClr>
                <a:srgbClr val="888888"/>
              </a:buClr>
              <a:buSzPts val="1600"/>
              <a:buNone/>
              <a:defRPr sz="1600">
                <a:solidFill>
                  <a:srgbClr val="888888"/>
                </a:solidFill>
              </a:defRPr>
            </a:lvl4pPr>
            <a:lvl5pPr indent="-228600" lvl="4" marL="2286000" algn="l">
              <a:lnSpc>
                <a:spcPct val="90000"/>
              </a:lnSpc>
              <a:spcBef>
                <a:spcPts val="500"/>
              </a:spcBef>
              <a:spcAft>
                <a:spcPts val="0"/>
              </a:spcAft>
              <a:buClr>
                <a:srgbClr val="888888"/>
              </a:buClr>
              <a:buSzPts val="1600"/>
              <a:buNone/>
              <a:defRPr sz="1600">
                <a:solidFill>
                  <a:srgbClr val="888888"/>
                </a:solidFill>
              </a:defRPr>
            </a:lvl5pPr>
            <a:lvl6pPr indent="-228600" lvl="5" marL="2743200" algn="l">
              <a:lnSpc>
                <a:spcPct val="90000"/>
              </a:lnSpc>
              <a:spcBef>
                <a:spcPts val="500"/>
              </a:spcBef>
              <a:spcAft>
                <a:spcPts val="0"/>
              </a:spcAft>
              <a:buClr>
                <a:srgbClr val="888888"/>
              </a:buClr>
              <a:buSzPts val="1600"/>
              <a:buNone/>
              <a:defRPr sz="1600">
                <a:solidFill>
                  <a:srgbClr val="888888"/>
                </a:solidFill>
              </a:defRPr>
            </a:lvl6pPr>
            <a:lvl7pPr indent="-228600" lvl="6" marL="3200400" algn="l">
              <a:lnSpc>
                <a:spcPct val="90000"/>
              </a:lnSpc>
              <a:spcBef>
                <a:spcPts val="500"/>
              </a:spcBef>
              <a:spcAft>
                <a:spcPts val="0"/>
              </a:spcAft>
              <a:buClr>
                <a:srgbClr val="888888"/>
              </a:buClr>
              <a:buSzPts val="1600"/>
              <a:buNone/>
              <a:defRPr sz="1600">
                <a:solidFill>
                  <a:srgbClr val="888888"/>
                </a:solidFill>
              </a:defRPr>
            </a:lvl7pPr>
            <a:lvl8pPr indent="-228600" lvl="7" marL="3657600" algn="l">
              <a:lnSpc>
                <a:spcPct val="90000"/>
              </a:lnSpc>
              <a:spcBef>
                <a:spcPts val="500"/>
              </a:spcBef>
              <a:spcAft>
                <a:spcPts val="0"/>
              </a:spcAft>
              <a:buClr>
                <a:srgbClr val="888888"/>
              </a:buClr>
              <a:buSzPts val="1600"/>
              <a:buNone/>
              <a:defRPr sz="1600">
                <a:solidFill>
                  <a:srgbClr val="888888"/>
                </a:solidFill>
              </a:defRPr>
            </a:lvl8pPr>
            <a:lvl9pPr indent="-228600" lvl="8" marL="4114800" algn="l">
              <a:lnSpc>
                <a:spcPct val="90000"/>
              </a:lnSpc>
              <a:spcBef>
                <a:spcPts val="500"/>
              </a:spcBef>
              <a:spcAft>
                <a:spcPts val="0"/>
              </a:spcAft>
              <a:buClr>
                <a:srgbClr val="888888"/>
              </a:buClr>
              <a:buSzPts val="1600"/>
              <a:buNone/>
              <a:defRPr sz="1600">
                <a:solidFill>
                  <a:srgbClr val="888888"/>
                </a:solidFill>
              </a:defRPr>
            </a:lvl9pPr>
          </a:lstStyle>
          <a:p/>
        </p:txBody>
      </p:sp>
      <p:sp>
        <p:nvSpPr>
          <p:cNvPr id="33" name="Google Shape;33;p43"/>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34" name="Google Shape;34;p43"/>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35" name="Google Shape;35;p43"/>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1pPr>
            <a:lvl2pPr indent="0" lvl="1"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2pPr>
            <a:lvl3pPr indent="0" lvl="2"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3pPr>
            <a:lvl4pPr indent="0" lvl="3"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4pPr>
            <a:lvl5pPr indent="0" lvl="4"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5pPr>
            <a:lvl6pPr indent="0" lvl="5"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6pPr>
            <a:lvl7pPr indent="0" lvl="6"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7pPr>
            <a:lvl8pPr indent="0" lvl="7"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8pPr>
            <a:lvl9pPr indent="0" lvl="8"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mparison" type="twoTxTwoObj">
  <p:cSld name="TWO_OBJECTS_WITH_TEXT">
    <p:spTree>
      <p:nvGrpSpPr>
        <p:cNvPr id="36" name="Shape 36"/>
        <p:cNvGrpSpPr/>
        <p:nvPr/>
      </p:nvGrpSpPr>
      <p:grpSpPr>
        <a:xfrm>
          <a:off x="0" y="0"/>
          <a:ext cx="0" cy="0"/>
          <a:chOff x="0" y="0"/>
          <a:chExt cx="0" cy="0"/>
        </a:xfrm>
      </p:grpSpPr>
      <p:sp>
        <p:nvSpPr>
          <p:cNvPr id="37" name="Google Shape;37;p44"/>
          <p:cNvSpPr txBox="1"/>
          <p:nvPr>
            <p:ph type="title"/>
          </p:nvPr>
        </p:nvSpPr>
        <p:spPr>
          <a:xfrm>
            <a:off x="839788" y="365125"/>
            <a:ext cx="10515600" cy="1325563"/>
          </a:xfrm>
          <a:prstGeom prst="rect">
            <a:avLst/>
          </a:prstGeom>
          <a:noFill/>
          <a:ln>
            <a:noFill/>
          </a:ln>
        </p:spPr>
        <p:txBody>
          <a:bodyPr anchorCtr="0" anchor="ctr" bIns="45700" lIns="91425" spcFirstLastPara="1" rIns="91425" wrap="square" tIns="45700">
            <a:normAutofit/>
          </a:bodyPr>
          <a:lstStyle>
            <a:lvl1pPr lvl="0" algn="l">
              <a:lnSpc>
                <a:spcPct val="9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38" name="Google Shape;38;p44"/>
          <p:cNvSpPr txBox="1"/>
          <p:nvPr>
            <p:ph idx="1" type="body"/>
          </p:nvPr>
        </p:nvSpPr>
        <p:spPr>
          <a:xfrm>
            <a:off x="839788" y="1681163"/>
            <a:ext cx="5157787" cy="823912"/>
          </a:xfrm>
          <a:prstGeom prst="rect">
            <a:avLst/>
          </a:prstGeom>
          <a:noFill/>
          <a:ln>
            <a:noFill/>
          </a:ln>
        </p:spPr>
        <p:txBody>
          <a:bodyPr anchorCtr="0" anchor="b" bIns="45700" lIns="91425" spcFirstLastPara="1" rIns="91425" wrap="square" tIns="45700">
            <a:normAutofit/>
          </a:bodyPr>
          <a:lstStyle>
            <a:lvl1pPr indent="-228600" lvl="0" marL="457200" algn="l">
              <a:lnSpc>
                <a:spcPct val="90000"/>
              </a:lnSpc>
              <a:spcBef>
                <a:spcPts val="1000"/>
              </a:spcBef>
              <a:spcAft>
                <a:spcPts val="0"/>
              </a:spcAft>
              <a:buClr>
                <a:schemeClr val="dk1"/>
              </a:buClr>
              <a:buSzPts val="2400"/>
              <a:buNone/>
              <a:defRPr b="1" sz="2400"/>
            </a:lvl1pPr>
            <a:lvl2pPr indent="-228600" lvl="1" marL="914400" algn="l">
              <a:lnSpc>
                <a:spcPct val="90000"/>
              </a:lnSpc>
              <a:spcBef>
                <a:spcPts val="500"/>
              </a:spcBef>
              <a:spcAft>
                <a:spcPts val="0"/>
              </a:spcAft>
              <a:buClr>
                <a:schemeClr val="dk1"/>
              </a:buClr>
              <a:buSzPts val="2000"/>
              <a:buNone/>
              <a:defRPr b="1" sz="2000"/>
            </a:lvl2pPr>
            <a:lvl3pPr indent="-228600" lvl="2" marL="1371600" algn="l">
              <a:lnSpc>
                <a:spcPct val="90000"/>
              </a:lnSpc>
              <a:spcBef>
                <a:spcPts val="500"/>
              </a:spcBef>
              <a:spcAft>
                <a:spcPts val="0"/>
              </a:spcAft>
              <a:buClr>
                <a:schemeClr val="dk1"/>
              </a:buClr>
              <a:buSzPts val="1800"/>
              <a:buNone/>
              <a:defRPr b="1" sz="1800"/>
            </a:lvl3pPr>
            <a:lvl4pPr indent="-228600" lvl="3" marL="1828800" algn="l">
              <a:lnSpc>
                <a:spcPct val="90000"/>
              </a:lnSpc>
              <a:spcBef>
                <a:spcPts val="500"/>
              </a:spcBef>
              <a:spcAft>
                <a:spcPts val="0"/>
              </a:spcAft>
              <a:buClr>
                <a:schemeClr val="dk1"/>
              </a:buClr>
              <a:buSzPts val="1600"/>
              <a:buNone/>
              <a:defRPr b="1" sz="1600"/>
            </a:lvl4pPr>
            <a:lvl5pPr indent="-228600" lvl="4" marL="2286000" algn="l">
              <a:lnSpc>
                <a:spcPct val="90000"/>
              </a:lnSpc>
              <a:spcBef>
                <a:spcPts val="500"/>
              </a:spcBef>
              <a:spcAft>
                <a:spcPts val="0"/>
              </a:spcAft>
              <a:buClr>
                <a:schemeClr val="dk1"/>
              </a:buClr>
              <a:buSzPts val="1600"/>
              <a:buNone/>
              <a:defRPr b="1" sz="1600"/>
            </a:lvl5pPr>
            <a:lvl6pPr indent="-228600" lvl="5" marL="2743200" algn="l">
              <a:lnSpc>
                <a:spcPct val="90000"/>
              </a:lnSpc>
              <a:spcBef>
                <a:spcPts val="500"/>
              </a:spcBef>
              <a:spcAft>
                <a:spcPts val="0"/>
              </a:spcAft>
              <a:buClr>
                <a:schemeClr val="dk1"/>
              </a:buClr>
              <a:buSzPts val="1600"/>
              <a:buNone/>
              <a:defRPr b="1" sz="1600"/>
            </a:lvl6pPr>
            <a:lvl7pPr indent="-228600" lvl="6" marL="3200400" algn="l">
              <a:lnSpc>
                <a:spcPct val="90000"/>
              </a:lnSpc>
              <a:spcBef>
                <a:spcPts val="500"/>
              </a:spcBef>
              <a:spcAft>
                <a:spcPts val="0"/>
              </a:spcAft>
              <a:buClr>
                <a:schemeClr val="dk1"/>
              </a:buClr>
              <a:buSzPts val="1600"/>
              <a:buNone/>
              <a:defRPr b="1" sz="1600"/>
            </a:lvl7pPr>
            <a:lvl8pPr indent="-228600" lvl="7" marL="3657600" algn="l">
              <a:lnSpc>
                <a:spcPct val="90000"/>
              </a:lnSpc>
              <a:spcBef>
                <a:spcPts val="500"/>
              </a:spcBef>
              <a:spcAft>
                <a:spcPts val="0"/>
              </a:spcAft>
              <a:buClr>
                <a:schemeClr val="dk1"/>
              </a:buClr>
              <a:buSzPts val="1600"/>
              <a:buNone/>
              <a:defRPr b="1" sz="1600"/>
            </a:lvl8pPr>
            <a:lvl9pPr indent="-228600" lvl="8" marL="4114800" algn="l">
              <a:lnSpc>
                <a:spcPct val="90000"/>
              </a:lnSpc>
              <a:spcBef>
                <a:spcPts val="500"/>
              </a:spcBef>
              <a:spcAft>
                <a:spcPts val="0"/>
              </a:spcAft>
              <a:buClr>
                <a:schemeClr val="dk1"/>
              </a:buClr>
              <a:buSzPts val="1600"/>
              <a:buNone/>
              <a:defRPr b="1" sz="1600"/>
            </a:lvl9pPr>
          </a:lstStyle>
          <a:p/>
        </p:txBody>
      </p:sp>
      <p:sp>
        <p:nvSpPr>
          <p:cNvPr id="39" name="Google Shape;39;p44"/>
          <p:cNvSpPr txBox="1"/>
          <p:nvPr>
            <p:ph idx="2" type="body"/>
          </p:nvPr>
        </p:nvSpPr>
        <p:spPr>
          <a:xfrm>
            <a:off x="839788" y="2505075"/>
            <a:ext cx="5157787" cy="3684588"/>
          </a:xfrm>
          <a:prstGeom prst="rect">
            <a:avLst/>
          </a:prstGeom>
          <a:noFill/>
          <a:ln>
            <a:noFill/>
          </a:ln>
        </p:spPr>
        <p:txBody>
          <a:bodyPr anchorCtr="0" anchor="t" bIns="45700" lIns="91425" spcFirstLastPara="1" rIns="91425" wrap="square" tIns="45700">
            <a:normAutofit/>
          </a:bodyPr>
          <a:lstStyle>
            <a:lvl1pPr indent="-342900" lvl="0" marL="457200" algn="l">
              <a:lnSpc>
                <a:spcPct val="90000"/>
              </a:lnSpc>
              <a:spcBef>
                <a:spcPts val="1000"/>
              </a:spcBef>
              <a:spcAft>
                <a:spcPts val="0"/>
              </a:spcAft>
              <a:buClr>
                <a:schemeClr val="dk1"/>
              </a:buClr>
              <a:buSzPts val="1800"/>
              <a:buChar char="•"/>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40" name="Google Shape;40;p44"/>
          <p:cNvSpPr txBox="1"/>
          <p:nvPr>
            <p:ph idx="3" type="body"/>
          </p:nvPr>
        </p:nvSpPr>
        <p:spPr>
          <a:xfrm>
            <a:off x="6172200" y="1681163"/>
            <a:ext cx="5183188" cy="823912"/>
          </a:xfrm>
          <a:prstGeom prst="rect">
            <a:avLst/>
          </a:prstGeom>
          <a:noFill/>
          <a:ln>
            <a:noFill/>
          </a:ln>
        </p:spPr>
        <p:txBody>
          <a:bodyPr anchorCtr="0" anchor="b" bIns="45700" lIns="91425" spcFirstLastPara="1" rIns="91425" wrap="square" tIns="45700">
            <a:normAutofit/>
          </a:bodyPr>
          <a:lstStyle>
            <a:lvl1pPr indent="-228600" lvl="0" marL="457200" algn="l">
              <a:lnSpc>
                <a:spcPct val="90000"/>
              </a:lnSpc>
              <a:spcBef>
                <a:spcPts val="1000"/>
              </a:spcBef>
              <a:spcAft>
                <a:spcPts val="0"/>
              </a:spcAft>
              <a:buClr>
                <a:schemeClr val="dk1"/>
              </a:buClr>
              <a:buSzPts val="2400"/>
              <a:buNone/>
              <a:defRPr b="1" sz="2400"/>
            </a:lvl1pPr>
            <a:lvl2pPr indent="-228600" lvl="1" marL="914400" algn="l">
              <a:lnSpc>
                <a:spcPct val="90000"/>
              </a:lnSpc>
              <a:spcBef>
                <a:spcPts val="500"/>
              </a:spcBef>
              <a:spcAft>
                <a:spcPts val="0"/>
              </a:spcAft>
              <a:buClr>
                <a:schemeClr val="dk1"/>
              </a:buClr>
              <a:buSzPts val="2000"/>
              <a:buNone/>
              <a:defRPr b="1" sz="2000"/>
            </a:lvl2pPr>
            <a:lvl3pPr indent="-228600" lvl="2" marL="1371600" algn="l">
              <a:lnSpc>
                <a:spcPct val="90000"/>
              </a:lnSpc>
              <a:spcBef>
                <a:spcPts val="500"/>
              </a:spcBef>
              <a:spcAft>
                <a:spcPts val="0"/>
              </a:spcAft>
              <a:buClr>
                <a:schemeClr val="dk1"/>
              </a:buClr>
              <a:buSzPts val="1800"/>
              <a:buNone/>
              <a:defRPr b="1" sz="1800"/>
            </a:lvl3pPr>
            <a:lvl4pPr indent="-228600" lvl="3" marL="1828800" algn="l">
              <a:lnSpc>
                <a:spcPct val="90000"/>
              </a:lnSpc>
              <a:spcBef>
                <a:spcPts val="500"/>
              </a:spcBef>
              <a:spcAft>
                <a:spcPts val="0"/>
              </a:spcAft>
              <a:buClr>
                <a:schemeClr val="dk1"/>
              </a:buClr>
              <a:buSzPts val="1600"/>
              <a:buNone/>
              <a:defRPr b="1" sz="1600"/>
            </a:lvl4pPr>
            <a:lvl5pPr indent="-228600" lvl="4" marL="2286000" algn="l">
              <a:lnSpc>
                <a:spcPct val="90000"/>
              </a:lnSpc>
              <a:spcBef>
                <a:spcPts val="500"/>
              </a:spcBef>
              <a:spcAft>
                <a:spcPts val="0"/>
              </a:spcAft>
              <a:buClr>
                <a:schemeClr val="dk1"/>
              </a:buClr>
              <a:buSzPts val="1600"/>
              <a:buNone/>
              <a:defRPr b="1" sz="1600"/>
            </a:lvl5pPr>
            <a:lvl6pPr indent="-228600" lvl="5" marL="2743200" algn="l">
              <a:lnSpc>
                <a:spcPct val="90000"/>
              </a:lnSpc>
              <a:spcBef>
                <a:spcPts val="500"/>
              </a:spcBef>
              <a:spcAft>
                <a:spcPts val="0"/>
              </a:spcAft>
              <a:buClr>
                <a:schemeClr val="dk1"/>
              </a:buClr>
              <a:buSzPts val="1600"/>
              <a:buNone/>
              <a:defRPr b="1" sz="1600"/>
            </a:lvl6pPr>
            <a:lvl7pPr indent="-228600" lvl="6" marL="3200400" algn="l">
              <a:lnSpc>
                <a:spcPct val="90000"/>
              </a:lnSpc>
              <a:spcBef>
                <a:spcPts val="500"/>
              </a:spcBef>
              <a:spcAft>
                <a:spcPts val="0"/>
              </a:spcAft>
              <a:buClr>
                <a:schemeClr val="dk1"/>
              </a:buClr>
              <a:buSzPts val="1600"/>
              <a:buNone/>
              <a:defRPr b="1" sz="1600"/>
            </a:lvl7pPr>
            <a:lvl8pPr indent="-228600" lvl="7" marL="3657600" algn="l">
              <a:lnSpc>
                <a:spcPct val="90000"/>
              </a:lnSpc>
              <a:spcBef>
                <a:spcPts val="500"/>
              </a:spcBef>
              <a:spcAft>
                <a:spcPts val="0"/>
              </a:spcAft>
              <a:buClr>
                <a:schemeClr val="dk1"/>
              </a:buClr>
              <a:buSzPts val="1600"/>
              <a:buNone/>
              <a:defRPr b="1" sz="1600"/>
            </a:lvl8pPr>
            <a:lvl9pPr indent="-228600" lvl="8" marL="4114800" algn="l">
              <a:lnSpc>
                <a:spcPct val="90000"/>
              </a:lnSpc>
              <a:spcBef>
                <a:spcPts val="500"/>
              </a:spcBef>
              <a:spcAft>
                <a:spcPts val="0"/>
              </a:spcAft>
              <a:buClr>
                <a:schemeClr val="dk1"/>
              </a:buClr>
              <a:buSzPts val="1600"/>
              <a:buNone/>
              <a:defRPr b="1" sz="1600"/>
            </a:lvl9pPr>
          </a:lstStyle>
          <a:p/>
        </p:txBody>
      </p:sp>
      <p:sp>
        <p:nvSpPr>
          <p:cNvPr id="41" name="Google Shape;41;p44"/>
          <p:cNvSpPr txBox="1"/>
          <p:nvPr>
            <p:ph idx="4" type="body"/>
          </p:nvPr>
        </p:nvSpPr>
        <p:spPr>
          <a:xfrm>
            <a:off x="6172200" y="2505075"/>
            <a:ext cx="5183188" cy="3684588"/>
          </a:xfrm>
          <a:prstGeom prst="rect">
            <a:avLst/>
          </a:prstGeom>
          <a:noFill/>
          <a:ln>
            <a:noFill/>
          </a:ln>
        </p:spPr>
        <p:txBody>
          <a:bodyPr anchorCtr="0" anchor="t" bIns="45700" lIns="91425" spcFirstLastPara="1" rIns="91425" wrap="square" tIns="45700">
            <a:normAutofit/>
          </a:bodyPr>
          <a:lstStyle>
            <a:lvl1pPr indent="-342900" lvl="0" marL="457200" algn="l">
              <a:lnSpc>
                <a:spcPct val="90000"/>
              </a:lnSpc>
              <a:spcBef>
                <a:spcPts val="1000"/>
              </a:spcBef>
              <a:spcAft>
                <a:spcPts val="0"/>
              </a:spcAft>
              <a:buClr>
                <a:schemeClr val="dk1"/>
              </a:buClr>
              <a:buSzPts val="1800"/>
              <a:buChar char="•"/>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42" name="Google Shape;42;p44"/>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43" name="Google Shape;43;p44"/>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44" name="Google Shape;44;p44"/>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1pPr>
            <a:lvl2pPr indent="0" lvl="1"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2pPr>
            <a:lvl3pPr indent="0" lvl="2"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3pPr>
            <a:lvl4pPr indent="0" lvl="3"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4pPr>
            <a:lvl5pPr indent="0" lvl="4"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5pPr>
            <a:lvl6pPr indent="0" lvl="5"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6pPr>
            <a:lvl7pPr indent="0" lvl="6"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7pPr>
            <a:lvl8pPr indent="0" lvl="7"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8pPr>
            <a:lvl9pPr indent="0" lvl="8"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45" name="Shape 45"/>
        <p:cNvGrpSpPr/>
        <p:nvPr/>
      </p:nvGrpSpPr>
      <p:grpSpPr>
        <a:xfrm>
          <a:off x="0" y="0"/>
          <a:ext cx="0" cy="0"/>
          <a:chOff x="0" y="0"/>
          <a:chExt cx="0" cy="0"/>
        </a:xfrm>
      </p:grpSpPr>
      <p:sp>
        <p:nvSpPr>
          <p:cNvPr id="46" name="Google Shape;46;p45"/>
          <p:cNvSpPr txBox="1"/>
          <p:nvPr>
            <p:ph type="title"/>
          </p:nvPr>
        </p:nvSpPr>
        <p:spPr>
          <a:xfrm>
            <a:off x="838200" y="365125"/>
            <a:ext cx="10515600" cy="1325563"/>
          </a:xfrm>
          <a:prstGeom prst="rect">
            <a:avLst/>
          </a:prstGeom>
          <a:noFill/>
          <a:ln>
            <a:noFill/>
          </a:ln>
        </p:spPr>
        <p:txBody>
          <a:bodyPr anchorCtr="0" anchor="ctr" bIns="45700" lIns="91425" spcFirstLastPara="1" rIns="91425" wrap="square" tIns="45700">
            <a:normAutofit/>
          </a:bodyPr>
          <a:lstStyle>
            <a:lvl1pPr lvl="0" algn="l">
              <a:lnSpc>
                <a:spcPct val="9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47" name="Google Shape;47;p45"/>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48" name="Google Shape;48;p45"/>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49" name="Google Shape;49;p45"/>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1pPr>
            <a:lvl2pPr indent="0" lvl="1"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2pPr>
            <a:lvl3pPr indent="0" lvl="2"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3pPr>
            <a:lvl4pPr indent="0" lvl="3"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4pPr>
            <a:lvl5pPr indent="0" lvl="4"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5pPr>
            <a:lvl6pPr indent="0" lvl="5"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6pPr>
            <a:lvl7pPr indent="0" lvl="6"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7pPr>
            <a:lvl8pPr indent="0" lvl="7"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8pPr>
            <a:lvl9pPr indent="0" lvl="8"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spTree>
      <p:nvGrpSpPr>
        <p:cNvPr id="50" name="Shape 50"/>
        <p:cNvGrpSpPr/>
        <p:nvPr/>
      </p:nvGrpSpPr>
      <p:grpSpPr>
        <a:xfrm>
          <a:off x="0" y="0"/>
          <a:ext cx="0" cy="0"/>
          <a:chOff x="0" y="0"/>
          <a:chExt cx="0" cy="0"/>
        </a:xfrm>
      </p:grpSpPr>
      <p:sp>
        <p:nvSpPr>
          <p:cNvPr id="51" name="Google Shape;51;p46"/>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52" name="Google Shape;52;p46"/>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53" name="Google Shape;53;p46"/>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1pPr>
            <a:lvl2pPr indent="0" lvl="1"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2pPr>
            <a:lvl3pPr indent="0" lvl="2"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3pPr>
            <a:lvl4pPr indent="0" lvl="3"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4pPr>
            <a:lvl5pPr indent="0" lvl="4"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5pPr>
            <a:lvl6pPr indent="0" lvl="5"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6pPr>
            <a:lvl7pPr indent="0" lvl="6"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7pPr>
            <a:lvl8pPr indent="0" lvl="7"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8pPr>
            <a:lvl9pPr indent="0" lvl="8"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ntent with Caption" type="objTx">
  <p:cSld name="OBJECT_WITH_CAPTION_TEXT">
    <p:spTree>
      <p:nvGrpSpPr>
        <p:cNvPr id="54" name="Shape 54"/>
        <p:cNvGrpSpPr/>
        <p:nvPr/>
      </p:nvGrpSpPr>
      <p:grpSpPr>
        <a:xfrm>
          <a:off x="0" y="0"/>
          <a:ext cx="0" cy="0"/>
          <a:chOff x="0" y="0"/>
          <a:chExt cx="0" cy="0"/>
        </a:xfrm>
      </p:grpSpPr>
      <p:sp>
        <p:nvSpPr>
          <p:cNvPr id="55" name="Google Shape;55;p47"/>
          <p:cNvSpPr txBox="1"/>
          <p:nvPr>
            <p:ph type="title"/>
          </p:nvPr>
        </p:nvSpPr>
        <p:spPr>
          <a:xfrm>
            <a:off x="839788" y="457200"/>
            <a:ext cx="3932237" cy="1600200"/>
          </a:xfrm>
          <a:prstGeom prst="rect">
            <a:avLst/>
          </a:prstGeom>
          <a:noFill/>
          <a:ln>
            <a:noFill/>
          </a:ln>
        </p:spPr>
        <p:txBody>
          <a:bodyPr anchorCtr="0" anchor="b" bIns="45700" lIns="91425" spcFirstLastPara="1" rIns="91425" wrap="square" tIns="45700">
            <a:normAutofit/>
          </a:bodyPr>
          <a:lstStyle>
            <a:lvl1pPr lvl="0" algn="l">
              <a:lnSpc>
                <a:spcPct val="90000"/>
              </a:lnSpc>
              <a:spcBef>
                <a:spcPts val="0"/>
              </a:spcBef>
              <a:spcAft>
                <a:spcPts val="0"/>
              </a:spcAft>
              <a:buClr>
                <a:schemeClr val="dk1"/>
              </a:buClr>
              <a:buSzPts val="3200"/>
              <a:buFont typeface="Calibri"/>
              <a:buNone/>
              <a:defRPr sz="3200"/>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56" name="Google Shape;56;p47"/>
          <p:cNvSpPr txBox="1"/>
          <p:nvPr>
            <p:ph idx="1" type="body"/>
          </p:nvPr>
        </p:nvSpPr>
        <p:spPr>
          <a:xfrm>
            <a:off x="5183188" y="987425"/>
            <a:ext cx="6172200" cy="4873625"/>
          </a:xfrm>
          <a:prstGeom prst="rect">
            <a:avLst/>
          </a:prstGeom>
          <a:noFill/>
          <a:ln>
            <a:noFill/>
          </a:ln>
        </p:spPr>
        <p:txBody>
          <a:bodyPr anchorCtr="0" anchor="t" bIns="45700" lIns="91425" spcFirstLastPara="1" rIns="91425" wrap="square" tIns="45700">
            <a:normAutofit/>
          </a:bodyPr>
          <a:lstStyle>
            <a:lvl1pPr indent="-431800" lvl="0" marL="457200" algn="l">
              <a:lnSpc>
                <a:spcPct val="90000"/>
              </a:lnSpc>
              <a:spcBef>
                <a:spcPts val="1000"/>
              </a:spcBef>
              <a:spcAft>
                <a:spcPts val="0"/>
              </a:spcAft>
              <a:buClr>
                <a:schemeClr val="dk1"/>
              </a:buClr>
              <a:buSzPts val="3200"/>
              <a:buChar char="•"/>
              <a:defRPr sz="3200"/>
            </a:lvl1pPr>
            <a:lvl2pPr indent="-406400" lvl="1" marL="914400" algn="l">
              <a:lnSpc>
                <a:spcPct val="90000"/>
              </a:lnSpc>
              <a:spcBef>
                <a:spcPts val="500"/>
              </a:spcBef>
              <a:spcAft>
                <a:spcPts val="0"/>
              </a:spcAft>
              <a:buClr>
                <a:schemeClr val="dk1"/>
              </a:buClr>
              <a:buSzPts val="2800"/>
              <a:buChar char="•"/>
              <a:defRPr sz="2800"/>
            </a:lvl2pPr>
            <a:lvl3pPr indent="-381000" lvl="2" marL="1371600" algn="l">
              <a:lnSpc>
                <a:spcPct val="90000"/>
              </a:lnSpc>
              <a:spcBef>
                <a:spcPts val="500"/>
              </a:spcBef>
              <a:spcAft>
                <a:spcPts val="0"/>
              </a:spcAft>
              <a:buClr>
                <a:schemeClr val="dk1"/>
              </a:buClr>
              <a:buSzPts val="2400"/>
              <a:buChar char="•"/>
              <a:defRPr sz="2400"/>
            </a:lvl3pPr>
            <a:lvl4pPr indent="-355600" lvl="3" marL="1828800" algn="l">
              <a:lnSpc>
                <a:spcPct val="90000"/>
              </a:lnSpc>
              <a:spcBef>
                <a:spcPts val="500"/>
              </a:spcBef>
              <a:spcAft>
                <a:spcPts val="0"/>
              </a:spcAft>
              <a:buClr>
                <a:schemeClr val="dk1"/>
              </a:buClr>
              <a:buSzPts val="2000"/>
              <a:buChar char="•"/>
              <a:defRPr sz="2000"/>
            </a:lvl4pPr>
            <a:lvl5pPr indent="-355600" lvl="4" marL="2286000" algn="l">
              <a:lnSpc>
                <a:spcPct val="90000"/>
              </a:lnSpc>
              <a:spcBef>
                <a:spcPts val="500"/>
              </a:spcBef>
              <a:spcAft>
                <a:spcPts val="0"/>
              </a:spcAft>
              <a:buClr>
                <a:schemeClr val="dk1"/>
              </a:buClr>
              <a:buSzPts val="2000"/>
              <a:buChar char="•"/>
              <a:defRPr sz="2000"/>
            </a:lvl5pPr>
            <a:lvl6pPr indent="-355600" lvl="5" marL="2743200" algn="l">
              <a:lnSpc>
                <a:spcPct val="90000"/>
              </a:lnSpc>
              <a:spcBef>
                <a:spcPts val="500"/>
              </a:spcBef>
              <a:spcAft>
                <a:spcPts val="0"/>
              </a:spcAft>
              <a:buClr>
                <a:schemeClr val="dk1"/>
              </a:buClr>
              <a:buSzPts val="2000"/>
              <a:buChar char="•"/>
              <a:defRPr sz="2000"/>
            </a:lvl6pPr>
            <a:lvl7pPr indent="-355600" lvl="6" marL="3200400" algn="l">
              <a:lnSpc>
                <a:spcPct val="90000"/>
              </a:lnSpc>
              <a:spcBef>
                <a:spcPts val="500"/>
              </a:spcBef>
              <a:spcAft>
                <a:spcPts val="0"/>
              </a:spcAft>
              <a:buClr>
                <a:schemeClr val="dk1"/>
              </a:buClr>
              <a:buSzPts val="2000"/>
              <a:buChar char="•"/>
              <a:defRPr sz="2000"/>
            </a:lvl7pPr>
            <a:lvl8pPr indent="-355600" lvl="7" marL="3657600" algn="l">
              <a:lnSpc>
                <a:spcPct val="90000"/>
              </a:lnSpc>
              <a:spcBef>
                <a:spcPts val="500"/>
              </a:spcBef>
              <a:spcAft>
                <a:spcPts val="0"/>
              </a:spcAft>
              <a:buClr>
                <a:schemeClr val="dk1"/>
              </a:buClr>
              <a:buSzPts val="2000"/>
              <a:buChar char="•"/>
              <a:defRPr sz="2000"/>
            </a:lvl8pPr>
            <a:lvl9pPr indent="-355600" lvl="8" marL="4114800" algn="l">
              <a:lnSpc>
                <a:spcPct val="90000"/>
              </a:lnSpc>
              <a:spcBef>
                <a:spcPts val="500"/>
              </a:spcBef>
              <a:spcAft>
                <a:spcPts val="0"/>
              </a:spcAft>
              <a:buClr>
                <a:schemeClr val="dk1"/>
              </a:buClr>
              <a:buSzPts val="2000"/>
              <a:buChar char="•"/>
              <a:defRPr sz="2000"/>
            </a:lvl9pPr>
          </a:lstStyle>
          <a:p/>
        </p:txBody>
      </p:sp>
      <p:sp>
        <p:nvSpPr>
          <p:cNvPr id="57" name="Google Shape;57;p47"/>
          <p:cNvSpPr txBox="1"/>
          <p:nvPr>
            <p:ph idx="2" type="body"/>
          </p:nvPr>
        </p:nvSpPr>
        <p:spPr>
          <a:xfrm>
            <a:off x="839788" y="2057400"/>
            <a:ext cx="3932237" cy="3811588"/>
          </a:xfrm>
          <a:prstGeom prst="rect">
            <a:avLst/>
          </a:prstGeom>
          <a:noFill/>
          <a:ln>
            <a:noFill/>
          </a:ln>
        </p:spPr>
        <p:txBody>
          <a:bodyPr anchorCtr="0" anchor="t" bIns="45700" lIns="91425" spcFirstLastPara="1" rIns="91425" wrap="square" tIns="45700">
            <a:normAutofit/>
          </a:bodyPr>
          <a:lstStyle>
            <a:lvl1pPr indent="-228600" lvl="0" marL="457200" algn="l">
              <a:lnSpc>
                <a:spcPct val="90000"/>
              </a:lnSpc>
              <a:spcBef>
                <a:spcPts val="1000"/>
              </a:spcBef>
              <a:spcAft>
                <a:spcPts val="0"/>
              </a:spcAft>
              <a:buClr>
                <a:schemeClr val="dk1"/>
              </a:buClr>
              <a:buSzPts val="1600"/>
              <a:buNone/>
              <a:defRPr sz="1600"/>
            </a:lvl1pPr>
            <a:lvl2pPr indent="-228600" lvl="1" marL="914400" algn="l">
              <a:lnSpc>
                <a:spcPct val="90000"/>
              </a:lnSpc>
              <a:spcBef>
                <a:spcPts val="500"/>
              </a:spcBef>
              <a:spcAft>
                <a:spcPts val="0"/>
              </a:spcAft>
              <a:buClr>
                <a:schemeClr val="dk1"/>
              </a:buClr>
              <a:buSzPts val="1400"/>
              <a:buNone/>
              <a:defRPr sz="1400"/>
            </a:lvl2pPr>
            <a:lvl3pPr indent="-228600" lvl="2" marL="1371600" algn="l">
              <a:lnSpc>
                <a:spcPct val="90000"/>
              </a:lnSpc>
              <a:spcBef>
                <a:spcPts val="500"/>
              </a:spcBef>
              <a:spcAft>
                <a:spcPts val="0"/>
              </a:spcAft>
              <a:buClr>
                <a:schemeClr val="dk1"/>
              </a:buClr>
              <a:buSzPts val="1200"/>
              <a:buNone/>
              <a:defRPr sz="1200"/>
            </a:lvl3pPr>
            <a:lvl4pPr indent="-228600" lvl="3" marL="1828800" algn="l">
              <a:lnSpc>
                <a:spcPct val="90000"/>
              </a:lnSpc>
              <a:spcBef>
                <a:spcPts val="500"/>
              </a:spcBef>
              <a:spcAft>
                <a:spcPts val="0"/>
              </a:spcAft>
              <a:buClr>
                <a:schemeClr val="dk1"/>
              </a:buClr>
              <a:buSzPts val="1000"/>
              <a:buNone/>
              <a:defRPr sz="1000"/>
            </a:lvl4pPr>
            <a:lvl5pPr indent="-228600" lvl="4" marL="2286000" algn="l">
              <a:lnSpc>
                <a:spcPct val="90000"/>
              </a:lnSpc>
              <a:spcBef>
                <a:spcPts val="500"/>
              </a:spcBef>
              <a:spcAft>
                <a:spcPts val="0"/>
              </a:spcAft>
              <a:buClr>
                <a:schemeClr val="dk1"/>
              </a:buClr>
              <a:buSzPts val="1000"/>
              <a:buNone/>
              <a:defRPr sz="1000"/>
            </a:lvl5pPr>
            <a:lvl6pPr indent="-228600" lvl="5" marL="2743200" algn="l">
              <a:lnSpc>
                <a:spcPct val="90000"/>
              </a:lnSpc>
              <a:spcBef>
                <a:spcPts val="500"/>
              </a:spcBef>
              <a:spcAft>
                <a:spcPts val="0"/>
              </a:spcAft>
              <a:buClr>
                <a:schemeClr val="dk1"/>
              </a:buClr>
              <a:buSzPts val="1000"/>
              <a:buNone/>
              <a:defRPr sz="1000"/>
            </a:lvl6pPr>
            <a:lvl7pPr indent="-228600" lvl="6" marL="3200400" algn="l">
              <a:lnSpc>
                <a:spcPct val="90000"/>
              </a:lnSpc>
              <a:spcBef>
                <a:spcPts val="500"/>
              </a:spcBef>
              <a:spcAft>
                <a:spcPts val="0"/>
              </a:spcAft>
              <a:buClr>
                <a:schemeClr val="dk1"/>
              </a:buClr>
              <a:buSzPts val="1000"/>
              <a:buNone/>
              <a:defRPr sz="1000"/>
            </a:lvl7pPr>
            <a:lvl8pPr indent="-228600" lvl="7" marL="3657600" algn="l">
              <a:lnSpc>
                <a:spcPct val="90000"/>
              </a:lnSpc>
              <a:spcBef>
                <a:spcPts val="500"/>
              </a:spcBef>
              <a:spcAft>
                <a:spcPts val="0"/>
              </a:spcAft>
              <a:buClr>
                <a:schemeClr val="dk1"/>
              </a:buClr>
              <a:buSzPts val="1000"/>
              <a:buNone/>
              <a:defRPr sz="1000"/>
            </a:lvl8pPr>
            <a:lvl9pPr indent="-228600" lvl="8" marL="4114800" algn="l">
              <a:lnSpc>
                <a:spcPct val="90000"/>
              </a:lnSpc>
              <a:spcBef>
                <a:spcPts val="500"/>
              </a:spcBef>
              <a:spcAft>
                <a:spcPts val="0"/>
              </a:spcAft>
              <a:buClr>
                <a:schemeClr val="dk1"/>
              </a:buClr>
              <a:buSzPts val="1000"/>
              <a:buNone/>
              <a:defRPr sz="1000"/>
            </a:lvl9pPr>
          </a:lstStyle>
          <a:p/>
        </p:txBody>
      </p:sp>
      <p:sp>
        <p:nvSpPr>
          <p:cNvPr id="58" name="Google Shape;58;p47"/>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59" name="Google Shape;59;p47"/>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60" name="Google Shape;60;p47"/>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1pPr>
            <a:lvl2pPr indent="0" lvl="1"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2pPr>
            <a:lvl3pPr indent="0" lvl="2"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3pPr>
            <a:lvl4pPr indent="0" lvl="3"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4pPr>
            <a:lvl5pPr indent="0" lvl="4"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5pPr>
            <a:lvl6pPr indent="0" lvl="5"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6pPr>
            <a:lvl7pPr indent="0" lvl="6"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7pPr>
            <a:lvl8pPr indent="0" lvl="7"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8pPr>
            <a:lvl9pPr indent="0" lvl="8"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Picture with Caption" type="picTx">
  <p:cSld name="PICTURE_WITH_CAPTION_TEXT">
    <p:spTree>
      <p:nvGrpSpPr>
        <p:cNvPr id="61" name="Shape 61"/>
        <p:cNvGrpSpPr/>
        <p:nvPr/>
      </p:nvGrpSpPr>
      <p:grpSpPr>
        <a:xfrm>
          <a:off x="0" y="0"/>
          <a:ext cx="0" cy="0"/>
          <a:chOff x="0" y="0"/>
          <a:chExt cx="0" cy="0"/>
        </a:xfrm>
      </p:grpSpPr>
      <p:sp>
        <p:nvSpPr>
          <p:cNvPr id="62" name="Google Shape;62;p48"/>
          <p:cNvSpPr txBox="1"/>
          <p:nvPr>
            <p:ph type="title"/>
          </p:nvPr>
        </p:nvSpPr>
        <p:spPr>
          <a:xfrm>
            <a:off x="839788" y="457200"/>
            <a:ext cx="3932237" cy="1600200"/>
          </a:xfrm>
          <a:prstGeom prst="rect">
            <a:avLst/>
          </a:prstGeom>
          <a:noFill/>
          <a:ln>
            <a:noFill/>
          </a:ln>
        </p:spPr>
        <p:txBody>
          <a:bodyPr anchorCtr="0" anchor="b" bIns="45700" lIns="91425" spcFirstLastPara="1" rIns="91425" wrap="square" tIns="45700">
            <a:normAutofit/>
          </a:bodyPr>
          <a:lstStyle>
            <a:lvl1pPr lvl="0" algn="l">
              <a:lnSpc>
                <a:spcPct val="90000"/>
              </a:lnSpc>
              <a:spcBef>
                <a:spcPts val="0"/>
              </a:spcBef>
              <a:spcAft>
                <a:spcPts val="0"/>
              </a:spcAft>
              <a:buClr>
                <a:schemeClr val="dk1"/>
              </a:buClr>
              <a:buSzPts val="3200"/>
              <a:buFont typeface="Calibri"/>
              <a:buNone/>
              <a:defRPr sz="3200"/>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63" name="Google Shape;63;p48"/>
          <p:cNvSpPr/>
          <p:nvPr>
            <p:ph idx="2" type="pic"/>
          </p:nvPr>
        </p:nvSpPr>
        <p:spPr>
          <a:xfrm>
            <a:off x="5183188" y="987425"/>
            <a:ext cx="6172200" cy="4873625"/>
          </a:xfrm>
          <a:prstGeom prst="rect">
            <a:avLst/>
          </a:prstGeom>
          <a:noFill/>
          <a:ln>
            <a:noFill/>
          </a:ln>
        </p:spPr>
      </p:sp>
      <p:sp>
        <p:nvSpPr>
          <p:cNvPr id="64" name="Google Shape;64;p48"/>
          <p:cNvSpPr txBox="1"/>
          <p:nvPr>
            <p:ph idx="1" type="body"/>
          </p:nvPr>
        </p:nvSpPr>
        <p:spPr>
          <a:xfrm>
            <a:off x="839788" y="2057400"/>
            <a:ext cx="3932237" cy="3811588"/>
          </a:xfrm>
          <a:prstGeom prst="rect">
            <a:avLst/>
          </a:prstGeom>
          <a:noFill/>
          <a:ln>
            <a:noFill/>
          </a:ln>
        </p:spPr>
        <p:txBody>
          <a:bodyPr anchorCtr="0" anchor="t" bIns="45700" lIns="91425" spcFirstLastPara="1" rIns="91425" wrap="square" tIns="45700">
            <a:normAutofit/>
          </a:bodyPr>
          <a:lstStyle>
            <a:lvl1pPr indent="-228600" lvl="0" marL="457200" algn="l">
              <a:lnSpc>
                <a:spcPct val="90000"/>
              </a:lnSpc>
              <a:spcBef>
                <a:spcPts val="1000"/>
              </a:spcBef>
              <a:spcAft>
                <a:spcPts val="0"/>
              </a:spcAft>
              <a:buClr>
                <a:schemeClr val="dk1"/>
              </a:buClr>
              <a:buSzPts val="1600"/>
              <a:buNone/>
              <a:defRPr sz="1600"/>
            </a:lvl1pPr>
            <a:lvl2pPr indent="-228600" lvl="1" marL="914400" algn="l">
              <a:lnSpc>
                <a:spcPct val="90000"/>
              </a:lnSpc>
              <a:spcBef>
                <a:spcPts val="500"/>
              </a:spcBef>
              <a:spcAft>
                <a:spcPts val="0"/>
              </a:spcAft>
              <a:buClr>
                <a:schemeClr val="dk1"/>
              </a:buClr>
              <a:buSzPts val="1400"/>
              <a:buNone/>
              <a:defRPr sz="1400"/>
            </a:lvl2pPr>
            <a:lvl3pPr indent="-228600" lvl="2" marL="1371600" algn="l">
              <a:lnSpc>
                <a:spcPct val="90000"/>
              </a:lnSpc>
              <a:spcBef>
                <a:spcPts val="500"/>
              </a:spcBef>
              <a:spcAft>
                <a:spcPts val="0"/>
              </a:spcAft>
              <a:buClr>
                <a:schemeClr val="dk1"/>
              </a:buClr>
              <a:buSzPts val="1200"/>
              <a:buNone/>
              <a:defRPr sz="1200"/>
            </a:lvl3pPr>
            <a:lvl4pPr indent="-228600" lvl="3" marL="1828800" algn="l">
              <a:lnSpc>
                <a:spcPct val="90000"/>
              </a:lnSpc>
              <a:spcBef>
                <a:spcPts val="500"/>
              </a:spcBef>
              <a:spcAft>
                <a:spcPts val="0"/>
              </a:spcAft>
              <a:buClr>
                <a:schemeClr val="dk1"/>
              </a:buClr>
              <a:buSzPts val="1000"/>
              <a:buNone/>
              <a:defRPr sz="1000"/>
            </a:lvl4pPr>
            <a:lvl5pPr indent="-228600" lvl="4" marL="2286000" algn="l">
              <a:lnSpc>
                <a:spcPct val="90000"/>
              </a:lnSpc>
              <a:spcBef>
                <a:spcPts val="500"/>
              </a:spcBef>
              <a:spcAft>
                <a:spcPts val="0"/>
              </a:spcAft>
              <a:buClr>
                <a:schemeClr val="dk1"/>
              </a:buClr>
              <a:buSzPts val="1000"/>
              <a:buNone/>
              <a:defRPr sz="1000"/>
            </a:lvl5pPr>
            <a:lvl6pPr indent="-228600" lvl="5" marL="2743200" algn="l">
              <a:lnSpc>
                <a:spcPct val="90000"/>
              </a:lnSpc>
              <a:spcBef>
                <a:spcPts val="500"/>
              </a:spcBef>
              <a:spcAft>
                <a:spcPts val="0"/>
              </a:spcAft>
              <a:buClr>
                <a:schemeClr val="dk1"/>
              </a:buClr>
              <a:buSzPts val="1000"/>
              <a:buNone/>
              <a:defRPr sz="1000"/>
            </a:lvl6pPr>
            <a:lvl7pPr indent="-228600" lvl="6" marL="3200400" algn="l">
              <a:lnSpc>
                <a:spcPct val="90000"/>
              </a:lnSpc>
              <a:spcBef>
                <a:spcPts val="500"/>
              </a:spcBef>
              <a:spcAft>
                <a:spcPts val="0"/>
              </a:spcAft>
              <a:buClr>
                <a:schemeClr val="dk1"/>
              </a:buClr>
              <a:buSzPts val="1000"/>
              <a:buNone/>
              <a:defRPr sz="1000"/>
            </a:lvl7pPr>
            <a:lvl8pPr indent="-228600" lvl="7" marL="3657600" algn="l">
              <a:lnSpc>
                <a:spcPct val="90000"/>
              </a:lnSpc>
              <a:spcBef>
                <a:spcPts val="500"/>
              </a:spcBef>
              <a:spcAft>
                <a:spcPts val="0"/>
              </a:spcAft>
              <a:buClr>
                <a:schemeClr val="dk1"/>
              </a:buClr>
              <a:buSzPts val="1000"/>
              <a:buNone/>
              <a:defRPr sz="1000"/>
            </a:lvl8pPr>
            <a:lvl9pPr indent="-228600" lvl="8" marL="4114800" algn="l">
              <a:lnSpc>
                <a:spcPct val="90000"/>
              </a:lnSpc>
              <a:spcBef>
                <a:spcPts val="500"/>
              </a:spcBef>
              <a:spcAft>
                <a:spcPts val="0"/>
              </a:spcAft>
              <a:buClr>
                <a:schemeClr val="dk1"/>
              </a:buClr>
              <a:buSzPts val="1000"/>
              <a:buNone/>
              <a:defRPr sz="1000"/>
            </a:lvl9pPr>
          </a:lstStyle>
          <a:p/>
        </p:txBody>
      </p:sp>
      <p:sp>
        <p:nvSpPr>
          <p:cNvPr id="65" name="Google Shape;65;p48"/>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66" name="Google Shape;66;p48"/>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67" name="Google Shape;67;p48"/>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1pPr>
            <a:lvl2pPr indent="0" lvl="1"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2pPr>
            <a:lvl3pPr indent="0" lvl="2"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3pPr>
            <a:lvl4pPr indent="0" lvl="3"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4pPr>
            <a:lvl5pPr indent="0" lvl="4"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5pPr>
            <a:lvl6pPr indent="0" lvl="5"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6pPr>
            <a:lvl7pPr indent="0" lvl="6"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7pPr>
            <a:lvl8pPr indent="0" lvl="7"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8pPr>
            <a:lvl9pPr indent="0" lvl="8"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Vertical Text" type="vertTx">
  <p:cSld name="VERTICAL_TEXT">
    <p:spTree>
      <p:nvGrpSpPr>
        <p:cNvPr id="68" name="Shape 68"/>
        <p:cNvGrpSpPr/>
        <p:nvPr/>
      </p:nvGrpSpPr>
      <p:grpSpPr>
        <a:xfrm>
          <a:off x="0" y="0"/>
          <a:ext cx="0" cy="0"/>
          <a:chOff x="0" y="0"/>
          <a:chExt cx="0" cy="0"/>
        </a:xfrm>
      </p:grpSpPr>
      <p:sp>
        <p:nvSpPr>
          <p:cNvPr id="69" name="Google Shape;69;p49"/>
          <p:cNvSpPr txBox="1"/>
          <p:nvPr>
            <p:ph type="title"/>
          </p:nvPr>
        </p:nvSpPr>
        <p:spPr>
          <a:xfrm>
            <a:off x="838200" y="365125"/>
            <a:ext cx="10515600" cy="1325563"/>
          </a:xfrm>
          <a:prstGeom prst="rect">
            <a:avLst/>
          </a:prstGeom>
          <a:noFill/>
          <a:ln>
            <a:noFill/>
          </a:ln>
        </p:spPr>
        <p:txBody>
          <a:bodyPr anchorCtr="0" anchor="ctr" bIns="45700" lIns="91425" spcFirstLastPara="1" rIns="91425" wrap="square" tIns="45700">
            <a:normAutofit/>
          </a:bodyPr>
          <a:lstStyle>
            <a:lvl1pPr lvl="0" algn="l">
              <a:lnSpc>
                <a:spcPct val="9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70" name="Google Shape;70;p49"/>
          <p:cNvSpPr txBox="1"/>
          <p:nvPr>
            <p:ph idx="1" type="body"/>
          </p:nvPr>
        </p:nvSpPr>
        <p:spPr>
          <a:xfrm rot="5400000">
            <a:off x="3920331" y="-1256506"/>
            <a:ext cx="4351338" cy="10515600"/>
          </a:xfrm>
          <a:prstGeom prst="rect">
            <a:avLst/>
          </a:prstGeom>
          <a:noFill/>
          <a:ln>
            <a:noFill/>
          </a:ln>
        </p:spPr>
        <p:txBody>
          <a:bodyPr anchorCtr="0" anchor="t" bIns="45700" lIns="91425" spcFirstLastPara="1" rIns="91425" wrap="square" tIns="45700">
            <a:normAutofit/>
          </a:bodyPr>
          <a:lstStyle>
            <a:lvl1pPr indent="-342900" lvl="0" marL="457200" algn="l">
              <a:lnSpc>
                <a:spcPct val="90000"/>
              </a:lnSpc>
              <a:spcBef>
                <a:spcPts val="1000"/>
              </a:spcBef>
              <a:spcAft>
                <a:spcPts val="0"/>
              </a:spcAft>
              <a:buClr>
                <a:schemeClr val="dk1"/>
              </a:buClr>
              <a:buSzPts val="1800"/>
              <a:buChar char="•"/>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71" name="Google Shape;71;p49"/>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72" name="Google Shape;72;p49"/>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73" name="Google Shape;73;p49"/>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1pPr>
            <a:lvl2pPr indent="0" lvl="1"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2pPr>
            <a:lvl3pPr indent="0" lvl="2"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3pPr>
            <a:lvl4pPr indent="0" lvl="3"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4pPr>
            <a:lvl5pPr indent="0" lvl="4"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5pPr>
            <a:lvl6pPr indent="0" lvl="5"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6pPr>
            <a:lvl7pPr indent="0" lvl="6"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7pPr>
            <a:lvl8pPr indent="0" lvl="7"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8pPr>
            <a:lvl9pPr indent="0" lvl="8"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Vertical Title and Text" type="vertTitleAndTx">
  <p:cSld name="VERTICAL_TITLE_AND_VERTICAL_TEXT">
    <p:spTree>
      <p:nvGrpSpPr>
        <p:cNvPr id="74" name="Shape 74"/>
        <p:cNvGrpSpPr/>
        <p:nvPr/>
      </p:nvGrpSpPr>
      <p:grpSpPr>
        <a:xfrm>
          <a:off x="0" y="0"/>
          <a:ext cx="0" cy="0"/>
          <a:chOff x="0" y="0"/>
          <a:chExt cx="0" cy="0"/>
        </a:xfrm>
      </p:grpSpPr>
      <p:sp>
        <p:nvSpPr>
          <p:cNvPr id="75" name="Google Shape;75;p50"/>
          <p:cNvSpPr txBox="1"/>
          <p:nvPr>
            <p:ph type="title"/>
          </p:nvPr>
        </p:nvSpPr>
        <p:spPr>
          <a:xfrm rot="5400000">
            <a:off x="7133431" y="1956594"/>
            <a:ext cx="5811838" cy="2628900"/>
          </a:xfrm>
          <a:prstGeom prst="rect">
            <a:avLst/>
          </a:prstGeom>
          <a:noFill/>
          <a:ln>
            <a:noFill/>
          </a:ln>
        </p:spPr>
        <p:txBody>
          <a:bodyPr anchorCtr="0" anchor="ctr" bIns="45700" lIns="91425" spcFirstLastPara="1" rIns="91425" wrap="square" tIns="45700">
            <a:normAutofit/>
          </a:bodyPr>
          <a:lstStyle>
            <a:lvl1pPr lvl="0" algn="l">
              <a:lnSpc>
                <a:spcPct val="9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76" name="Google Shape;76;p50"/>
          <p:cNvSpPr txBox="1"/>
          <p:nvPr>
            <p:ph idx="1" type="body"/>
          </p:nvPr>
        </p:nvSpPr>
        <p:spPr>
          <a:xfrm rot="5400000">
            <a:off x="1799431" y="-596106"/>
            <a:ext cx="5811838" cy="7734300"/>
          </a:xfrm>
          <a:prstGeom prst="rect">
            <a:avLst/>
          </a:prstGeom>
          <a:noFill/>
          <a:ln>
            <a:noFill/>
          </a:ln>
        </p:spPr>
        <p:txBody>
          <a:bodyPr anchorCtr="0" anchor="t" bIns="45700" lIns="91425" spcFirstLastPara="1" rIns="91425" wrap="square" tIns="45700">
            <a:normAutofit/>
          </a:bodyPr>
          <a:lstStyle>
            <a:lvl1pPr indent="-342900" lvl="0" marL="457200" algn="l">
              <a:lnSpc>
                <a:spcPct val="90000"/>
              </a:lnSpc>
              <a:spcBef>
                <a:spcPts val="1000"/>
              </a:spcBef>
              <a:spcAft>
                <a:spcPts val="0"/>
              </a:spcAft>
              <a:buClr>
                <a:schemeClr val="dk1"/>
              </a:buClr>
              <a:buSzPts val="1800"/>
              <a:buChar char="•"/>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77" name="Google Shape;77;p50"/>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78" name="Google Shape;78;p50"/>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79" name="Google Shape;79;p50"/>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1pPr>
            <a:lvl2pPr indent="0" lvl="1"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2pPr>
            <a:lvl3pPr indent="0" lvl="2"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3pPr>
            <a:lvl4pPr indent="0" lvl="3"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4pPr>
            <a:lvl5pPr indent="0" lvl="4"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5pPr>
            <a:lvl6pPr indent="0" lvl="5"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6pPr>
            <a:lvl7pPr indent="0" lvl="6"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7pPr>
            <a:lvl8pPr indent="0" lvl="7"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8pPr>
            <a:lvl9pPr indent="0" lvl="8"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2" Type="http://schemas.openxmlformats.org/officeDocument/2006/relationships/theme" Target="../theme/theme1.xml"/><Relationship Id="rId9" Type="http://schemas.openxmlformats.org/officeDocument/2006/relationships/slideLayout" Target="../slideLayouts/slideLayout9.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5" name="Shape 5"/>
        <p:cNvGrpSpPr/>
        <p:nvPr/>
      </p:nvGrpSpPr>
      <p:grpSpPr>
        <a:xfrm>
          <a:off x="0" y="0"/>
          <a:ext cx="0" cy="0"/>
          <a:chOff x="0" y="0"/>
          <a:chExt cx="0" cy="0"/>
        </a:xfrm>
      </p:grpSpPr>
      <p:sp>
        <p:nvSpPr>
          <p:cNvPr id="6" name="Google Shape;6;p39"/>
          <p:cNvSpPr txBox="1"/>
          <p:nvPr>
            <p:ph type="title"/>
          </p:nvPr>
        </p:nvSpPr>
        <p:spPr>
          <a:xfrm>
            <a:off x="838200" y="365125"/>
            <a:ext cx="10515600" cy="1325563"/>
          </a:xfrm>
          <a:prstGeom prst="rect">
            <a:avLst/>
          </a:prstGeom>
          <a:noFill/>
          <a:ln>
            <a:noFill/>
          </a:ln>
        </p:spPr>
        <p:txBody>
          <a:bodyPr anchorCtr="0" anchor="ctr" bIns="45700" lIns="91425" spcFirstLastPara="1" rIns="91425" wrap="square" tIns="45700">
            <a:normAutofit/>
          </a:bodyPr>
          <a:lstStyle>
            <a:lvl1pPr lvl="0" marR="0" rtl="0" algn="l">
              <a:lnSpc>
                <a:spcPct val="90000"/>
              </a:lnSpc>
              <a:spcBef>
                <a:spcPts val="0"/>
              </a:spcBef>
              <a:spcAft>
                <a:spcPts val="0"/>
              </a:spcAft>
              <a:buClr>
                <a:schemeClr val="dk1"/>
              </a:buClr>
              <a:buSzPts val="4400"/>
              <a:buFont typeface="Calibri"/>
              <a:buNone/>
              <a:defRPr b="0" i="0" sz="4400" u="none" cap="none" strike="noStrike">
                <a:solidFill>
                  <a:schemeClr val="dk1"/>
                </a:solidFill>
                <a:latin typeface="Calibri"/>
                <a:ea typeface="Calibri"/>
                <a:cs typeface="Calibri"/>
                <a:sym typeface="Calibri"/>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9pPr>
          </a:lstStyle>
          <a:p/>
        </p:txBody>
      </p:sp>
      <p:sp>
        <p:nvSpPr>
          <p:cNvPr id="7" name="Google Shape;7;p39"/>
          <p:cNvSpPr txBox="1"/>
          <p:nvPr>
            <p:ph idx="1" type="body"/>
          </p:nvPr>
        </p:nvSpPr>
        <p:spPr>
          <a:xfrm>
            <a:off x="838200" y="1825625"/>
            <a:ext cx="10515600" cy="4351338"/>
          </a:xfrm>
          <a:prstGeom prst="rect">
            <a:avLst/>
          </a:prstGeom>
          <a:noFill/>
          <a:ln>
            <a:noFill/>
          </a:ln>
        </p:spPr>
        <p:txBody>
          <a:bodyPr anchorCtr="0" anchor="t" bIns="45700" lIns="91425" spcFirstLastPara="1" rIns="91425" wrap="square" tIns="45700">
            <a:normAutofit/>
          </a:bodyPr>
          <a:lstStyle>
            <a:lvl1pPr indent="-406400" lvl="0" marL="457200" marR="0" rtl="0" algn="l">
              <a:lnSpc>
                <a:spcPct val="90000"/>
              </a:lnSpc>
              <a:spcBef>
                <a:spcPts val="1000"/>
              </a:spcBef>
              <a:spcAft>
                <a:spcPts val="0"/>
              </a:spcAft>
              <a:buClr>
                <a:schemeClr val="dk1"/>
              </a:buClr>
              <a:buSzPts val="2800"/>
              <a:buFont typeface="Arial"/>
              <a:buChar char="•"/>
              <a:defRPr b="0" i="0" sz="2800" u="none" cap="none" strike="noStrike">
                <a:solidFill>
                  <a:schemeClr val="dk1"/>
                </a:solidFill>
                <a:latin typeface="Calibri"/>
                <a:ea typeface="Calibri"/>
                <a:cs typeface="Calibri"/>
                <a:sym typeface="Calibri"/>
              </a:defRPr>
            </a:lvl1pPr>
            <a:lvl2pPr indent="-381000" lvl="1" marL="914400" marR="0" rtl="0" algn="l">
              <a:lnSpc>
                <a:spcPct val="90000"/>
              </a:lnSpc>
              <a:spcBef>
                <a:spcPts val="500"/>
              </a:spcBef>
              <a:spcAft>
                <a:spcPts val="0"/>
              </a:spcAft>
              <a:buClr>
                <a:schemeClr val="dk1"/>
              </a:buClr>
              <a:buSzPts val="2400"/>
              <a:buFont typeface="Arial"/>
              <a:buChar char="•"/>
              <a:defRPr b="0" i="0" sz="2400" u="none" cap="none" strike="noStrike">
                <a:solidFill>
                  <a:schemeClr val="dk1"/>
                </a:solidFill>
                <a:latin typeface="Calibri"/>
                <a:ea typeface="Calibri"/>
                <a:cs typeface="Calibri"/>
                <a:sym typeface="Calibri"/>
              </a:defRPr>
            </a:lvl2pPr>
            <a:lvl3pPr indent="-355600" lvl="2" marL="1371600" marR="0" rtl="0" algn="l">
              <a:lnSpc>
                <a:spcPct val="90000"/>
              </a:lnSpc>
              <a:spcBef>
                <a:spcPts val="5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3pPr>
            <a:lvl4pPr indent="-342900" lvl="3" marL="1828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4pPr>
            <a:lvl5pPr indent="-342900" lvl="4" marL="22860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5pPr>
            <a:lvl6pPr indent="-342900" lvl="5" marL="27432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6pPr>
            <a:lvl7pPr indent="-342900" lvl="6" marL="32004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7pPr>
            <a:lvl8pPr indent="-342900" lvl="7" marL="36576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8pPr>
            <a:lvl9pPr indent="-342900" lvl="8" marL="4114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9pPr>
          </a:lstStyle>
          <a:p/>
        </p:txBody>
      </p:sp>
      <p:sp>
        <p:nvSpPr>
          <p:cNvPr id="8" name="Google Shape;8;p39"/>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marR="0" rtl="0" algn="l">
              <a:lnSpc>
                <a:spcPct val="100000"/>
              </a:lnSpc>
              <a:spcBef>
                <a:spcPts val="0"/>
              </a:spcBef>
              <a:spcAft>
                <a:spcPts val="0"/>
              </a:spcAft>
              <a:buClr>
                <a:srgbClr val="000000"/>
              </a:buClr>
              <a:buSzPts val="1400"/>
              <a:buFont typeface="Arial"/>
              <a:buNone/>
              <a:defRPr b="0" i="0" sz="1200" u="none" cap="none" strike="noStrike">
                <a:solidFill>
                  <a:srgbClr val="888888"/>
                </a:solidFill>
                <a:latin typeface="Calibri"/>
                <a:ea typeface="Calibri"/>
                <a:cs typeface="Calibri"/>
                <a:sym typeface="Calibri"/>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9pPr>
          </a:lstStyle>
          <a:p/>
        </p:txBody>
      </p:sp>
      <p:sp>
        <p:nvSpPr>
          <p:cNvPr id="9" name="Google Shape;9;p39"/>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marR="0" rtl="0" algn="ctr">
              <a:lnSpc>
                <a:spcPct val="100000"/>
              </a:lnSpc>
              <a:spcBef>
                <a:spcPts val="0"/>
              </a:spcBef>
              <a:spcAft>
                <a:spcPts val="0"/>
              </a:spcAft>
              <a:buClr>
                <a:srgbClr val="000000"/>
              </a:buClr>
              <a:buSzPts val="1400"/>
              <a:buFont typeface="Arial"/>
              <a:buNone/>
              <a:defRPr b="0" i="0" sz="1200" u="none" cap="none" strike="noStrike">
                <a:solidFill>
                  <a:srgbClr val="888888"/>
                </a:solidFill>
                <a:latin typeface="Calibri"/>
                <a:ea typeface="Calibri"/>
                <a:cs typeface="Calibri"/>
                <a:sym typeface="Calibri"/>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9pPr>
          </a:lstStyle>
          <a:p/>
        </p:txBody>
      </p:sp>
      <p:sp>
        <p:nvSpPr>
          <p:cNvPr id="10" name="Google Shape;10;p39"/>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marR="0" rtl="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1pPr>
            <a:lvl2pPr indent="0" lvl="1" marL="0" marR="0" rtl="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2pPr>
            <a:lvl3pPr indent="0" lvl="2" marL="0" marR="0" rtl="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3pPr>
            <a:lvl4pPr indent="0" lvl="3" marL="0" marR="0" rtl="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4pPr>
            <a:lvl5pPr indent="0" lvl="4" marL="0" marR="0" rtl="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5pPr>
            <a:lvl6pPr indent="0" lvl="5" marL="0" marR="0" rtl="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6pPr>
            <a:lvl7pPr indent="0" lvl="6" marL="0" marR="0" rtl="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7pPr>
            <a:lvl8pPr indent="0" lvl="7" marL="0" marR="0" rtl="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8pPr>
            <a:lvl9pPr indent="0" lvl="8" marL="0" marR="0" rtl="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US"/>
              <a:t>‹#›</a:t>
            </a:fld>
            <a:endParaRPr/>
          </a:p>
        </p:txBody>
      </p:sp>
    </p:spTree>
  </p:cSld>
  <p:clrMap accent1="accent1" accent2="accent2" accent3="accent3" accent4="accent4" accent5="accent5" accent6="accent6" bg1="lt1" bg2="dk2" tx1="dk1" tx2="lt2" folHlink="folHlink" hlink="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 Id="rId3" Type="http://schemas.openxmlformats.org/officeDocument/2006/relationships/image" Target="../media/image4.png"/><Relationship Id="rId4" Type="http://schemas.openxmlformats.org/officeDocument/2006/relationships/image" Target="../media/image7.pn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xml"/><Relationship Id="rId3" Type="http://schemas.openxmlformats.org/officeDocument/2006/relationships/image" Target="../media/image6.png"/><Relationship Id="rId4" Type="http://schemas.openxmlformats.org/officeDocument/2006/relationships/image" Target="../media/image7.png"/><Relationship Id="rId5" Type="http://schemas.openxmlformats.org/officeDocument/2006/relationships/image" Target="../media/image3.png"/><Relationship Id="rId6" Type="http://schemas.openxmlformats.org/officeDocument/2006/relationships/image" Target="../media/image5.png"/></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xml"/><Relationship Id="rId3" Type="http://schemas.openxmlformats.org/officeDocument/2006/relationships/image" Target="../media/image3.png"/><Relationship Id="rId4" Type="http://schemas.openxmlformats.org/officeDocument/2006/relationships/image" Target="../media/image7.png"/><Relationship Id="rId5" Type="http://schemas.openxmlformats.org/officeDocument/2006/relationships/image" Target="../media/image9.jpg"/><Relationship Id="rId6" Type="http://schemas.openxmlformats.org/officeDocument/2006/relationships/image" Target="../media/image6.png"/><Relationship Id="rId7" Type="http://schemas.openxmlformats.org/officeDocument/2006/relationships/image" Target="../media/image5.pn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xml"/><Relationship Id="rId3" Type="http://schemas.openxmlformats.org/officeDocument/2006/relationships/image" Target="../media/image3.png"/><Relationship Id="rId4" Type="http://schemas.openxmlformats.org/officeDocument/2006/relationships/image" Target="../media/image7.png"/><Relationship Id="rId5" Type="http://schemas.openxmlformats.org/officeDocument/2006/relationships/image" Target="../media/image9.jpg"/><Relationship Id="rId6" Type="http://schemas.openxmlformats.org/officeDocument/2006/relationships/image" Target="../media/image6.png"/><Relationship Id="rId7" Type="http://schemas.openxmlformats.org/officeDocument/2006/relationships/image" Target="../media/image5.pn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xml"/><Relationship Id="rId3" Type="http://schemas.openxmlformats.org/officeDocument/2006/relationships/image" Target="../media/image6.png"/><Relationship Id="rId4" Type="http://schemas.openxmlformats.org/officeDocument/2006/relationships/image" Target="../media/image7.png"/><Relationship Id="rId9" Type="http://schemas.openxmlformats.org/officeDocument/2006/relationships/image" Target="../media/image15.png"/><Relationship Id="rId5" Type="http://schemas.openxmlformats.org/officeDocument/2006/relationships/image" Target="../media/image3.png"/><Relationship Id="rId6" Type="http://schemas.openxmlformats.org/officeDocument/2006/relationships/image" Target="../media/image5.png"/><Relationship Id="rId7" Type="http://schemas.openxmlformats.org/officeDocument/2006/relationships/image" Target="../media/image8.png"/><Relationship Id="rId8" Type="http://schemas.openxmlformats.org/officeDocument/2006/relationships/image" Target="../media/image12.png"/></Relationships>
</file>

<file path=ppt/slides/_rels/slide6.xml.rels><?xml version="1.0" encoding="UTF-8" standalone="yes"?><Relationships xmlns="http://schemas.openxmlformats.org/package/2006/relationships"><Relationship Id="rId11" Type="http://schemas.openxmlformats.org/officeDocument/2006/relationships/image" Target="../media/image44.png"/><Relationship Id="rId10" Type="http://schemas.openxmlformats.org/officeDocument/2006/relationships/image" Target="../media/image5.png"/><Relationship Id="rId13" Type="http://schemas.openxmlformats.org/officeDocument/2006/relationships/image" Target="../media/image34.png"/><Relationship Id="rId12" Type="http://schemas.openxmlformats.org/officeDocument/2006/relationships/image" Target="../media/image13.jpg"/><Relationship Id="rId1" Type="http://schemas.openxmlformats.org/officeDocument/2006/relationships/slideLayout" Target="../slideLayouts/slideLayout2.xml"/><Relationship Id="rId2" Type="http://schemas.openxmlformats.org/officeDocument/2006/relationships/notesSlide" Target="../notesSlides/notesSlide6.xml"/><Relationship Id="rId3" Type="http://schemas.openxmlformats.org/officeDocument/2006/relationships/image" Target="../media/image16.png"/><Relationship Id="rId4" Type="http://schemas.openxmlformats.org/officeDocument/2006/relationships/image" Target="../media/image3.png"/><Relationship Id="rId9" Type="http://schemas.openxmlformats.org/officeDocument/2006/relationships/image" Target="../media/image6.png"/><Relationship Id="rId14" Type="http://schemas.openxmlformats.org/officeDocument/2006/relationships/image" Target="../media/image37.png"/><Relationship Id="rId5" Type="http://schemas.openxmlformats.org/officeDocument/2006/relationships/image" Target="../media/image11.png"/><Relationship Id="rId6" Type="http://schemas.openxmlformats.org/officeDocument/2006/relationships/image" Target="../media/image7.png"/><Relationship Id="rId7" Type="http://schemas.openxmlformats.org/officeDocument/2006/relationships/image" Target="../media/image10.png"/><Relationship Id="rId8" Type="http://schemas.openxmlformats.org/officeDocument/2006/relationships/image" Target="../media/image14.png"/></Relationships>
</file>

<file path=ppt/slides/_rels/slide7.xml.rels><?xml version="1.0" encoding="UTF-8" standalone="yes"?><Relationships xmlns="http://schemas.openxmlformats.org/package/2006/relationships"><Relationship Id="rId11" Type="http://schemas.openxmlformats.org/officeDocument/2006/relationships/image" Target="../media/image17.jpg"/><Relationship Id="rId10" Type="http://schemas.openxmlformats.org/officeDocument/2006/relationships/image" Target="../media/image5.png"/><Relationship Id="rId13" Type="http://schemas.openxmlformats.org/officeDocument/2006/relationships/image" Target="../media/image39.png"/><Relationship Id="rId12" Type="http://schemas.openxmlformats.org/officeDocument/2006/relationships/image" Target="../media/image47.png"/><Relationship Id="rId1" Type="http://schemas.openxmlformats.org/officeDocument/2006/relationships/slideLayout" Target="../slideLayouts/slideLayout2.xml"/><Relationship Id="rId2" Type="http://schemas.openxmlformats.org/officeDocument/2006/relationships/notesSlide" Target="../notesSlides/notesSlide7.xml"/><Relationship Id="rId3" Type="http://schemas.openxmlformats.org/officeDocument/2006/relationships/image" Target="../media/image16.png"/><Relationship Id="rId4" Type="http://schemas.openxmlformats.org/officeDocument/2006/relationships/image" Target="../media/image3.png"/><Relationship Id="rId9" Type="http://schemas.openxmlformats.org/officeDocument/2006/relationships/image" Target="../media/image6.png"/><Relationship Id="rId14" Type="http://schemas.openxmlformats.org/officeDocument/2006/relationships/image" Target="../media/image31.jpg"/><Relationship Id="rId5" Type="http://schemas.openxmlformats.org/officeDocument/2006/relationships/image" Target="../media/image11.png"/><Relationship Id="rId6" Type="http://schemas.openxmlformats.org/officeDocument/2006/relationships/image" Target="../media/image7.png"/><Relationship Id="rId7" Type="http://schemas.openxmlformats.org/officeDocument/2006/relationships/image" Target="../media/image10.png"/><Relationship Id="rId8" Type="http://schemas.openxmlformats.org/officeDocument/2006/relationships/image" Target="../media/image14.png"/></Relationships>
</file>

<file path=ppt/slides/_rels/slide8.xml.rels><?xml version="1.0" encoding="UTF-8" standalone="yes"?><Relationships xmlns="http://schemas.openxmlformats.org/package/2006/relationships"><Relationship Id="rId11" Type="http://schemas.openxmlformats.org/officeDocument/2006/relationships/image" Target="../media/image5.png"/><Relationship Id="rId10" Type="http://schemas.openxmlformats.org/officeDocument/2006/relationships/image" Target="../media/image6.png"/><Relationship Id="rId13" Type="http://schemas.openxmlformats.org/officeDocument/2006/relationships/image" Target="../media/image25.png"/><Relationship Id="rId12" Type="http://schemas.openxmlformats.org/officeDocument/2006/relationships/image" Target="../media/image23.png"/><Relationship Id="rId1" Type="http://schemas.openxmlformats.org/officeDocument/2006/relationships/slideLayout" Target="../slideLayouts/slideLayout2.xml"/><Relationship Id="rId2" Type="http://schemas.openxmlformats.org/officeDocument/2006/relationships/notesSlide" Target="../notesSlides/notesSlide8.xml"/><Relationship Id="rId3" Type="http://schemas.openxmlformats.org/officeDocument/2006/relationships/image" Target="../media/image16.png"/><Relationship Id="rId4" Type="http://schemas.openxmlformats.org/officeDocument/2006/relationships/image" Target="../media/image3.png"/><Relationship Id="rId9" Type="http://schemas.openxmlformats.org/officeDocument/2006/relationships/image" Target="../media/image18.jpg"/><Relationship Id="rId15" Type="http://schemas.openxmlformats.org/officeDocument/2006/relationships/image" Target="../media/image21.jpg"/><Relationship Id="rId14" Type="http://schemas.openxmlformats.org/officeDocument/2006/relationships/image" Target="../media/image19.jpg"/><Relationship Id="rId5" Type="http://schemas.openxmlformats.org/officeDocument/2006/relationships/image" Target="../media/image11.png"/><Relationship Id="rId6" Type="http://schemas.openxmlformats.org/officeDocument/2006/relationships/image" Target="../media/image7.png"/><Relationship Id="rId7" Type="http://schemas.openxmlformats.org/officeDocument/2006/relationships/image" Target="../media/image10.png"/><Relationship Id="rId8" Type="http://schemas.openxmlformats.org/officeDocument/2006/relationships/image" Target="../media/image14.png"/></Relationships>
</file>

<file path=ppt/slides/_rels/slide9.xml.rels><?xml version="1.0" encoding="UTF-8" standalone="yes"?><Relationships xmlns="http://schemas.openxmlformats.org/package/2006/relationships"><Relationship Id="rId10" Type="http://schemas.openxmlformats.org/officeDocument/2006/relationships/image" Target="../media/image5.png"/><Relationship Id="rId1" Type="http://schemas.openxmlformats.org/officeDocument/2006/relationships/slideLayout" Target="../slideLayouts/slideLayout2.xml"/><Relationship Id="rId2" Type="http://schemas.openxmlformats.org/officeDocument/2006/relationships/notesSlide" Target="../notesSlides/notesSlide9.xml"/><Relationship Id="rId3" Type="http://schemas.openxmlformats.org/officeDocument/2006/relationships/image" Target="../media/image16.png"/><Relationship Id="rId4" Type="http://schemas.openxmlformats.org/officeDocument/2006/relationships/image" Target="../media/image3.png"/><Relationship Id="rId9" Type="http://schemas.openxmlformats.org/officeDocument/2006/relationships/image" Target="../media/image6.png"/><Relationship Id="rId5" Type="http://schemas.openxmlformats.org/officeDocument/2006/relationships/image" Target="../media/image11.png"/><Relationship Id="rId6" Type="http://schemas.openxmlformats.org/officeDocument/2006/relationships/image" Target="../media/image7.png"/><Relationship Id="rId7" Type="http://schemas.openxmlformats.org/officeDocument/2006/relationships/image" Target="../media/image10.png"/><Relationship Id="rId8" Type="http://schemas.openxmlformats.org/officeDocument/2006/relationships/image" Target="../media/image14.png"/></Relationships>
</file>

<file path=ppt/slides/_rels/slide10.xml.rels><?xml version="1.0" encoding="UTF-8" standalone="yes"?><Relationships xmlns="http://schemas.openxmlformats.org/package/2006/relationships"><Relationship Id="rId11" Type="http://schemas.openxmlformats.org/officeDocument/2006/relationships/image" Target="../media/image20.png"/><Relationship Id="rId10" Type="http://schemas.openxmlformats.org/officeDocument/2006/relationships/image" Target="../media/image5.png"/><Relationship Id="rId13" Type="http://schemas.openxmlformats.org/officeDocument/2006/relationships/image" Target="../media/image24.png"/><Relationship Id="rId12" Type="http://schemas.openxmlformats.org/officeDocument/2006/relationships/image" Target="../media/image22.png"/><Relationship Id="rId1" Type="http://schemas.openxmlformats.org/officeDocument/2006/relationships/slideLayout" Target="../slideLayouts/slideLayout2.xml"/><Relationship Id="rId2" Type="http://schemas.openxmlformats.org/officeDocument/2006/relationships/notesSlide" Target="../notesSlides/notesSlide10.xml"/><Relationship Id="rId3" Type="http://schemas.openxmlformats.org/officeDocument/2006/relationships/image" Target="../media/image16.png"/><Relationship Id="rId4" Type="http://schemas.openxmlformats.org/officeDocument/2006/relationships/image" Target="../media/image3.png"/><Relationship Id="rId9" Type="http://schemas.openxmlformats.org/officeDocument/2006/relationships/image" Target="../media/image6.png"/><Relationship Id="rId15" Type="http://schemas.openxmlformats.org/officeDocument/2006/relationships/image" Target="../media/image27.png"/><Relationship Id="rId14" Type="http://schemas.openxmlformats.org/officeDocument/2006/relationships/image" Target="../media/image28.png"/><Relationship Id="rId17" Type="http://schemas.openxmlformats.org/officeDocument/2006/relationships/image" Target="../media/image30.png"/><Relationship Id="rId16" Type="http://schemas.openxmlformats.org/officeDocument/2006/relationships/image" Target="../media/image29.png"/><Relationship Id="rId5" Type="http://schemas.openxmlformats.org/officeDocument/2006/relationships/image" Target="../media/image11.png"/><Relationship Id="rId6" Type="http://schemas.openxmlformats.org/officeDocument/2006/relationships/image" Target="../media/image7.png"/><Relationship Id="rId18" Type="http://schemas.openxmlformats.org/officeDocument/2006/relationships/image" Target="../media/image26.png"/><Relationship Id="rId7" Type="http://schemas.openxmlformats.org/officeDocument/2006/relationships/image" Target="../media/image10.png"/><Relationship Id="rId8" Type="http://schemas.openxmlformats.org/officeDocument/2006/relationships/image" Target="../media/image14.png"/></Relationships>
</file>

<file path=ppt/slides/_rels/slide11.xml.rels><?xml version="1.0" encoding="UTF-8" standalone="yes"?><Relationships xmlns="http://schemas.openxmlformats.org/package/2006/relationships"><Relationship Id="rId11" Type="http://schemas.openxmlformats.org/officeDocument/2006/relationships/image" Target="../media/image32.png"/><Relationship Id="rId10" Type="http://schemas.openxmlformats.org/officeDocument/2006/relationships/image" Target="../media/image5.png"/><Relationship Id="rId13" Type="http://schemas.openxmlformats.org/officeDocument/2006/relationships/image" Target="../media/image36.png"/><Relationship Id="rId12" Type="http://schemas.openxmlformats.org/officeDocument/2006/relationships/image" Target="../media/image53.png"/><Relationship Id="rId1" Type="http://schemas.openxmlformats.org/officeDocument/2006/relationships/slideLayout" Target="../slideLayouts/slideLayout2.xml"/><Relationship Id="rId2" Type="http://schemas.openxmlformats.org/officeDocument/2006/relationships/notesSlide" Target="../notesSlides/notesSlide11.xml"/><Relationship Id="rId3" Type="http://schemas.openxmlformats.org/officeDocument/2006/relationships/image" Target="../media/image16.png"/><Relationship Id="rId4" Type="http://schemas.openxmlformats.org/officeDocument/2006/relationships/image" Target="../media/image3.png"/><Relationship Id="rId9" Type="http://schemas.openxmlformats.org/officeDocument/2006/relationships/image" Target="../media/image6.png"/><Relationship Id="rId15" Type="http://schemas.openxmlformats.org/officeDocument/2006/relationships/image" Target="../media/image40.png"/><Relationship Id="rId14" Type="http://schemas.openxmlformats.org/officeDocument/2006/relationships/image" Target="../media/image35.png"/><Relationship Id="rId5" Type="http://schemas.openxmlformats.org/officeDocument/2006/relationships/image" Target="../media/image11.png"/><Relationship Id="rId6" Type="http://schemas.openxmlformats.org/officeDocument/2006/relationships/image" Target="../media/image7.png"/><Relationship Id="rId7" Type="http://schemas.openxmlformats.org/officeDocument/2006/relationships/image" Target="../media/image10.png"/><Relationship Id="rId8" Type="http://schemas.openxmlformats.org/officeDocument/2006/relationships/image" Target="../media/image14.png"/></Relationships>
</file>

<file path=ppt/slides/_rels/slide12.xml.rels><?xml version="1.0" encoding="UTF-8" standalone="yes"?><Relationships xmlns="http://schemas.openxmlformats.org/package/2006/relationships"><Relationship Id="rId11" Type="http://schemas.openxmlformats.org/officeDocument/2006/relationships/image" Target="../media/image33.png"/><Relationship Id="rId10" Type="http://schemas.openxmlformats.org/officeDocument/2006/relationships/image" Target="../media/image5.png"/><Relationship Id="rId13" Type="http://schemas.openxmlformats.org/officeDocument/2006/relationships/image" Target="../media/image43.png"/><Relationship Id="rId12" Type="http://schemas.openxmlformats.org/officeDocument/2006/relationships/image" Target="../media/image55.png"/><Relationship Id="rId1" Type="http://schemas.openxmlformats.org/officeDocument/2006/relationships/slideLayout" Target="../slideLayouts/slideLayout2.xml"/><Relationship Id="rId2" Type="http://schemas.openxmlformats.org/officeDocument/2006/relationships/notesSlide" Target="../notesSlides/notesSlide12.xml"/><Relationship Id="rId3" Type="http://schemas.openxmlformats.org/officeDocument/2006/relationships/image" Target="../media/image16.png"/><Relationship Id="rId4" Type="http://schemas.openxmlformats.org/officeDocument/2006/relationships/image" Target="../media/image3.png"/><Relationship Id="rId9" Type="http://schemas.openxmlformats.org/officeDocument/2006/relationships/image" Target="../media/image6.png"/><Relationship Id="rId15" Type="http://schemas.openxmlformats.org/officeDocument/2006/relationships/image" Target="../media/image41.png"/><Relationship Id="rId14" Type="http://schemas.openxmlformats.org/officeDocument/2006/relationships/image" Target="../media/image42.png"/><Relationship Id="rId5" Type="http://schemas.openxmlformats.org/officeDocument/2006/relationships/image" Target="../media/image11.png"/><Relationship Id="rId6" Type="http://schemas.openxmlformats.org/officeDocument/2006/relationships/image" Target="../media/image7.png"/><Relationship Id="rId7" Type="http://schemas.openxmlformats.org/officeDocument/2006/relationships/image" Target="../media/image10.png"/><Relationship Id="rId8" Type="http://schemas.openxmlformats.org/officeDocument/2006/relationships/image" Target="../media/image14.png"/></Relationships>
</file>

<file path=ppt/slides/_rels/slide13.xml.rels><?xml version="1.0" encoding="UTF-8" standalone="yes"?><Relationships xmlns="http://schemas.openxmlformats.org/package/2006/relationships"><Relationship Id="rId11" Type="http://schemas.openxmlformats.org/officeDocument/2006/relationships/image" Target="../media/image38.png"/><Relationship Id="rId10" Type="http://schemas.openxmlformats.org/officeDocument/2006/relationships/image" Target="../media/image5.png"/><Relationship Id="rId13" Type="http://schemas.openxmlformats.org/officeDocument/2006/relationships/image" Target="../media/image45.png"/><Relationship Id="rId12" Type="http://schemas.openxmlformats.org/officeDocument/2006/relationships/image" Target="../media/image46.png"/><Relationship Id="rId1" Type="http://schemas.openxmlformats.org/officeDocument/2006/relationships/slideLayout" Target="../slideLayouts/slideLayout2.xml"/><Relationship Id="rId2" Type="http://schemas.openxmlformats.org/officeDocument/2006/relationships/notesSlide" Target="../notesSlides/notesSlide13.xml"/><Relationship Id="rId3" Type="http://schemas.openxmlformats.org/officeDocument/2006/relationships/image" Target="../media/image16.png"/><Relationship Id="rId4" Type="http://schemas.openxmlformats.org/officeDocument/2006/relationships/image" Target="../media/image3.png"/><Relationship Id="rId9" Type="http://schemas.openxmlformats.org/officeDocument/2006/relationships/image" Target="../media/image6.png"/><Relationship Id="rId15" Type="http://schemas.openxmlformats.org/officeDocument/2006/relationships/image" Target="../media/image52.png"/><Relationship Id="rId14" Type="http://schemas.openxmlformats.org/officeDocument/2006/relationships/image" Target="../media/image48.png"/><Relationship Id="rId17" Type="http://schemas.openxmlformats.org/officeDocument/2006/relationships/image" Target="../media/image56.png"/><Relationship Id="rId16" Type="http://schemas.openxmlformats.org/officeDocument/2006/relationships/image" Target="../media/image49.png"/><Relationship Id="rId5" Type="http://schemas.openxmlformats.org/officeDocument/2006/relationships/image" Target="../media/image11.png"/><Relationship Id="rId6" Type="http://schemas.openxmlformats.org/officeDocument/2006/relationships/image" Target="../media/image7.png"/><Relationship Id="rId18" Type="http://schemas.openxmlformats.org/officeDocument/2006/relationships/image" Target="../media/image51.png"/><Relationship Id="rId7" Type="http://schemas.openxmlformats.org/officeDocument/2006/relationships/image" Target="../media/image10.png"/><Relationship Id="rId8" Type="http://schemas.openxmlformats.org/officeDocument/2006/relationships/image" Target="../media/image14.png"/></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4.xml"/><Relationship Id="rId3" Type="http://schemas.openxmlformats.org/officeDocument/2006/relationships/image" Target="../media/image3.png"/><Relationship Id="rId4" Type="http://schemas.openxmlformats.org/officeDocument/2006/relationships/image" Target="../media/image7.png"/><Relationship Id="rId5" Type="http://schemas.openxmlformats.org/officeDocument/2006/relationships/image" Target="../media/image9.jpg"/><Relationship Id="rId6" Type="http://schemas.openxmlformats.org/officeDocument/2006/relationships/image" Target="../media/image6.png"/><Relationship Id="rId7" Type="http://schemas.openxmlformats.org/officeDocument/2006/relationships/image" Target="../media/image5.png"/></Relationships>
</file>

<file path=ppt/slides/_rels/slide15.xml.rels><?xml version="1.0" encoding="UTF-8" standalone="yes"?><Relationships xmlns="http://schemas.openxmlformats.org/package/2006/relationships"><Relationship Id="rId11" Type="http://schemas.openxmlformats.org/officeDocument/2006/relationships/image" Target="../media/image50.jpg"/><Relationship Id="rId10" Type="http://schemas.openxmlformats.org/officeDocument/2006/relationships/image" Target="../media/image5.png"/><Relationship Id="rId13" Type="http://schemas.openxmlformats.org/officeDocument/2006/relationships/image" Target="../media/image54.png"/><Relationship Id="rId12" Type="http://schemas.openxmlformats.org/officeDocument/2006/relationships/image" Target="../media/image58.png"/><Relationship Id="rId1" Type="http://schemas.openxmlformats.org/officeDocument/2006/relationships/slideLayout" Target="../slideLayouts/slideLayout2.xml"/><Relationship Id="rId2" Type="http://schemas.openxmlformats.org/officeDocument/2006/relationships/notesSlide" Target="../notesSlides/notesSlide15.xml"/><Relationship Id="rId3" Type="http://schemas.openxmlformats.org/officeDocument/2006/relationships/image" Target="../media/image16.png"/><Relationship Id="rId4" Type="http://schemas.openxmlformats.org/officeDocument/2006/relationships/image" Target="../media/image3.png"/><Relationship Id="rId9" Type="http://schemas.openxmlformats.org/officeDocument/2006/relationships/image" Target="../media/image6.png"/><Relationship Id="rId15" Type="http://schemas.openxmlformats.org/officeDocument/2006/relationships/image" Target="../media/image59.png"/><Relationship Id="rId14" Type="http://schemas.openxmlformats.org/officeDocument/2006/relationships/image" Target="../media/image80.png"/><Relationship Id="rId5" Type="http://schemas.openxmlformats.org/officeDocument/2006/relationships/image" Target="../media/image11.png"/><Relationship Id="rId6" Type="http://schemas.openxmlformats.org/officeDocument/2006/relationships/image" Target="../media/image7.png"/><Relationship Id="rId7" Type="http://schemas.openxmlformats.org/officeDocument/2006/relationships/image" Target="../media/image10.png"/><Relationship Id="rId8" Type="http://schemas.openxmlformats.org/officeDocument/2006/relationships/image" Target="../media/image14.png"/></Relationships>
</file>

<file path=ppt/slides/_rels/slide16.xml.rels><?xml version="1.0" encoding="UTF-8" standalone="yes"?><Relationships xmlns="http://schemas.openxmlformats.org/package/2006/relationships"><Relationship Id="rId11" Type="http://schemas.openxmlformats.org/officeDocument/2006/relationships/image" Target="../media/image50.jpg"/><Relationship Id="rId10" Type="http://schemas.openxmlformats.org/officeDocument/2006/relationships/image" Target="../media/image5.png"/><Relationship Id="rId12" Type="http://schemas.openxmlformats.org/officeDocument/2006/relationships/image" Target="../media/image57.png"/><Relationship Id="rId1" Type="http://schemas.openxmlformats.org/officeDocument/2006/relationships/slideLayout" Target="../slideLayouts/slideLayout2.xml"/><Relationship Id="rId2" Type="http://schemas.openxmlformats.org/officeDocument/2006/relationships/notesSlide" Target="../notesSlides/notesSlide16.xml"/><Relationship Id="rId3" Type="http://schemas.openxmlformats.org/officeDocument/2006/relationships/image" Target="../media/image16.png"/><Relationship Id="rId4" Type="http://schemas.openxmlformats.org/officeDocument/2006/relationships/image" Target="../media/image3.png"/><Relationship Id="rId9" Type="http://schemas.openxmlformats.org/officeDocument/2006/relationships/image" Target="../media/image6.png"/><Relationship Id="rId5" Type="http://schemas.openxmlformats.org/officeDocument/2006/relationships/image" Target="../media/image11.png"/><Relationship Id="rId6" Type="http://schemas.openxmlformats.org/officeDocument/2006/relationships/image" Target="../media/image7.png"/><Relationship Id="rId7" Type="http://schemas.openxmlformats.org/officeDocument/2006/relationships/image" Target="../media/image10.png"/><Relationship Id="rId8" Type="http://schemas.openxmlformats.org/officeDocument/2006/relationships/image" Target="../media/image14.png"/></Relationships>
</file>

<file path=ppt/slides/_rels/slide17.xml.rels><?xml version="1.0" encoding="UTF-8" standalone="yes"?><Relationships xmlns="http://schemas.openxmlformats.org/package/2006/relationships"><Relationship Id="rId11" Type="http://schemas.openxmlformats.org/officeDocument/2006/relationships/image" Target="../media/image78.png"/><Relationship Id="rId10" Type="http://schemas.openxmlformats.org/officeDocument/2006/relationships/image" Target="../media/image5.png"/><Relationship Id="rId12" Type="http://schemas.openxmlformats.org/officeDocument/2006/relationships/image" Target="../media/image70.png"/><Relationship Id="rId1" Type="http://schemas.openxmlformats.org/officeDocument/2006/relationships/slideLayout" Target="../slideLayouts/slideLayout2.xml"/><Relationship Id="rId2" Type="http://schemas.openxmlformats.org/officeDocument/2006/relationships/notesSlide" Target="../notesSlides/notesSlide17.xml"/><Relationship Id="rId3" Type="http://schemas.openxmlformats.org/officeDocument/2006/relationships/image" Target="../media/image16.png"/><Relationship Id="rId4" Type="http://schemas.openxmlformats.org/officeDocument/2006/relationships/image" Target="../media/image3.png"/><Relationship Id="rId9" Type="http://schemas.openxmlformats.org/officeDocument/2006/relationships/image" Target="../media/image6.png"/><Relationship Id="rId5" Type="http://schemas.openxmlformats.org/officeDocument/2006/relationships/image" Target="../media/image11.png"/><Relationship Id="rId6" Type="http://schemas.openxmlformats.org/officeDocument/2006/relationships/image" Target="../media/image7.png"/><Relationship Id="rId7" Type="http://schemas.openxmlformats.org/officeDocument/2006/relationships/image" Target="../media/image10.png"/><Relationship Id="rId8" Type="http://schemas.openxmlformats.org/officeDocument/2006/relationships/image" Target="../media/image14.png"/></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8.xml"/><Relationship Id="rId3" Type="http://schemas.openxmlformats.org/officeDocument/2006/relationships/image" Target="../media/image3.png"/><Relationship Id="rId4" Type="http://schemas.openxmlformats.org/officeDocument/2006/relationships/image" Target="../media/image7.png"/><Relationship Id="rId5" Type="http://schemas.openxmlformats.org/officeDocument/2006/relationships/image" Target="../media/image9.jpg"/><Relationship Id="rId6" Type="http://schemas.openxmlformats.org/officeDocument/2006/relationships/image" Target="../media/image6.png"/><Relationship Id="rId7" Type="http://schemas.openxmlformats.org/officeDocument/2006/relationships/image" Target="../media/image5.png"/></Relationships>
</file>

<file path=ppt/slides/_rels/slide19.xml.rels><?xml version="1.0" encoding="UTF-8" standalone="yes"?><Relationships xmlns="http://schemas.openxmlformats.org/package/2006/relationships"><Relationship Id="rId11" Type="http://schemas.openxmlformats.org/officeDocument/2006/relationships/image" Target="../media/image66.png"/><Relationship Id="rId10" Type="http://schemas.openxmlformats.org/officeDocument/2006/relationships/image" Target="../media/image5.png"/><Relationship Id="rId13" Type="http://schemas.openxmlformats.org/officeDocument/2006/relationships/image" Target="../media/image61.png"/><Relationship Id="rId12" Type="http://schemas.openxmlformats.org/officeDocument/2006/relationships/image" Target="../media/image67.png"/><Relationship Id="rId1" Type="http://schemas.openxmlformats.org/officeDocument/2006/relationships/slideLayout" Target="../slideLayouts/slideLayout2.xml"/><Relationship Id="rId2" Type="http://schemas.openxmlformats.org/officeDocument/2006/relationships/notesSlide" Target="../notesSlides/notesSlide19.xml"/><Relationship Id="rId3" Type="http://schemas.openxmlformats.org/officeDocument/2006/relationships/image" Target="../media/image16.png"/><Relationship Id="rId4" Type="http://schemas.openxmlformats.org/officeDocument/2006/relationships/image" Target="../media/image3.png"/><Relationship Id="rId9" Type="http://schemas.openxmlformats.org/officeDocument/2006/relationships/image" Target="../media/image6.png"/><Relationship Id="rId15" Type="http://schemas.openxmlformats.org/officeDocument/2006/relationships/image" Target="../media/image81.png"/><Relationship Id="rId14" Type="http://schemas.openxmlformats.org/officeDocument/2006/relationships/image" Target="../media/image62.png"/><Relationship Id="rId16" Type="http://schemas.openxmlformats.org/officeDocument/2006/relationships/image" Target="../media/image63.png"/><Relationship Id="rId5" Type="http://schemas.openxmlformats.org/officeDocument/2006/relationships/image" Target="../media/image11.png"/><Relationship Id="rId6" Type="http://schemas.openxmlformats.org/officeDocument/2006/relationships/image" Target="../media/image7.png"/><Relationship Id="rId7" Type="http://schemas.openxmlformats.org/officeDocument/2006/relationships/image" Target="../media/image10.png"/><Relationship Id="rId8" Type="http://schemas.openxmlformats.org/officeDocument/2006/relationships/image" Target="../media/image14.png"/></Relationships>
</file>

<file path=ppt/slides/_rels/slide20.xml.rels><?xml version="1.0" encoding="UTF-8" standalone="yes"?><Relationships xmlns="http://schemas.openxmlformats.org/package/2006/relationships"><Relationship Id="rId11" Type="http://schemas.openxmlformats.org/officeDocument/2006/relationships/image" Target="../media/image82.png"/><Relationship Id="rId10" Type="http://schemas.openxmlformats.org/officeDocument/2006/relationships/image" Target="../media/image5.png"/><Relationship Id="rId1" Type="http://schemas.openxmlformats.org/officeDocument/2006/relationships/slideLayout" Target="../slideLayouts/slideLayout2.xml"/><Relationship Id="rId2" Type="http://schemas.openxmlformats.org/officeDocument/2006/relationships/notesSlide" Target="../notesSlides/notesSlide20.xml"/><Relationship Id="rId3" Type="http://schemas.openxmlformats.org/officeDocument/2006/relationships/image" Target="../media/image16.png"/><Relationship Id="rId4" Type="http://schemas.openxmlformats.org/officeDocument/2006/relationships/image" Target="../media/image3.png"/><Relationship Id="rId9" Type="http://schemas.openxmlformats.org/officeDocument/2006/relationships/image" Target="../media/image6.png"/><Relationship Id="rId5" Type="http://schemas.openxmlformats.org/officeDocument/2006/relationships/image" Target="../media/image11.png"/><Relationship Id="rId6" Type="http://schemas.openxmlformats.org/officeDocument/2006/relationships/image" Target="../media/image7.png"/><Relationship Id="rId7" Type="http://schemas.openxmlformats.org/officeDocument/2006/relationships/image" Target="../media/image10.png"/><Relationship Id="rId8" Type="http://schemas.openxmlformats.org/officeDocument/2006/relationships/image" Target="../media/image14.png"/></Relationships>
</file>

<file path=ppt/slides/_rels/slide21.xml.rels><?xml version="1.0" encoding="UTF-8" standalone="yes"?><Relationships xmlns="http://schemas.openxmlformats.org/package/2006/relationships"><Relationship Id="rId11" Type="http://schemas.openxmlformats.org/officeDocument/2006/relationships/image" Target="../media/image84.png"/><Relationship Id="rId10" Type="http://schemas.openxmlformats.org/officeDocument/2006/relationships/image" Target="../media/image5.png"/><Relationship Id="rId1" Type="http://schemas.openxmlformats.org/officeDocument/2006/relationships/slideLayout" Target="../slideLayouts/slideLayout2.xml"/><Relationship Id="rId2" Type="http://schemas.openxmlformats.org/officeDocument/2006/relationships/notesSlide" Target="../notesSlides/notesSlide21.xml"/><Relationship Id="rId3" Type="http://schemas.openxmlformats.org/officeDocument/2006/relationships/image" Target="../media/image16.png"/><Relationship Id="rId4" Type="http://schemas.openxmlformats.org/officeDocument/2006/relationships/image" Target="../media/image3.png"/><Relationship Id="rId9" Type="http://schemas.openxmlformats.org/officeDocument/2006/relationships/image" Target="../media/image6.png"/><Relationship Id="rId5" Type="http://schemas.openxmlformats.org/officeDocument/2006/relationships/image" Target="../media/image11.png"/><Relationship Id="rId6" Type="http://schemas.openxmlformats.org/officeDocument/2006/relationships/image" Target="../media/image7.png"/><Relationship Id="rId7" Type="http://schemas.openxmlformats.org/officeDocument/2006/relationships/image" Target="../media/image10.png"/><Relationship Id="rId8" Type="http://schemas.openxmlformats.org/officeDocument/2006/relationships/image" Target="../media/image14.png"/></Relationships>
</file>

<file path=ppt/slides/_rels/slide22.xml.rels><?xml version="1.0" encoding="UTF-8" standalone="yes"?><Relationships xmlns="http://schemas.openxmlformats.org/package/2006/relationships"><Relationship Id="rId11" Type="http://schemas.openxmlformats.org/officeDocument/2006/relationships/image" Target="../media/image64.png"/><Relationship Id="rId10" Type="http://schemas.openxmlformats.org/officeDocument/2006/relationships/image" Target="../media/image5.png"/><Relationship Id="rId13" Type="http://schemas.openxmlformats.org/officeDocument/2006/relationships/image" Target="../media/image68.png"/><Relationship Id="rId12" Type="http://schemas.openxmlformats.org/officeDocument/2006/relationships/image" Target="../media/image60.png"/><Relationship Id="rId1" Type="http://schemas.openxmlformats.org/officeDocument/2006/relationships/slideLayout" Target="../slideLayouts/slideLayout2.xml"/><Relationship Id="rId2" Type="http://schemas.openxmlformats.org/officeDocument/2006/relationships/notesSlide" Target="../notesSlides/notesSlide22.xml"/><Relationship Id="rId3" Type="http://schemas.openxmlformats.org/officeDocument/2006/relationships/image" Target="../media/image16.png"/><Relationship Id="rId4" Type="http://schemas.openxmlformats.org/officeDocument/2006/relationships/image" Target="../media/image3.png"/><Relationship Id="rId9" Type="http://schemas.openxmlformats.org/officeDocument/2006/relationships/image" Target="../media/image6.png"/><Relationship Id="rId15" Type="http://schemas.openxmlformats.org/officeDocument/2006/relationships/image" Target="../media/image79.png"/><Relationship Id="rId14" Type="http://schemas.openxmlformats.org/officeDocument/2006/relationships/image" Target="../media/image65.png"/><Relationship Id="rId16" Type="http://schemas.openxmlformats.org/officeDocument/2006/relationships/image" Target="../media/image69.png"/><Relationship Id="rId5" Type="http://schemas.openxmlformats.org/officeDocument/2006/relationships/image" Target="../media/image11.png"/><Relationship Id="rId6" Type="http://schemas.openxmlformats.org/officeDocument/2006/relationships/image" Target="../media/image7.png"/><Relationship Id="rId7" Type="http://schemas.openxmlformats.org/officeDocument/2006/relationships/image" Target="../media/image10.png"/><Relationship Id="rId8" Type="http://schemas.openxmlformats.org/officeDocument/2006/relationships/image" Target="../media/image14.png"/></Relationships>
</file>

<file path=ppt/slides/_rels/slide23.xml.rels><?xml version="1.0" encoding="UTF-8" standalone="yes"?><Relationships xmlns="http://schemas.openxmlformats.org/package/2006/relationships"><Relationship Id="rId11" Type="http://schemas.openxmlformats.org/officeDocument/2006/relationships/image" Target="../media/image87.png"/><Relationship Id="rId10" Type="http://schemas.openxmlformats.org/officeDocument/2006/relationships/image" Target="../media/image5.png"/><Relationship Id="rId12" Type="http://schemas.openxmlformats.org/officeDocument/2006/relationships/image" Target="../media/image71.png"/><Relationship Id="rId1" Type="http://schemas.openxmlformats.org/officeDocument/2006/relationships/slideLayout" Target="../slideLayouts/slideLayout2.xml"/><Relationship Id="rId2" Type="http://schemas.openxmlformats.org/officeDocument/2006/relationships/notesSlide" Target="../notesSlides/notesSlide23.xml"/><Relationship Id="rId3" Type="http://schemas.openxmlformats.org/officeDocument/2006/relationships/image" Target="../media/image16.png"/><Relationship Id="rId4" Type="http://schemas.openxmlformats.org/officeDocument/2006/relationships/image" Target="../media/image3.png"/><Relationship Id="rId9" Type="http://schemas.openxmlformats.org/officeDocument/2006/relationships/image" Target="../media/image6.png"/><Relationship Id="rId5" Type="http://schemas.openxmlformats.org/officeDocument/2006/relationships/image" Target="../media/image11.png"/><Relationship Id="rId6" Type="http://schemas.openxmlformats.org/officeDocument/2006/relationships/image" Target="../media/image7.png"/><Relationship Id="rId7" Type="http://schemas.openxmlformats.org/officeDocument/2006/relationships/image" Target="../media/image10.png"/><Relationship Id="rId8" Type="http://schemas.openxmlformats.org/officeDocument/2006/relationships/image" Target="../media/image14.png"/></Relationships>
</file>

<file path=ppt/slides/_rels/slide24.xml.rels><?xml version="1.0" encoding="UTF-8" standalone="yes"?><Relationships xmlns="http://schemas.openxmlformats.org/package/2006/relationships"><Relationship Id="rId11" Type="http://schemas.openxmlformats.org/officeDocument/2006/relationships/image" Target="../media/image87.png"/><Relationship Id="rId10" Type="http://schemas.openxmlformats.org/officeDocument/2006/relationships/image" Target="../media/image5.png"/><Relationship Id="rId1" Type="http://schemas.openxmlformats.org/officeDocument/2006/relationships/slideLayout" Target="../slideLayouts/slideLayout2.xml"/><Relationship Id="rId2" Type="http://schemas.openxmlformats.org/officeDocument/2006/relationships/notesSlide" Target="../notesSlides/notesSlide24.xml"/><Relationship Id="rId3" Type="http://schemas.openxmlformats.org/officeDocument/2006/relationships/image" Target="../media/image16.png"/><Relationship Id="rId4" Type="http://schemas.openxmlformats.org/officeDocument/2006/relationships/image" Target="../media/image3.png"/><Relationship Id="rId9" Type="http://schemas.openxmlformats.org/officeDocument/2006/relationships/image" Target="../media/image6.png"/><Relationship Id="rId5" Type="http://schemas.openxmlformats.org/officeDocument/2006/relationships/image" Target="../media/image11.png"/><Relationship Id="rId6" Type="http://schemas.openxmlformats.org/officeDocument/2006/relationships/image" Target="../media/image7.png"/><Relationship Id="rId7" Type="http://schemas.openxmlformats.org/officeDocument/2006/relationships/image" Target="../media/image10.png"/><Relationship Id="rId8" Type="http://schemas.openxmlformats.org/officeDocument/2006/relationships/image" Target="../media/image14.png"/></Relationships>
</file>

<file path=ppt/slides/_rels/slide25.xml.rels><?xml version="1.0" encoding="UTF-8" standalone="yes"?><Relationships xmlns="http://schemas.openxmlformats.org/package/2006/relationships"><Relationship Id="rId11" Type="http://schemas.openxmlformats.org/officeDocument/2006/relationships/image" Target="../media/image85.png"/><Relationship Id="rId10" Type="http://schemas.openxmlformats.org/officeDocument/2006/relationships/image" Target="../media/image5.png"/><Relationship Id="rId12" Type="http://schemas.openxmlformats.org/officeDocument/2006/relationships/image" Target="../media/image73.jpg"/><Relationship Id="rId1" Type="http://schemas.openxmlformats.org/officeDocument/2006/relationships/slideLayout" Target="../slideLayouts/slideLayout2.xml"/><Relationship Id="rId2" Type="http://schemas.openxmlformats.org/officeDocument/2006/relationships/notesSlide" Target="../notesSlides/notesSlide25.xml"/><Relationship Id="rId3" Type="http://schemas.openxmlformats.org/officeDocument/2006/relationships/image" Target="../media/image16.png"/><Relationship Id="rId4" Type="http://schemas.openxmlformats.org/officeDocument/2006/relationships/image" Target="../media/image3.png"/><Relationship Id="rId9" Type="http://schemas.openxmlformats.org/officeDocument/2006/relationships/image" Target="../media/image6.png"/><Relationship Id="rId5" Type="http://schemas.openxmlformats.org/officeDocument/2006/relationships/image" Target="../media/image11.png"/><Relationship Id="rId6" Type="http://schemas.openxmlformats.org/officeDocument/2006/relationships/image" Target="../media/image7.png"/><Relationship Id="rId7" Type="http://schemas.openxmlformats.org/officeDocument/2006/relationships/image" Target="../media/image10.png"/><Relationship Id="rId8" Type="http://schemas.openxmlformats.org/officeDocument/2006/relationships/image" Target="../media/image14.png"/></Relationships>
</file>

<file path=ppt/slides/_rels/slide26.xml.rels><?xml version="1.0" encoding="UTF-8" standalone="yes"?><Relationships xmlns="http://schemas.openxmlformats.org/package/2006/relationships"><Relationship Id="rId11" Type="http://schemas.openxmlformats.org/officeDocument/2006/relationships/image" Target="../media/image86.png"/><Relationship Id="rId10" Type="http://schemas.openxmlformats.org/officeDocument/2006/relationships/image" Target="../media/image5.png"/><Relationship Id="rId12" Type="http://schemas.openxmlformats.org/officeDocument/2006/relationships/image" Target="../media/image12.png"/><Relationship Id="rId1" Type="http://schemas.openxmlformats.org/officeDocument/2006/relationships/slideLayout" Target="../slideLayouts/slideLayout2.xml"/><Relationship Id="rId2" Type="http://schemas.openxmlformats.org/officeDocument/2006/relationships/notesSlide" Target="../notesSlides/notesSlide26.xml"/><Relationship Id="rId3" Type="http://schemas.openxmlformats.org/officeDocument/2006/relationships/image" Target="../media/image16.png"/><Relationship Id="rId4" Type="http://schemas.openxmlformats.org/officeDocument/2006/relationships/image" Target="../media/image3.png"/><Relationship Id="rId9" Type="http://schemas.openxmlformats.org/officeDocument/2006/relationships/image" Target="../media/image6.png"/><Relationship Id="rId5" Type="http://schemas.openxmlformats.org/officeDocument/2006/relationships/image" Target="../media/image11.png"/><Relationship Id="rId6" Type="http://schemas.openxmlformats.org/officeDocument/2006/relationships/image" Target="../media/image7.png"/><Relationship Id="rId7" Type="http://schemas.openxmlformats.org/officeDocument/2006/relationships/image" Target="../media/image10.png"/><Relationship Id="rId8" Type="http://schemas.openxmlformats.org/officeDocument/2006/relationships/image" Target="../media/image14.png"/></Relationships>
</file>

<file path=ppt/slides/_rels/slide27.xml.rels><?xml version="1.0" encoding="UTF-8" standalone="yes"?><Relationships xmlns="http://schemas.openxmlformats.org/package/2006/relationships"><Relationship Id="rId11" Type="http://schemas.openxmlformats.org/officeDocument/2006/relationships/image" Target="../media/image83.png"/><Relationship Id="rId10" Type="http://schemas.openxmlformats.org/officeDocument/2006/relationships/image" Target="../media/image5.png"/><Relationship Id="rId1" Type="http://schemas.openxmlformats.org/officeDocument/2006/relationships/slideLayout" Target="../slideLayouts/slideLayout2.xml"/><Relationship Id="rId2" Type="http://schemas.openxmlformats.org/officeDocument/2006/relationships/notesSlide" Target="../notesSlides/notesSlide27.xml"/><Relationship Id="rId3" Type="http://schemas.openxmlformats.org/officeDocument/2006/relationships/image" Target="../media/image16.png"/><Relationship Id="rId4" Type="http://schemas.openxmlformats.org/officeDocument/2006/relationships/image" Target="../media/image3.png"/><Relationship Id="rId9" Type="http://schemas.openxmlformats.org/officeDocument/2006/relationships/image" Target="../media/image6.png"/><Relationship Id="rId5" Type="http://schemas.openxmlformats.org/officeDocument/2006/relationships/image" Target="../media/image11.png"/><Relationship Id="rId6" Type="http://schemas.openxmlformats.org/officeDocument/2006/relationships/image" Target="../media/image7.png"/><Relationship Id="rId7" Type="http://schemas.openxmlformats.org/officeDocument/2006/relationships/image" Target="../media/image10.png"/><Relationship Id="rId8" Type="http://schemas.openxmlformats.org/officeDocument/2006/relationships/image" Target="../media/image14.png"/></Relationships>
</file>

<file path=ppt/slides/_rels/slide28.xml.rels><?xml version="1.0" encoding="UTF-8" standalone="yes"?><Relationships xmlns="http://schemas.openxmlformats.org/package/2006/relationships"><Relationship Id="rId11" Type="http://schemas.openxmlformats.org/officeDocument/2006/relationships/image" Target="../media/image72.jpg"/><Relationship Id="rId10" Type="http://schemas.openxmlformats.org/officeDocument/2006/relationships/image" Target="../media/image5.png"/><Relationship Id="rId13" Type="http://schemas.openxmlformats.org/officeDocument/2006/relationships/image" Target="../media/image75.jpg"/><Relationship Id="rId12" Type="http://schemas.openxmlformats.org/officeDocument/2006/relationships/image" Target="../media/image74.jpg"/><Relationship Id="rId1" Type="http://schemas.openxmlformats.org/officeDocument/2006/relationships/slideLayout" Target="../slideLayouts/slideLayout2.xml"/><Relationship Id="rId2" Type="http://schemas.openxmlformats.org/officeDocument/2006/relationships/notesSlide" Target="../notesSlides/notesSlide28.xml"/><Relationship Id="rId3" Type="http://schemas.openxmlformats.org/officeDocument/2006/relationships/image" Target="../media/image16.png"/><Relationship Id="rId4" Type="http://schemas.openxmlformats.org/officeDocument/2006/relationships/image" Target="../media/image3.png"/><Relationship Id="rId9" Type="http://schemas.openxmlformats.org/officeDocument/2006/relationships/image" Target="../media/image6.png"/><Relationship Id="rId15" Type="http://schemas.openxmlformats.org/officeDocument/2006/relationships/image" Target="../media/image76.jpg"/><Relationship Id="rId14" Type="http://schemas.openxmlformats.org/officeDocument/2006/relationships/image" Target="../media/image77.jpg"/><Relationship Id="rId5" Type="http://schemas.openxmlformats.org/officeDocument/2006/relationships/image" Target="../media/image11.png"/><Relationship Id="rId6" Type="http://schemas.openxmlformats.org/officeDocument/2006/relationships/image" Target="../media/image7.png"/><Relationship Id="rId7" Type="http://schemas.openxmlformats.org/officeDocument/2006/relationships/image" Target="../media/image10.png"/><Relationship Id="rId8" Type="http://schemas.openxmlformats.org/officeDocument/2006/relationships/image" Target="../media/image14.png"/></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83" name="Shape 83"/>
        <p:cNvGrpSpPr/>
        <p:nvPr/>
      </p:nvGrpSpPr>
      <p:grpSpPr>
        <a:xfrm>
          <a:off x="0" y="0"/>
          <a:ext cx="0" cy="0"/>
          <a:chOff x="0" y="0"/>
          <a:chExt cx="0" cy="0"/>
        </a:xfrm>
      </p:grpSpPr>
      <p:pic>
        <p:nvPicPr>
          <p:cNvPr id="84" name="Google Shape;84;p1"/>
          <p:cNvPicPr preferRelativeResize="0"/>
          <p:nvPr/>
        </p:nvPicPr>
        <p:blipFill rotWithShape="1">
          <a:blip r:embed="rId3">
            <a:alphaModFix/>
          </a:blip>
          <a:srcRect b="0" l="0" r="0" t="0"/>
          <a:stretch/>
        </p:blipFill>
        <p:spPr>
          <a:xfrm>
            <a:off x="-480583" y="-935852"/>
            <a:ext cx="13053689" cy="12579996"/>
          </a:xfrm>
          <a:prstGeom prst="rect">
            <a:avLst/>
          </a:prstGeom>
          <a:noFill/>
          <a:ln>
            <a:noFill/>
          </a:ln>
        </p:spPr>
      </p:pic>
      <p:sp>
        <p:nvSpPr>
          <p:cNvPr id="85" name="Google Shape;85;p1"/>
          <p:cNvSpPr txBox="1"/>
          <p:nvPr/>
        </p:nvSpPr>
        <p:spPr>
          <a:xfrm>
            <a:off x="482638" y="662638"/>
            <a:ext cx="9070500" cy="2820300"/>
          </a:xfrm>
          <a:prstGeom prst="rect">
            <a:avLst/>
          </a:prstGeom>
          <a:noFill/>
          <a:ln>
            <a:noFill/>
          </a:ln>
        </p:spPr>
        <p:txBody>
          <a:bodyPr anchorCtr="0" anchor="ctr" bIns="45700" lIns="91425" spcFirstLastPara="1" rIns="91425" wrap="square" tIns="45700">
            <a:noAutofit/>
          </a:bodyPr>
          <a:lstStyle/>
          <a:p>
            <a:pPr indent="0" lvl="0" marL="0" marR="0" rtl="0" algn="l">
              <a:lnSpc>
                <a:spcPct val="90000"/>
              </a:lnSpc>
              <a:spcBef>
                <a:spcPts val="0"/>
              </a:spcBef>
              <a:spcAft>
                <a:spcPts val="0"/>
              </a:spcAft>
              <a:buClr>
                <a:schemeClr val="dk1"/>
              </a:buClr>
              <a:buSzPts val="1100"/>
              <a:buFont typeface="Arial"/>
              <a:buNone/>
            </a:pPr>
            <a:r>
              <a:rPr lang="en-US" sz="4000">
                <a:solidFill>
                  <a:schemeClr val="lt1"/>
                </a:solidFill>
                <a:latin typeface="Times New Roman"/>
                <a:ea typeface="Times New Roman"/>
                <a:cs typeface="Times New Roman"/>
                <a:sym typeface="Times New Roman"/>
              </a:rPr>
              <a:t>The dynamics of quantum scattering and confinement in 1D &amp; 3D geometries for time-independent potentials</a:t>
            </a:r>
            <a:endParaRPr b="0" i="0" sz="4000" u="none" cap="none" strike="noStrike">
              <a:solidFill>
                <a:srgbClr val="FFFFFF"/>
              </a:solidFill>
              <a:latin typeface="Times New Roman"/>
              <a:ea typeface="Times New Roman"/>
              <a:cs typeface="Times New Roman"/>
              <a:sym typeface="Times New Roman"/>
            </a:endParaRPr>
          </a:p>
        </p:txBody>
      </p:sp>
      <p:sp>
        <p:nvSpPr>
          <p:cNvPr id="86" name="Google Shape;86;p1"/>
          <p:cNvSpPr txBox="1"/>
          <p:nvPr/>
        </p:nvSpPr>
        <p:spPr>
          <a:xfrm>
            <a:off x="482650" y="3538550"/>
            <a:ext cx="5764800" cy="2656800"/>
          </a:xfrm>
          <a:prstGeom prst="rect">
            <a:avLst/>
          </a:prstGeom>
          <a:noFill/>
          <a:ln>
            <a:noFill/>
          </a:ln>
        </p:spPr>
        <p:txBody>
          <a:bodyPr anchorCtr="0" anchor="ctr" bIns="45700" lIns="91425" spcFirstLastPara="1" rIns="91425" wrap="square" tIns="45700">
            <a:noAutofit/>
          </a:bodyPr>
          <a:lstStyle/>
          <a:p>
            <a:pPr indent="0" lvl="0" marL="0" marR="0" rtl="0" algn="l">
              <a:lnSpc>
                <a:spcPct val="115000"/>
              </a:lnSpc>
              <a:spcBef>
                <a:spcPts val="0"/>
              </a:spcBef>
              <a:spcAft>
                <a:spcPts val="0"/>
              </a:spcAft>
              <a:buClr>
                <a:schemeClr val="dk1"/>
              </a:buClr>
              <a:buSzPts val="1100"/>
              <a:buFont typeface="Arial"/>
              <a:buNone/>
            </a:pPr>
            <a:r>
              <a:rPr b="1" i="0" lang="en-US" sz="2800" u="none" cap="none" strike="noStrike">
                <a:solidFill>
                  <a:schemeClr val="lt1"/>
                </a:solidFill>
                <a:latin typeface="Georgia"/>
                <a:ea typeface="Georgia"/>
                <a:cs typeface="Georgia"/>
                <a:sym typeface="Georgia"/>
              </a:rPr>
              <a:t>Ronit Dutta</a:t>
            </a:r>
            <a:endParaRPr b="1" i="0" sz="2800" u="none" cap="none" strike="noStrike">
              <a:solidFill>
                <a:schemeClr val="lt1"/>
              </a:solidFill>
              <a:latin typeface="Georgia"/>
              <a:ea typeface="Georgia"/>
              <a:cs typeface="Georgia"/>
              <a:sym typeface="Georgia"/>
            </a:endParaRPr>
          </a:p>
          <a:p>
            <a:pPr indent="0" lvl="0" marL="0" marR="0" rtl="0" algn="l">
              <a:lnSpc>
                <a:spcPct val="115000"/>
              </a:lnSpc>
              <a:spcBef>
                <a:spcPts val="0"/>
              </a:spcBef>
              <a:spcAft>
                <a:spcPts val="0"/>
              </a:spcAft>
              <a:buClr>
                <a:srgbClr val="000000"/>
              </a:buClr>
              <a:buSzPts val="2300"/>
              <a:buFont typeface="Arial"/>
              <a:buNone/>
            </a:pPr>
            <a:r>
              <a:rPr b="0" i="0" lang="en-US" sz="2500" u="none" cap="none" strike="noStrike">
                <a:solidFill>
                  <a:schemeClr val="lt1"/>
                </a:solidFill>
                <a:latin typeface="Georgia"/>
                <a:ea typeface="Georgia"/>
                <a:cs typeface="Georgia"/>
                <a:sym typeface="Georgia"/>
              </a:rPr>
              <a:t>PhD researcher, SMT pillar</a:t>
            </a:r>
            <a:endParaRPr b="0" i="0" sz="2500" u="none" cap="none" strike="noStrike">
              <a:solidFill>
                <a:schemeClr val="lt1"/>
              </a:solidFill>
              <a:latin typeface="Georgia"/>
              <a:ea typeface="Georgia"/>
              <a:cs typeface="Georgia"/>
              <a:sym typeface="Georgia"/>
            </a:endParaRPr>
          </a:p>
          <a:p>
            <a:pPr indent="0" lvl="0" marL="0" rtl="0" algn="l">
              <a:spcBef>
                <a:spcPts val="0"/>
              </a:spcBef>
              <a:spcAft>
                <a:spcPts val="0"/>
              </a:spcAft>
              <a:buClr>
                <a:schemeClr val="dk1"/>
              </a:buClr>
              <a:buSzPts val="1800"/>
              <a:buFont typeface="Arial"/>
              <a:buNone/>
            </a:pPr>
            <a:r>
              <a:t/>
            </a:r>
            <a:endParaRPr sz="2000">
              <a:solidFill>
                <a:schemeClr val="lt1"/>
              </a:solidFill>
              <a:latin typeface="Times New Roman"/>
              <a:ea typeface="Times New Roman"/>
              <a:cs typeface="Times New Roman"/>
              <a:sym typeface="Times New Roman"/>
            </a:endParaRPr>
          </a:p>
          <a:p>
            <a:pPr indent="0" lvl="0" marL="0" rtl="0" algn="l">
              <a:spcBef>
                <a:spcPts val="0"/>
              </a:spcBef>
              <a:spcAft>
                <a:spcPts val="0"/>
              </a:spcAft>
              <a:buClr>
                <a:schemeClr val="dk1"/>
              </a:buClr>
              <a:buSzPts val="1800"/>
              <a:buFont typeface="Arial"/>
              <a:buNone/>
            </a:pPr>
            <a:r>
              <a:rPr lang="en-US" sz="2000">
                <a:solidFill>
                  <a:schemeClr val="lt1"/>
                </a:solidFill>
                <a:latin typeface="Times New Roman"/>
                <a:ea typeface="Times New Roman"/>
                <a:cs typeface="Times New Roman"/>
                <a:sym typeface="Times New Roman"/>
              </a:rPr>
              <a:t>MIDTERM PROJECT</a:t>
            </a:r>
            <a:endParaRPr sz="2000">
              <a:solidFill>
                <a:schemeClr val="lt1"/>
              </a:solidFill>
              <a:latin typeface="Times New Roman"/>
              <a:ea typeface="Times New Roman"/>
              <a:cs typeface="Times New Roman"/>
              <a:sym typeface="Times New Roman"/>
            </a:endParaRPr>
          </a:p>
          <a:p>
            <a:pPr indent="0" lvl="0" marL="0" rtl="0" algn="l">
              <a:spcBef>
                <a:spcPts val="0"/>
              </a:spcBef>
              <a:spcAft>
                <a:spcPts val="0"/>
              </a:spcAft>
              <a:buClr>
                <a:schemeClr val="dk1"/>
              </a:buClr>
              <a:buSzPts val="1800"/>
              <a:buFont typeface="Arial"/>
              <a:buNone/>
            </a:pPr>
            <a:r>
              <a:rPr lang="en-US" sz="2100">
                <a:solidFill>
                  <a:schemeClr val="lt1"/>
                </a:solidFill>
                <a:latin typeface="Times New Roman"/>
                <a:ea typeface="Times New Roman"/>
                <a:cs typeface="Times New Roman"/>
                <a:sym typeface="Times New Roman"/>
              </a:rPr>
              <a:t>Applied Mathematics for Engineering</a:t>
            </a:r>
            <a:endParaRPr b="0" i="0" sz="2500" u="none" cap="none" strike="noStrike">
              <a:solidFill>
                <a:srgbClr val="FFFFFF"/>
              </a:solidFill>
              <a:latin typeface="Georgia"/>
              <a:ea typeface="Georgia"/>
              <a:cs typeface="Georgia"/>
              <a:sym typeface="Georgia"/>
            </a:endParaRPr>
          </a:p>
        </p:txBody>
      </p:sp>
      <p:pic>
        <p:nvPicPr>
          <p:cNvPr id="87" name="Google Shape;87;p1"/>
          <p:cNvPicPr preferRelativeResize="0"/>
          <p:nvPr/>
        </p:nvPicPr>
        <p:blipFill rotWithShape="1">
          <a:blip r:embed="rId4">
            <a:alphaModFix/>
          </a:blip>
          <a:srcRect b="0" l="0" r="0" t="0"/>
          <a:stretch/>
        </p:blipFill>
        <p:spPr>
          <a:xfrm>
            <a:off x="6849388" y="4025931"/>
            <a:ext cx="4312870" cy="1682025"/>
          </a:xfrm>
          <a:prstGeom prst="rect">
            <a:avLst/>
          </a:prstGeom>
          <a:noFill/>
          <a:ln>
            <a:noFill/>
          </a:ln>
        </p:spPr>
      </p:pic>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1" name="Shape 91"/>
        <p:cNvGrpSpPr/>
        <p:nvPr/>
      </p:nvGrpSpPr>
      <p:grpSpPr>
        <a:xfrm>
          <a:off x="0" y="0"/>
          <a:ext cx="0" cy="0"/>
          <a:chOff x="0" y="0"/>
          <a:chExt cx="0" cy="0"/>
        </a:xfrm>
      </p:grpSpPr>
      <p:pic>
        <p:nvPicPr>
          <p:cNvPr id="92" name="Google Shape;92;g3d19e2b9925_1_319"/>
          <p:cNvPicPr preferRelativeResize="0"/>
          <p:nvPr/>
        </p:nvPicPr>
        <p:blipFill rotWithShape="1">
          <a:blip r:embed="rId3">
            <a:alphaModFix/>
          </a:blip>
          <a:srcRect b="0" l="0" r="0" t="0"/>
          <a:stretch/>
        </p:blipFill>
        <p:spPr>
          <a:xfrm>
            <a:off x="0" y="6330524"/>
            <a:ext cx="12192000" cy="1165875"/>
          </a:xfrm>
          <a:prstGeom prst="rect">
            <a:avLst/>
          </a:prstGeom>
          <a:noFill/>
          <a:ln>
            <a:noFill/>
          </a:ln>
        </p:spPr>
      </p:pic>
      <p:sp>
        <p:nvSpPr>
          <p:cNvPr id="93" name="Google Shape;93;g3d19e2b9925_1_319"/>
          <p:cNvSpPr txBox="1"/>
          <p:nvPr/>
        </p:nvSpPr>
        <p:spPr>
          <a:xfrm>
            <a:off x="-1" y="6445547"/>
            <a:ext cx="5981100" cy="6465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chemeClr val="dk1"/>
              </a:buClr>
              <a:buSzPts val="1800"/>
              <a:buFont typeface="Arial"/>
              <a:buNone/>
            </a:pPr>
            <a:r>
              <a:rPr lang="en-US" sz="1800">
                <a:solidFill>
                  <a:schemeClr val="lt1"/>
                </a:solidFill>
                <a:latin typeface="Times New Roman"/>
                <a:ea typeface="Times New Roman"/>
                <a:cs typeface="Times New Roman"/>
                <a:sym typeface="Times New Roman"/>
              </a:rPr>
              <a:t>Applied Mathematics for Engineering [MIDTERM PROJECT]</a:t>
            </a:r>
            <a:br>
              <a:rPr b="0" i="0" lang="en-US" sz="1800" u="none" cap="none" strike="noStrike">
                <a:solidFill>
                  <a:schemeClr val="lt1"/>
                </a:solidFill>
                <a:latin typeface="Times New Roman"/>
                <a:ea typeface="Times New Roman"/>
                <a:cs typeface="Times New Roman"/>
                <a:sym typeface="Times New Roman"/>
              </a:rPr>
            </a:br>
            <a:r>
              <a:rPr b="0" i="0" lang="en-US" sz="1800" u="none" cap="none" strike="noStrike">
                <a:solidFill>
                  <a:schemeClr val="lt1"/>
                </a:solidFill>
                <a:latin typeface="Times New Roman"/>
                <a:ea typeface="Times New Roman"/>
                <a:cs typeface="Times New Roman"/>
                <a:sym typeface="Times New Roman"/>
              </a:rPr>
              <a:t>Ronit Dutta</a:t>
            </a:r>
            <a:endParaRPr b="0" i="0" sz="1800" u="none" cap="none" strike="noStrike">
              <a:solidFill>
                <a:schemeClr val="lt1"/>
              </a:solidFill>
              <a:latin typeface="Times New Roman"/>
              <a:ea typeface="Times New Roman"/>
              <a:cs typeface="Times New Roman"/>
              <a:sym typeface="Times New Roman"/>
            </a:endParaRPr>
          </a:p>
        </p:txBody>
      </p:sp>
      <p:pic>
        <p:nvPicPr>
          <p:cNvPr id="94" name="Google Shape;94;g3d19e2b9925_1_319"/>
          <p:cNvPicPr preferRelativeResize="0"/>
          <p:nvPr/>
        </p:nvPicPr>
        <p:blipFill rotWithShape="1">
          <a:blip r:embed="rId4">
            <a:alphaModFix/>
          </a:blip>
          <a:srcRect b="0" l="0" r="0" t="0"/>
          <a:stretch/>
        </p:blipFill>
        <p:spPr>
          <a:xfrm>
            <a:off x="10579375" y="6476299"/>
            <a:ext cx="1500023" cy="585000"/>
          </a:xfrm>
          <a:prstGeom prst="rect">
            <a:avLst/>
          </a:prstGeom>
          <a:noFill/>
          <a:ln>
            <a:noFill/>
          </a:ln>
        </p:spPr>
      </p:pic>
      <p:pic>
        <p:nvPicPr>
          <p:cNvPr id="95" name="Google Shape;95;g3d19e2b9925_1_319"/>
          <p:cNvPicPr preferRelativeResize="0"/>
          <p:nvPr/>
        </p:nvPicPr>
        <p:blipFill rotWithShape="1">
          <a:blip r:embed="rId5">
            <a:alphaModFix/>
          </a:blip>
          <a:srcRect b="0" l="0" r="0" t="0"/>
          <a:stretch/>
        </p:blipFill>
        <p:spPr>
          <a:xfrm>
            <a:off x="10590934" y="6330522"/>
            <a:ext cx="1499906" cy="585000"/>
          </a:xfrm>
          <a:prstGeom prst="rect">
            <a:avLst/>
          </a:prstGeom>
          <a:noFill/>
          <a:ln>
            <a:noFill/>
          </a:ln>
        </p:spPr>
      </p:pic>
      <p:sp>
        <p:nvSpPr>
          <p:cNvPr id="96" name="Google Shape;96;g3d19e2b9925_1_319"/>
          <p:cNvSpPr txBox="1"/>
          <p:nvPr/>
        </p:nvSpPr>
        <p:spPr>
          <a:xfrm>
            <a:off x="-1" y="6288587"/>
            <a:ext cx="5981100" cy="3693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chemeClr val="dk1"/>
              </a:buClr>
              <a:buSzPts val="1800"/>
              <a:buFont typeface="Arial"/>
              <a:buNone/>
            </a:pPr>
            <a:r>
              <a:rPr b="0" i="0" lang="en-US" sz="1800" u="none" cap="none" strike="noStrike">
                <a:solidFill>
                  <a:schemeClr val="lt1"/>
                </a:solidFill>
                <a:latin typeface="Times New Roman"/>
                <a:ea typeface="Times New Roman"/>
                <a:cs typeface="Times New Roman"/>
                <a:sym typeface="Times New Roman"/>
              </a:rPr>
              <a:t>Term Paper Presentation | Ronit Dutta</a:t>
            </a:r>
            <a:endParaRPr b="0" i="0" sz="1800" u="none" cap="none" strike="noStrike">
              <a:solidFill>
                <a:schemeClr val="lt1"/>
              </a:solidFill>
              <a:latin typeface="Times New Roman"/>
              <a:ea typeface="Times New Roman"/>
              <a:cs typeface="Times New Roman"/>
              <a:sym typeface="Times New Roman"/>
            </a:endParaRPr>
          </a:p>
        </p:txBody>
      </p:sp>
      <p:pic>
        <p:nvPicPr>
          <p:cNvPr id="97" name="Google Shape;97;g3d19e2b9925_1_319"/>
          <p:cNvPicPr preferRelativeResize="0"/>
          <p:nvPr/>
        </p:nvPicPr>
        <p:blipFill rotWithShape="1">
          <a:blip r:embed="rId5">
            <a:alphaModFix/>
          </a:blip>
          <a:srcRect b="0" l="0" r="0" t="0"/>
          <a:stretch/>
        </p:blipFill>
        <p:spPr>
          <a:xfrm>
            <a:off x="10590934" y="6330522"/>
            <a:ext cx="1499906" cy="585000"/>
          </a:xfrm>
          <a:prstGeom prst="rect">
            <a:avLst/>
          </a:prstGeom>
          <a:noFill/>
          <a:ln>
            <a:noFill/>
          </a:ln>
        </p:spPr>
      </p:pic>
      <p:sp>
        <p:nvSpPr>
          <p:cNvPr id="98" name="Google Shape;98;g3d19e2b9925_1_319"/>
          <p:cNvSpPr txBox="1"/>
          <p:nvPr/>
        </p:nvSpPr>
        <p:spPr>
          <a:xfrm>
            <a:off x="-1" y="6288587"/>
            <a:ext cx="5981100" cy="3693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chemeClr val="dk1"/>
              </a:buClr>
              <a:buSzPts val="1800"/>
              <a:buFont typeface="Arial"/>
              <a:buNone/>
            </a:pPr>
            <a:r>
              <a:rPr b="0" i="0" lang="en-US" sz="1800" u="none" cap="none" strike="noStrike">
                <a:solidFill>
                  <a:schemeClr val="lt1"/>
                </a:solidFill>
                <a:latin typeface="Times New Roman"/>
                <a:ea typeface="Times New Roman"/>
                <a:cs typeface="Times New Roman"/>
                <a:sym typeface="Times New Roman"/>
              </a:rPr>
              <a:t>Term Paper Presentation | Ronit Dutta</a:t>
            </a:r>
            <a:endParaRPr b="0" i="0" sz="1800" u="none" cap="none" strike="noStrike">
              <a:solidFill>
                <a:schemeClr val="lt1"/>
              </a:solidFill>
              <a:latin typeface="Times New Roman"/>
              <a:ea typeface="Times New Roman"/>
              <a:cs typeface="Times New Roman"/>
              <a:sym typeface="Times New Roman"/>
            </a:endParaRPr>
          </a:p>
        </p:txBody>
      </p:sp>
      <p:pic>
        <p:nvPicPr>
          <p:cNvPr id="99" name="Google Shape;99;g3d19e2b9925_1_319"/>
          <p:cNvPicPr preferRelativeResize="0"/>
          <p:nvPr/>
        </p:nvPicPr>
        <p:blipFill rotWithShape="1">
          <a:blip r:embed="rId5">
            <a:alphaModFix/>
          </a:blip>
          <a:srcRect b="0" l="0" r="0" t="0"/>
          <a:stretch/>
        </p:blipFill>
        <p:spPr>
          <a:xfrm>
            <a:off x="10590934" y="6330522"/>
            <a:ext cx="1499906" cy="585000"/>
          </a:xfrm>
          <a:prstGeom prst="rect">
            <a:avLst/>
          </a:prstGeom>
          <a:noFill/>
          <a:ln>
            <a:noFill/>
          </a:ln>
        </p:spPr>
      </p:pic>
      <p:sp>
        <p:nvSpPr>
          <p:cNvPr id="100" name="Google Shape;100;g3d19e2b9925_1_319"/>
          <p:cNvSpPr txBox="1"/>
          <p:nvPr/>
        </p:nvSpPr>
        <p:spPr>
          <a:xfrm>
            <a:off x="-1" y="6288587"/>
            <a:ext cx="5981100" cy="6465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chemeClr val="dk1"/>
              </a:buClr>
              <a:buSzPts val="1800"/>
              <a:buFont typeface="Arial"/>
              <a:buNone/>
            </a:pPr>
            <a:r>
              <a:rPr b="0" i="0" lang="en-US" sz="1800" u="none" cap="none" strike="noStrike">
                <a:solidFill>
                  <a:schemeClr val="lt1"/>
                </a:solidFill>
                <a:latin typeface="Times New Roman"/>
                <a:ea typeface="Times New Roman"/>
                <a:cs typeface="Times New Roman"/>
                <a:sym typeface="Times New Roman"/>
              </a:rPr>
              <a:t>Machine Learning Professional</a:t>
            </a:r>
            <a:br>
              <a:rPr b="0" i="0" lang="en-US" sz="1800" u="none" cap="none" strike="noStrike">
                <a:solidFill>
                  <a:schemeClr val="lt1"/>
                </a:solidFill>
                <a:latin typeface="Times New Roman"/>
                <a:ea typeface="Times New Roman"/>
                <a:cs typeface="Times New Roman"/>
                <a:sym typeface="Times New Roman"/>
              </a:rPr>
            </a:br>
            <a:r>
              <a:rPr b="0" i="0" lang="en-US" sz="1800" u="none" cap="none" strike="noStrike">
                <a:solidFill>
                  <a:schemeClr val="lt1"/>
                </a:solidFill>
                <a:latin typeface="Times New Roman"/>
                <a:ea typeface="Times New Roman"/>
                <a:cs typeface="Times New Roman"/>
                <a:sym typeface="Times New Roman"/>
              </a:rPr>
              <a:t>Project Presentation</a:t>
            </a:r>
            <a:endParaRPr b="0" i="0" sz="1800" u="none" cap="none" strike="noStrike">
              <a:solidFill>
                <a:schemeClr val="lt1"/>
              </a:solidFill>
              <a:latin typeface="Times New Roman"/>
              <a:ea typeface="Times New Roman"/>
              <a:cs typeface="Times New Roman"/>
              <a:sym typeface="Times New Roman"/>
            </a:endParaRPr>
          </a:p>
        </p:txBody>
      </p:sp>
      <p:pic>
        <p:nvPicPr>
          <p:cNvPr id="101" name="Google Shape;101;g3d19e2b9925_1_319"/>
          <p:cNvPicPr preferRelativeResize="0"/>
          <p:nvPr/>
        </p:nvPicPr>
        <p:blipFill rotWithShape="1">
          <a:blip r:embed="rId4">
            <a:alphaModFix/>
          </a:blip>
          <a:srcRect b="0" l="0" r="0" t="0"/>
          <a:stretch/>
        </p:blipFill>
        <p:spPr>
          <a:xfrm>
            <a:off x="10590875" y="6341462"/>
            <a:ext cx="1500023" cy="585000"/>
          </a:xfrm>
          <a:prstGeom prst="rect">
            <a:avLst/>
          </a:prstGeom>
          <a:noFill/>
          <a:ln>
            <a:noFill/>
          </a:ln>
        </p:spPr>
      </p:pic>
      <p:sp>
        <p:nvSpPr>
          <p:cNvPr id="102" name="Google Shape;102;g3d19e2b9925_1_319"/>
          <p:cNvSpPr txBox="1"/>
          <p:nvPr/>
        </p:nvSpPr>
        <p:spPr>
          <a:xfrm>
            <a:off x="-1" y="6288587"/>
            <a:ext cx="5981100" cy="6465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chemeClr val="dk1"/>
              </a:buClr>
              <a:buSzPts val="1800"/>
              <a:buFont typeface="Arial"/>
              <a:buNone/>
            </a:pPr>
            <a:r>
              <a:rPr b="0" i="0" lang="en-US" sz="1800" u="none" cap="none" strike="noStrike">
                <a:solidFill>
                  <a:schemeClr val="lt1"/>
                </a:solidFill>
                <a:latin typeface="Times New Roman"/>
                <a:ea typeface="Times New Roman"/>
                <a:cs typeface="Times New Roman"/>
                <a:sym typeface="Times New Roman"/>
              </a:rPr>
              <a:t>Machine Learning Professional</a:t>
            </a:r>
            <a:br>
              <a:rPr b="0" i="0" lang="en-US" sz="1800" u="none" cap="none" strike="noStrike">
                <a:solidFill>
                  <a:schemeClr val="lt1"/>
                </a:solidFill>
                <a:latin typeface="Times New Roman"/>
                <a:ea typeface="Times New Roman"/>
                <a:cs typeface="Times New Roman"/>
                <a:sym typeface="Times New Roman"/>
              </a:rPr>
            </a:br>
            <a:r>
              <a:rPr b="0" i="0" lang="en-US" sz="1800" u="none" cap="none" strike="noStrike">
                <a:solidFill>
                  <a:schemeClr val="lt1"/>
                </a:solidFill>
                <a:latin typeface="Times New Roman"/>
                <a:ea typeface="Times New Roman"/>
                <a:cs typeface="Times New Roman"/>
                <a:sym typeface="Times New Roman"/>
              </a:rPr>
              <a:t>Project Presentation</a:t>
            </a:r>
            <a:endParaRPr b="0" i="0" sz="1800" u="none" cap="none" strike="noStrike">
              <a:solidFill>
                <a:schemeClr val="lt1"/>
              </a:solidFill>
              <a:latin typeface="Times New Roman"/>
              <a:ea typeface="Times New Roman"/>
              <a:cs typeface="Times New Roman"/>
              <a:sym typeface="Times New Roman"/>
            </a:endParaRPr>
          </a:p>
        </p:txBody>
      </p:sp>
      <p:pic>
        <p:nvPicPr>
          <p:cNvPr id="103" name="Google Shape;103;g3d19e2b9925_1_319"/>
          <p:cNvPicPr preferRelativeResize="0"/>
          <p:nvPr/>
        </p:nvPicPr>
        <p:blipFill rotWithShape="1">
          <a:blip r:embed="rId4">
            <a:alphaModFix/>
          </a:blip>
          <a:srcRect b="0" l="0" r="0" t="0"/>
          <a:stretch/>
        </p:blipFill>
        <p:spPr>
          <a:xfrm>
            <a:off x="10590875" y="6330524"/>
            <a:ext cx="1500023" cy="585000"/>
          </a:xfrm>
          <a:prstGeom prst="rect">
            <a:avLst/>
          </a:prstGeom>
          <a:noFill/>
          <a:ln>
            <a:noFill/>
          </a:ln>
        </p:spPr>
      </p:pic>
      <p:sp>
        <p:nvSpPr>
          <p:cNvPr id="104" name="Google Shape;104;g3d19e2b9925_1_319"/>
          <p:cNvSpPr txBox="1"/>
          <p:nvPr/>
        </p:nvSpPr>
        <p:spPr>
          <a:xfrm>
            <a:off x="-1" y="6234672"/>
            <a:ext cx="5981100" cy="6465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chemeClr val="dk1"/>
              </a:buClr>
              <a:buSzPts val="1800"/>
              <a:buFont typeface="Arial"/>
              <a:buNone/>
            </a:pPr>
            <a:r>
              <a:rPr b="0" i="0" lang="en-US" sz="1800" u="none" cap="none" strike="noStrike">
                <a:solidFill>
                  <a:schemeClr val="lt1"/>
                </a:solidFill>
                <a:latin typeface="Times New Roman"/>
                <a:ea typeface="Times New Roman"/>
                <a:cs typeface="Times New Roman"/>
                <a:sym typeface="Times New Roman"/>
              </a:rPr>
              <a:t>Machine Learning Professional</a:t>
            </a:r>
            <a:br>
              <a:rPr b="0" i="0" lang="en-US" sz="1800" u="none" cap="none" strike="noStrike">
                <a:solidFill>
                  <a:schemeClr val="lt1"/>
                </a:solidFill>
                <a:latin typeface="Times New Roman"/>
                <a:ea typeface="Times New Roman"/>
                <a:cs typeface="Times New Roman"/>
                <a:sym typeface="Times New Roman"/>
              </a:rPr>
            </a:br>
            <a:r>
              <a:rPr b="0" i="0" lang="en-US" sz="1800" u="none" cap="none" strike="noStrike">
                <a:solidFill>
                  <a:schemeClr val="lt1"/>
                </a:solidFill>
                <a:latin typeface="Times New Roman"/>
                <a:ea typeface="Times New Roman"/>
                <a:cs typeface="Times New Roman"/>
                <a:sym typeface="Times New Roman"/>
              </a:rPr>
              <a:t>Project Presentation</a:t>
            </a:r>
            <a:endParaRPr b="0" i="0" sz="1800" u="none" cap="none" strike="noStrike">
              <a:solidFill>
                <a:schemeClr val="lt1"/>
              </a:solidFill>
              <a:latin typeface="Times New Roman"/>
              <a:ea typeface="Times New Roman"/>
              <a:cs typeface="Times New Roman"/>
              <a:sym typeface="Times New Roman"/>
            </a:endParaRPr>
          </a:p>
        </p:txBody>
      </p:sp>
      <p:pic>
        <p:nvPicPr>
          <p:cNvPr id="105" name="Google Shape;105;g3d19e2b9925_1_319"/>
          <p:cNvPicPr preferRelativeResize="0"/>
          <p:nvPr/>
        </p:nvPicPr>
        <p:blipFill rotWithShape="1">
          <a:blip r:embed="rId4">
            <a:alphaModFix/>
          </a:blip>
          <a:srcRect b="0" l="0" r="0" t="0"/>
          <a:stretch/>
        </p:blipFill>
        <p:spPr>
          <a:xfrm>
            <a:off x="10590875" y="6330524"/>
            <a:ext cx="1500023" cy="585000"/>
          </a:xfrm>
          <a:prstGeom prst="rect">
            <a:avLst/>
          </a:prstGeom>
          <a:noFill/>
          <a:ln>
            <a:noFill/>
          </a:ln>
        </p:spPr>
      </p:pic>
      <p:sp>
        <p:nvSpPr>
          <p:cNvPr id="106" name="Google Shape;106;g3d19e2b9925_1_319"/>
          <p:cNvSpPr txBox="1"/>
          <p:nvPr/>
        </p:nvSpPr>
        <p:spPr>
          <a:xfrm>
            <a:off x="-1" y="6234672"/>
            <a:ext cx="5981100" cy="6465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chemeClr val="dk1"/>
              </a:buClr>
              <a:buSzPts val="1800"/>
              <a:buFont typeface="Arial"/>
              <a:buNone/>
            </a:pPr>
            <a:r>
              <a:rPr b="0" i="0" lang="en-US" sz="1800" u="none" cap="none" strike="noStrike">
                <a:solidFill>
                  <a:schemeClr val="lt1"/>
                </a:solidFill>
                <a:latin typeface="Times New Roman"/>
                <a:ea typeface="Times New Roman"/>
                <a:cs typeface="Times New Roman"/>
                <a:sym typeface="Times New Roman"/>
              </a:rPr>
              <a:t>Machine Learning Professional</a:t>
            </a:r>
            <a:br>
              <a:rPr b="0" i="0" lang="en-US" sz="1800" u="none" cap="none" strike="noStrike">
                <a:solidFill>
                  <a:schemeClr val="lt1"/>
                </a:solidFill>
                <a:latin typeface="Times New Roman"/>
                <a:ea typeface="Times New Roman"/>
                <a:cs typeface="Times New Roman"/>
                <a:sym typeface="Times New Roman"/>
              </a:rPr>
            </a:br>
            <a:r>
              <a:rPr b="0" i="0" lang="en-US" sz="1800" u="none" cap="none" strike="noStrike">
                <a:solidFill>
                  <a:schemeClr val="lt1"/>
                </a:solidFill>
                <a:latin typeface="Times New Roman"/>
                <a:ea typeface="Times New Roman"/>
                <a:cs typeface="Times New Roman"/>
                <a:sym typeface="Times New Roman"/>
              </a:rPr>
              <a:t>Project Presentation</a:t>
            </a:r>
            <a:endParaRPr b="0" i="0" sz="1800" u="none" cap="none" strike="noStrike">
              <a:solidFill>
                <a:schemeClr val="lt1"/>
              </a:solidFill>
              <a:latin typeface="Times New Roman"/>
              <a:ea typeface="Times New Roman"/>
              <a:cs typeface="Times New Roman"/>
              <a:sym typeface="Times New Roman"/>
            </a:endParaRPr>
          </a:p>
        </p:txBody>
      </p:sp>
      <p:pic>
        <p:nvPicPr>
          <p:cNvPr id="107" name="Google Shape;107;g3d19e2b9925_1_319"/>
          <p:cNvPicPr preferRelativeResize="0"/>
          <p:nvPr/>
        </p:nvPicPr>
        <p:blipFill rotWithShape="1">
          <a:blip r:embed="rId4">
            <a:alphaModFix/>
          </a:blip>
          <a:srcRect b="0" l="0" r="0" t="0"/>
          <a:stretch/>
        </p:blipFill>
        <p:spPr>
          <a:xfrm>
            <a:off x="10590875" y="6330524"/>
            <a:ext cx="1500023" cy="585000"/>
          </a:xfrm>
          <a:prstGeom prst="rect">
            <a:avLst/>
          </a:prstGeom>
          <a:noFill/>
          <a:ln>
            <a:noFill/>
          </a:ln>
        </p:spPr>
      </p:pic>
      <p:sp>
        <p:nvSpPr>
          <p:cNvPr id="108" name="Google Shape;108;g3d19e2b9925_1_319"/>
          <p:cNvSpPr txBox="1"/>
          <p:nvPr/>
        </p:nvSpPr>
        <p:spPr>
          <a:xfrm>
            <a:off x="-1" y="6234672"/>
            <a:ext cx="5981100" cy="6465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chemeClr val="dk1"/>
              </a:buClr>
              <a:buSzPts val="1800"/>
              <a:buFont typeface="Arial"/>
              <a:buNone/>
            </a:pPr>
            <a:r>
              <a:rPr b="0" i="0" lang="en-US" sz="1800" u="none" cap="none" strike="noStrike">
                <a:solidFill>
                  <a:schemeClr val="lt1"/>
                </a:solidFill>
                <a:latin typeface="Times New Roman"/>
                <a:ea typeface="Times New Roman"/>
                <a:cs typeface="Times New Roman"/>
                <a:sym typeface="Times New Roman"/>
              </a:rPr>
              <a:t>Nanoelectronics - Seminar Presentation</a:t>
            </a:r>
            <a:br>
              <a:rPr b="0" i="0" lang="en-US" sz="1800" u="none" cap="none" strike="noStrike">
                <a:solidFill>
                  <a:schemeClr val="lt1"/>
                </a:solidFill>
                <a:latin typeface="Times New Roman"/>
                <a:ea typeface="Times New Roman"/>
                <a:cs typeface="Times New Roman"/>
                <a:sym typeface="Times New Roman"/>
              </a:rPr>
            </a:br>
            <a:r>
              <a:rPr b="0" i="0" lang="en-US" sz="1800" u="none" cap="none" strike="noStrike">
                <a:solidFill>
                  <a:schemeClr val="lt1"/>
                </a:solidFill>
                <a:latin typeface="Times New Roman"/>
                <a:ea typeface="Times New Roman"/>
                <a:cs typeface="Times New Roman"/>
                <a:sym typeface="Times New Roman"/>
              </a:rPr>
              <a:t>Ronit Dutta</a:t>
            </a:r>
            <a:endParaRPr b="0" i="0" sz="1800" u="none" cap="none" strike="noStrike">
              <a:solidFill>
                <a:schemeClr val="lt1"/>
              </a:solidFill>
              <a:latin typeface="Times New Roman"/>
              <a:ea typeface="Times New Roman"/>
              <a:cs typeface="Times New Roman"/>
              <a:sym typeface="Times New Roman"/>
            </a:endParaRPr>
          </a:p>
        </p:txBody>
      </p:sp>
      <p:pic>
        <p:nvPicPr>
          <p:cNvPr id="109" name="Google Shape;109;g3d19e2b9925_1_319"/>
          <p:cNvPicPr preferRelativeResize="0"/>
          <p:nvPr/>
        </p:nvPicPr>
        <p:blipFill rotWithShape="1">
          <a:blip r:embed="rId4">
            <a:alphaModFix/>
          </a:blip>
          <a:srcRect b="0" l="0" r="0" t="0"/>
          <a:stretch/>
        </p:blipFill>
        <p:spPr>
          <a:xfrm>
            <a:off x="10590875" y="6330524"/>
            <a:ext cx="1500023" cy="585000"/>
          </a:xfrm>
          <a:prstGeom prst="rect">
            <a:avLst/>
          </a:prstGeom>
          <a:noFill/>
          <a:ln>
            <a:noFill/>
          </a:ln>
        </p:spPr>
      </p:pic>
      <p:pic>
        <p:nvPicPr>
          <p:cNvPr id="110" name="Google Shape;110;g3d19e2b9925_1_319"/>
          <p:cNvPicPr preferRelativeResize="0"/>
          <p:nvPr/>
        </p:nvPicPr>
        <p:blipFill rotWithShape="1">
          <a:blip r:embed="rId5">
            <a:alphaModFix/>
          </a:blip>
          <a:srcRect b="0" l="0" r="0" t="0"/>
          <a:stretch/>
        </p:blipFill>
        <p:spPr>
          <a:xfrm>
            <a:off x="10590934" y="6330522"/>
            <a:ext cx="1499906" cy="585000"/>
          </a:xfrm>
          <a:prstGeom prst="rect">
            <a:avLst/>
          </a:prstGeom>
          <a:noFill/>
          <a:ln>
            <a:noFill/>
          </a:ln>
        </p:spPr>
      </p:pic>
      <p:sp>
        <p:nvSpPr>
          <p:cNvPr id="111" name="Google Shape;111;g3d19e2b9925_1_319"/>
          <p:cNvSpPr txBox="1"/>
          <p:nvPr/>
        </p:nvSpPr>
        <p:spPr>
          <a:xfrm>
            <a:off x="-1" y="6288587"/>
            <a:ext cx="5981100" cy="3693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chemeClr val="dk1"/>
              </a:buClr>
              <a:buSzPts val="1800"/>
              <a:buFont typeface="Arial"/>
              <a:buNone/>
            </a:pPr>
            <a:r>
              <a:rPr b="0" i="0" lang="en-US" sz="1800" u="none" cap="none" strike="noStrike">
                <a:solidFill>
                  <a:schemeClr val="lt1"/>
                </a:solidFill>
                <a:latin typeface="Times New Roman"/>
                <a:ea typeface="Times New Roman"/>
                <a:cs typeface="Times New Roman"/>
                <a:sym typeface="Times New Roman"/>
              </a:rPr>
              <a:t>Term Paper Presentation | Ronit Dutta</a:t>
            </a:r>
            <a:endParaRPr b="0" i="0" sz="1800" u="none" cap="none" strike="noStrike">
              <a:solidFill>
                <a:schemeClr val="lt1"/>
              </a:solidFill>
              <a:latin typeface="Times New Roman"/>
              <a:ea typeface="Times New Roman"/>
              <a:cs typeface="Times New Roman"/>
              <a:sym typeface="Times New Roman"/>
            </a:endParaRPr>
          </a:p>
        </p:txBody>
      </p:sp>
      <p:pic>
        <p:nvPicPr>
          <p:cNvPr id="112" name="Google Shape;112;g3d19e2b9925_1_319"/>
          <p:cNvPicPr preferRelativeResize="0"/>
          <p:nvPr/>
        </p:nvPicPr>
        <p:blipFill rotWithShape="1">
          <a:blip r:embed="rId5">
            <a:alphaModFix/>
          </a:blip>
          <a:srcRect b="0" l="0" r="0" t="0"/>
          <a:stretch/>
        </p:blipFill>
        <p:spPr>
          <a:xfrm>
            <a:off x="10590934" y="6330522"/>
            <a:ext cx="1499906" cy="585000"/>
          </a:xfrm>
          <a:prstGeom prst="rect">
            <a:avLst/>
          </a:prstGeom>
          <a:noFill/>
          <a:ln>
            <a:noFill/>
          </a:ln>
        </p:spPr>
      </p:pic>
      <p:sp>
        <p:nvSpPr>
          <p:cNvPr id="113" name="Google Shape;113;g3d19e2b9925_1_319"/>
          <p:cNvSpPr txBox="1"/>
          <p:nvPr/>
        </p:nvSpPr>
        <p:spPr>
          <a:xfrm>
            <a:off x="-1" y="6288587"/>
            <a:ext cx="5981100" cy="3693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chemeClr val="dk1"/>
              </a:buClr>
              <a:buSzPts val="1800"/>
              <a:buFont typeface="Arial"/>
              <a:buNone/>
            </a:pPr>
            <a:r>
              <a:rPr b="0" i="0" lang="en-US" sz="1800" u="none" cap="none" strike="noStrike">
                <a:solidFill>
                  <a:schemeClr val="lt1"/>
                </a:solidFill>
                <a:latin typeface="Times New Roman"/>
                <a:ea typeface="Times New Roman"/>
                <a:cs typeface="Times New Roman"/>
                <a:sym typeface="Times New Roman"/>
              </a:rPr>
              <a:t>Term Paper Presentation | Ronit Dutta</a:t>
            </a:r>
            <a:endParaRPr b="0" i="0" sz="1800" u="none" cap="none" strike="noStrike">
              <a:solidFill>
                <a:schemeClr val="lt1"/>
              </a:solidFill>
              <a:latin typeface="Times New Roman"/>
              <a:ea typeface="Times New Roman"/>
              <a:cs typeface="Times New Roman"/>
              <a:sym typeface="Times New Roman"/>
            </a:endParaRPr>
          </a:p>
        </p:txBody>
      </p:sp>
      <p:pic>
        <p:nvPicPr>
          <p:cNvPr id="114" name="Google Shape;114;g3d19e2b9925_1_319"/>
          <p:cNvPicPr preferRelativeResize="0"/>
          <p:nvPr/>
        </p:nvPicPr>
        <p:blipFill rotWithShape="1">
          <a:blip r:embed="rId5">
            <a:alphaModFix/>
          </a:blip>
          <a:srcRect b="0" l="0" r="0" t="0"/>
          <a:stretch/>
        </p:blipFill>
        <p:spPr>
          <a:xfrm>
            <a:off x="10590934" y="6330522"/>
            <a:ext cx="1499906" cy="585000"/>
          </a:xfrm>
          <a:prstGeom prst="rect">
            <a:avLst/>
          </a:prstGeom>
          <a:noFill/>
          <a:ln>
            <a:noFill/>
          </a:ln>
        </p:spPr>
      </p:pic>
      <p:sp>
        <p:nvSpPr>
          <p:cNvPr id="115" name="Google Shape;115;g3d19e2b9925_1_319"/>
          <p:cNvSpPr txBox="1"/>
          <p:nvPr/>
        </p:nvSpPr>
        <p:spPr>
          <a:xfrm>
            <a:off x="-1" y="6288587"/>
            <a:ext cx="5981100" cy="6465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chemeClr val="dk1"/>
              </a:buClr>
              <a:buSzPts val="1800"/>
              <a:buFont typeface="Arial"/>
              <a:buNone/>
            </a:pPr>
            <a:r>
              <a:rPr b="0" i="0" lang="en-US" sz="1800" u="none" cap="none" strike="noStrike">
                <a:solidFill>
                  <a:schemeClr val="lt1"/>
                </a:solidFill>
                <a:latin typeface="Times New Roman"/>
                <a:ea typeface="Times New Roman"/>
                <a:cs typeface="Times New Roman"/>
                <a:sym typeface="Times New Roman"/>
              </a:rPr>
              <a:t>Machine Learning Professional</a:t>
            </a:r>
            <a:br>
              <a:rPr b="0" i="0" lang="en-US" sz="1800" u="none" cap="none" strike="noStrike">
                <a:solidFill>
                  <a:schemeClr val="lt1"/>
                </a:solidFill>
                <a:latin typeface="Times New Roman"/>
                <a:ea typeface="Times New Roman"/>
                <a:cs typeface="Times New Roman"/>
                <a:sym typeface="Times New Roman"/>
              </a:rPr>
            </a:br>
            <a:r>
              <a:rPr b="0" i="0" lang="en-US" sz="1800" u="none" cap="none" strike="noStrike">
                <a:solidFill>
                  <a:schemeClr val="lt1"/>
                </a:solidFill>
                <a:latin typeface="Times New Roman"/>
                <a:ea typeface="Times New Roman"/>
                <a:cs typeface="Times New Roman"/>
                <a:sym typeface="Times New Roman"/>
              </a:rPr>
              <a:t>Project Presentation</a:t>
            </a:r>
            <a:endParaRPr b="0" i="0" sz="1800" u="none" cap="none" strike="noStrike">
              <a:solidFill>
                <a:schemeClr val="lt1"/>
              </a:solidFill>
              <a:latin typeface="Times New Roman"/>
              <a:ea typeface="Times New Roman"/>
              <a:cs typeface="Times New Roman"/>
              <a:sym typeface="Times New Roman"/>
            </a:endParaRPr>
          </a:p>
        </p:txBody>
      </p:sp>
      <p:pic>
        <p:nvPicPr>
          <p:cNvPr id="116" name="Google Shape;116;g3d19e2b9925_1_319"/>
          <p:cNvPicPr preferRelativeResize="0"/>
          <p:nvPr/>
        </p:nvPicPr>
        <p:blipFill rotWithShape="1">
          <a:blip r:embed="rId4">
            <a:alphaModFix/>
          </a:blip>
          <a:srcRect b="0" l="0" r="0" t="0"/>
          <a:stretch/>
        </p:blipFill>
        <p:spPr>
          <a:xfrm>
            <a:off x="10590875" y="6341462"/>
            <a:ext cx="1500023" cy="585000"/>
          </a:xfrm>
          <a:prstGeom prst="rect">
            <a:avLst/>
          </a:prstGeom>
          <a:noFill/>
          <a:ln>
            <a:noFill/>
          </a:ln>
        </p:spPr>
      </p:pic>
      <p:sp>
        <p:nvSpPr>
          <p:cNvPr id="117" name="Google Shape;117;g3d19e2b9925_1_319"/>
          <p:cNvSpPr txBox="1"/>
          <p:nvPr/>
        </p:nvSpPr>
        <p:spPr>
          <a:xfrm>
            <a:off x="-1" y="6288587"/>
            <a:ext cx="5981100" cy="6465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chemeClr val="dk1"/>
              </a:buClr>
              <a:buSzPts val="1800"/>
              <a:buFont typeface="Arial"/>
              <a:buNone/>
            </a:pPr>
            <a:r>
              <a:rPr b="0" i="0" lang="en-US" sz="1800" u="none" cap="none" strike="noStrike">
                <a:solidFill>
                  <a:schemeClr val="lt1"/>
                </a:solidFill>
                <a:latin typeface="Times New Roman"/>
                <a:ea typeface="Times New Roman"/>
                <a:cs typeface="Times New Roman"/>
                <a:sym typeface="Times New Roman"/>
              </a:rPr>
              <a:t>Machine Learning Professional</a:t>
            </a:r>
            <a:br>
              <a:rPr b="0" i="0" lang="en-US" sz="1800" u="none" cap="none" strike="noStrike">
                <a:solidFill>
                  <a:schemeClr val="lt1"/>
                </a:solidFill>
                <a:latin typeface="Times New Roman"/>
                <a:ea typeface="Times New Roman"/>
                <a:cs typeface="Times New Roman"/>
                <a:sym typeface="Times New Roman"/>
              </a:rPr>
            </a:br>
            <a:r>
              <a:rPr b="0" i="0" lang="en-US" sz="1800" u="none" cap="none" strike="noStrike">
                <a:solidFill>
                  <a:schemeClr val="lt1"/>
                </a:solidFill>
                <a:latin typeface="Times New Roman"/>
                <a:ea typeface="Times New Roman"/>
                <a:cs typeface="Times New Roman"/>
                <a:sym typeface="Times New Roman"/>
              </a:rPr>
              <a:t>Project Presentation</a:t>
            </a:r>
            <a:endParaRPr b="0" i="0" sz="1800" u="none" cap="none" strike="noStrike">
              <a:solidFill>
                <a:schemeClr val="lt1"/>
              </a:solidFill>
              <a:latin typeface="Times New Roman"/>
              <a:ea typeface="Times New Roman"/>
              <a:cs typeface="Times New Roman"/>
              <a:sym typeface="Times New Roman"/>
            </a:endParaRPr>
          </a:p>
        </p:txBody>
      </p:sp>
      <p:pic>
        <p:nvPicPr>
          <p:cNvPr id="118" name="Google Shape;118;g3d19e2b9925_1_319"/>
          <p:cNvPicPr preferRelativeResize="0"/>
          <p:nvPr/>
        </p:nvPicPr>
        <p:blipFill rotWithShape="1">
          <a:blip r:embed="rId4">
            <a:alphaModFix/>
          </a:blip>
          <a:srcRect b="0" l="0" r="0" t="0"/>
          <a:stretch/>
        </p:blipFill>
        <p:spPr>
          <a:xfrm>
            <a:off x="10590875" y="6330524"/>
            <a:ext cx="1500023" cy="585000"/>
          </a:xfrm>
          <a:prstGeom prst="rect">
            <a:avLst/>
          </a:prstGeom>
          <a:noFill/>
          <a:ln>
            <a:noFill/>
          </a:ln>
        </p:spPr>
      </p:pic>
      <p:sp>
        <p:nvSpPr>
          <p:cNvPr id="119" name="Google Shape;119;g3d19e2b9925_1_319"/>
          <p:cNvSpPr txBox="1"/>
          <p:nvPr/>
        </p:nvSpPr>
        <p:spPr>
          <a:xfrm>
            <a:off x="-1" y="6234672"/>
            <a:ext cx="5981100" cy="6465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chemeClr val="dk1"/>
              </a:buClr>
              <a:buSzPts val="1800"/>
              <a:buFont typeface="Arial"/>
              <a:buNone/>
            </a:pPr>
            <a:r>
              <a:rPr b="0" i="0" lang="en-US" sz="1800" u="none" cap="none" strike="noStrike">
                <a:solidFill>
                  <a:schemeClr val="lt1"/>
                </a:solidFill>
                <a:latin typeface="Times New Roman"/>
                <a:ea typeface="Times New Roman"/>
                <a:cs typeface="Times New Roman"/>
                <a:sym typeface="Times New Roman"/>
              </a:rPr>
              <a:t>Machine Learning Professional</a:t>
            </a:r>
            <a:br>
              <a:rPr b="0" i="0" lang="en-US" sz="1800" u="none" cap="none" strike="noStrike">
                <a:solidFill>
                  <a:schemeClr val="lt1"/>
                </a:solidFill>
                <a:latin typeface="Times New Roman"/>
                <a:ea typeface="Times New Roman"/>
                <a:cs typeface="Times New Roman"/>
                <a:sym typeface="Times New Roman"/>
              </a:rPr>
            </a:br>
            <a:r>
              <a:rPr b="0" i="0" lang="en-US" sz="1800" u="none" cap="none" strike="noStrike">
                <a:solidFill>
                  <a:schemeClr val="lt1"/>
                </a:solidFill>
                <a:latin typeface="Times New Roman"/>
                <a:ea typeface="Times New Roman"/>
                <a:cs typeface="Times New Roman"/>
                <a:sym typeface="Times New Roman"/>
              </a:rPr>
              <a:t>Project Presentation</a:t>
            </a:r>
            <a:endParaRPr b="0" i="0" sz="1800" u="none" cap="none" strike="noStrike">
              <a:solidFill>
                <a:schemeClr val="lt1"/>
              </a:solidFill>
              <a:latin typeface="Times New Roman"/>
              <a:ea typeface="Times New Roman"/>
              <a:cs typeface="Times New Roman"/>
              <a:sym typeface="Times New Roman"/>
            </a:endParaRPr>
          </a:p>
        </p:txBody>
      </p:sp>
      <p:pic>
        <p:nvPicPr>
          <p:cNvPr id="120" name="Google Shape;120;g3d19e2b9925_1_319"/>
          <p:cNvPicPr preferRelativeResize="0"/>
          <p:nvPr/>
        </p:nvPicPr>
        <p:blipFill rotWithShape="1">
          <a:blip r:embed="rId4">
            <a:alphaModFix/>
          </a:blip>
          <a:srcRect b="0" l="0" r="0" t="0"/>
          <a:stretch/>
        </p:blipFill>
        <p:spPr>
          <a:xfrm>
            <a:off x="10590875" y="6330524"/>
            <a:ext cx="1500023" cy="585000"/>
          </a:xfrm>
          <a:prstGeom prst="rect">
            <a:avLst/>
          </a:prstGeom>
          <a:noFill/>
          <a:ln>
            <a:noFill/>
          </a:ln>
        </p:spPr>
      </p:pic>
      <p:sp>
        <p:nvSpPr>
          <p:cNvPr id="121" name="Google Shape;121;g3d19e2b9925_1_319"/>
          <p:cNvSpPr txBox="1"/>
          <p:nvPr/>
        </p:nvSpPr>
        <p:spPr>
          <a:xfrm>
            <a:off x="-1" y="6234672"/>
            <a:ext cx="5981100" cy="6465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chemeClr val="dk1"/>
              </a:buClr>
              <a:buSzPts val="1800"/>
              <a:buFont typeface="Arial"/>
              <a:buNone/>
            </a:pPr>
            <a:r>
              <a:rPr b="0" i="0" lang="en-US" sz="1800" u="none" cap="none" strike="noStrike">
                <a:solidFill>
                  <a:schemeClr val="lt1"/>
                </a:solidFill>
                <a:latin typeface="Times New Roman"/>
                <a:ea typeface="Times New Roman"/>
                <a:cs typeface="Times New Roman"/>
                <a:sym typeface="Times New Roman"/>
              </a:rPr>
              <a:t>Machine Learning Professional</a:t>
            </a:r>
            <a:br>
              <a:rPr b="0" i="0" lang="en-US" sz="1800" u="none" cap="none" strike="noStrike">
                <a:solidFill>
                  <a:schemeClr val="lt1"/>
                </a:solidFill>
                <a:latin typeface="Times New Roman"/>
                <a:ea typeface="Times New Roman"/>
                <a:cs typeface="Times New Roman"/>
                <a:sym typeface="Times New Roman"/>
              </a:rPr>
            </a:br>
            <a:r>
              <a:rPr b="0" i="0" lang="en-US" sz="1800" u="none" cap="none" strike="noStrike">
                <a:solidFill>
                  <a:schemeClr val="lt1"/>
                </a:solidFill>
                <a:latin typeface="Times New Roman"/>
                <a:ea typeface="Times New Roman"/>
                <a:cs typeface="Times New Roman"/>
                <a:sym typeface="Times New Roman"/>
              </a:rPr>
              <a:t>Project Presentation</a:t>
            </a:r>
            <a:endParaRPr b="0" i="0" sz="1800" u="none" cap="none" strike="noStrike">
              <a:solidFill>
                <a:schemeClr val="lt1"/>
              </a:solidFill>
              <a:latin typeface="Times New Roman"/>
              <a:ea typeface="Times New Roman"/>
              <a:cs typeface="Times New Roman"/>
              <a:sym typeface="Times New Roman"/>
            </a:endParaRPr>
          </a:p>
        </p:txBody>
      </p:sp>
      <p:pic>
        <p:nvPicPr>
          <p:cNvPr id="122" name="Google Shape;122;g3d19e2b9925_1_319"/>
          <p:cNvPicPr preferRelativeResize="0"/>
          <p:nvPr/>
        </p:nvPicPr>
        <p:blipFill rotWithShape="1">
          <a:blip r:embed="rId4">
            <a:alphaModFix/>
          </a:blip>
          <a:srcRect b="0" l="0" r="0" t="0"/>
          <a:stretch/>
        </p:blipFill>
        <p:spPr>
          <a:xfrm>
            <a:off x="10590875" y="6330524"/>
            <a:ext cx="1500023" cy="585000"/>
          </a:xfrm>
          <a:prstGeom prst="rect">
            <a:avLst/>
          </a:prstGeom>
          <a:noFill/>
          <a:ln>
            <a:noFill/>
          </a:ln>
        </p:spPr>
      </p:pic>
      <p:sp>
        <p:nvSpPr>
          <p:cNvPr id="123" name="Google Shape;123;g3d19e2b9925_1_319"/>
          <p:cNvSpPr txBox="1"/>
          <p:nvPr/>
        </p:nvSpPr>
        <p:spPr>
          <a:xfrm>
            <a:off x="-1" y="6234672"/>
            <a:ext cx="5981100" cy="6465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chemeClr val="dk1"/>
              </a:buClr>
              <a:buSzPts val="1800"/>
              <a:buFont typeface="Arial"/>
              <a:buNone/>
            </a:pPr>
            <a:r>
              <a:rPr b="0" i="0" lang="en-US" sz="1800" u="none" cap="none" strike="noStrike">
                <a:solidFill>
                  <a:schemeClr val="lt1"/>
                </a:solidFill>
                <a:latin typeface="Times New Roman"/>
                <a:ea typeface="Times New Roman"/>
                <a:cs typeface="Times New Roman"/>
                <a:sym typeface="Times New Roman"/>
              </a:rPr>
              <a:t>Nanoelectronics - Seminar Presentation</a:t>
            </a:r>
            <a:br>
              <a:rPr b="0" i="0" lang="en-US" sz="1800" u="none" cap="none" strike="noStrike">
                <a:solidFill>
                  <a:schemeClr val="lt1"/>
                </a:solidFill>
                <a:latin typeface="Times New Roman"/>
                <a:ea typeface="Times New Roman"/>
                <a:cs typeface="Times New Roman"/>
                <a:sym typeface="Times New Roman"/>
              </a:rPr>
            </a:br>
            <a:r>
              <a:rPr b="0" i="0" lang="en-US" sz="1800" u="none" cap="none" strike="noStrike">
                <a:solidFill>
                  <a:schemeClr val="lt1"/>
                </a:solidFill>
                <a:latin typeface="Times New Roman"/>
                <a:ea typeface="Times New Roman"/>
                <a:cs typeface="Times New Roman"/>
                <a:sym typeface="Times New Roman"/>
              </a:rPr>
              <a:t>Ronit Dutta</a:t>
            </a:r>
            <a:endParaRPr b="0" i="0" sz="1800" u="none" cap="none" strike="noStrike">
              <a:solidFill>
                <a:schemeClr val="lt1"/>
              </a:solidFill>
              <a:latin typeface="Times New Roman"/>
              <a:ea typeface="Times New Roman"/>
              <a:cs typeface="Times New Roman"/>
              <a:sym typeface="Times New Roman"/>
            </a:endParaRPr>
          </a:p>
        </p:txBody>
      </p:sp>
      <p:pic>
        <p:nvPicPr>
          <p:cNvPr id="124" name="Google Shape;124;g3d19e2b9925_1_319"/>
          <p:cNvPicPr preferRelativeResize="0"/>
          <p:nvPr/>
        </p:nvPicPr>
        <p:blipFill rotWithShape="1">
          <a:blip r:embed="rId4">
            <a:alphaModFix/>
          </a:blip>
          <a:srcRect b="0" l="0" r="0" t="0"/>
          <a:stretch/>
        </p:blipFill>
        <p:spPr>
          <a:xfrm>
            <a:off x="10590875" y="6330524"/>
            <a:ext cx="1500023" cy="585000"/>
          </a:xfrm>
          <a:prstGeom prst="rect">
            <a:avLst/>
          </a:prstGeom>
          <a:noFill/>
          <a:ln>
            <a:noFill/>
          </a:ln>
        </p:spPr>
      </p:pic>
      <p:pic>
        <p:nvPicPr>
          <p:cNvPr id="125" name="Google Shape;125;g3d19e2b9925_1_319"/>
          <p:cNvPicPr preferRelativeResize="0"/>
          <p:nvPr/>
        </p:nvPicPr>
        <p:blipFill rotWithShape="1">
          <a:blip r:embed="rId6">
            <a:alphaModFix/>
          </a:blip>
          <a:srcRect b="0" l="0" r="0" t="0"/>
          <a:stretch/>
        </p:blipFill>
        <p:spPr>
          <a:xfrm>
            <a:off x="0" y="6234674"/>
            <a:ext cx="12192000" cy="1165875"/>
          </a:xfrm>
          <a:prstGeom prst="rect">
            <a:avLst/>
          </a:prstGeom>
          <a:noFill/>
          <a:ln>
            <a:noFill/>
          </a:ln>
        </p:spPr>
      </p:pic>
      <p:sp>
        <p:nvSpPr>
          <p:cNvPr id="126" name="Google Shape;126;g3d19e2b9925_1_319"/>
          <p:cNvSpPr txBox="1"/>
          <p:nvPr/>
        </p:nvSpPr>
        <p:spPr>
          <a:xfrm>
            <a:off x="-1" y="6310697"/>
            <a:ext cx="5981100" cy="6465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chemeClr val="dk1"/>
              </a:buClr>
              <a:buSzPts val="1800"/>
              <a:buFont typeface="Arial"/>
              <a:buNone/>
            </a:pPr>
            <a:r>
              <a:rPr lang="en-US" sz="1800">
                <a:solidFill>
                  <a:schemeClr val="lt1"/>
                </a:solidFill>
                <a:latin typeface="Times New Roman"/>
                <a:ea typeface="Times New Roman"/>
                <a:cs typeface="Times New Roman"/>
                <a:sym typeface="Times New Roman"/>
              </a:rPr>
              <a:t>Applied Mathematics for Engineering [MIDTERM PROJECT]</a:t>
            </a:r>
            <a:br>
              <a:rPr b="0" i="0" lang="en-US" sz="1800" u="none" cap="none" strike="noStrike">
                <a:solidFill>
                  <a:schemeClr val="lt1"/>
                </a:solidFill>
                <a:latin typeface="Times New Roman"/>
                <a:ea typeface="Times New Roman"/>
                <a:cs typeface="Times New Roman"/>
                <a:sym typeface="Times New Roman"/>
              </a:rPr>
            </a:br>
            <a:r>
              <a:rPr b="0" i="0" lang="en-US" sz="1800" u="none" cap="none" strike="noStrike">
                <a:solidFill>
                  <a:schemeClr val="lt1"/>
                </a:solidFill>
                <a:latin typeface="Times New Roman"/>
                <a:ea typeface="Times New Roman"/>
                <a:cs typeface="Times New Roman"/>
                <a:sym typeface="Times New Roman"/>
              </a:rPr>
              <a:t>Ronit Dutta</a:t>
            </a:r>
            <a:endParaRPr b="0" i="0" sz="1800" u="none" cap="none" strike="noStrike">
              <a:solidFill>
                <a:schemeClr val="lt1"/>
              </a:solidFill>
              <a:latin typeface="Times New Roman"/>
              <a:ea typeface="Times New Roman"/>
              <a:cs typeface="Times New Roman"/>
              <a:sym typeface="Times New Roman"/>
            </a:endParaRPr>
          </a:p>
        </p:txBody>
      </p:sp>
      <p:pic>
        <p:nvPicPr>
          <p:cNvPr id="127" name="Google Shape;127;g3d19e2b9925_1_319"/>
          <p:cNvPicPr preferRelativeResize="0"/>
          <p:nvPr/>
        </p:nvPicPr>
        <p:blipFill rotWithShape="1">
          <a:blip r:embed="rId4">
            <a:alphaModFix/>
          </a:blip>
          <a:srcRect b="0" l="0" r="0" t="0"/>
          <a:stretch/>
        </p:blipFill>
        <p:spPr>
          <a:xfrm>
            <a:off x="10579375" y="6341449"/>
            <a:ext cx="1500023" cy="585000"/>
          </a:xfrm>
          <a:prstGeom prst="rect">
            <a:avLst/>
          </a:prstGeom>
          <a:noFill/>
          <a:ln>
            <a:noFill/>
          </a:ln>
        </p:spPr>
      </p:pic>
      <p:sp>
        <p:nvSpPr>
          <p:cNvPr id="128" name="Google Shape;128;g3d19e2b9925_1_319"/>
          <p:cNvSpPr txBox="1"/>
          <p:nvPr/>
        </p:nvSpPr>
        <p:spPr>
          <a:xfrm>
            <a:off x="3371850" y="159000"/>
            <a:ext cx="5448300" cy="585000"/>
          </a:xfrm>
          <a:prstGeom prst="rect">
            <a:avLst/>
          </a:prstGeom>
          <a:no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None/>
            </a:pPr>
            <a:r>
              <a:rPr lang="en-US" sz="3200">
                <a:solidFill>
                  <a:schemeClr val="dk1"/>
                </a:solidFill>
                <a:latin typeface="Times New Roman"/>
                <a:ea typeface="Times New Roman"/>
                <a:cs typeface="Times New Roman"/>
                <a:sym typeface="Times New Roman"/>
              </a:rPr>
              <a:t>Abstract and Motivation</a:t>
            </a:r>
            <a:endParaRPr sz="2800">
              <a:solidFill>
                <a:schemeClr val="dk1"/>
              </a:solidFill>
              <a:latin typeface="Calibri"/>
              <a:ea typeface="Calibri"/>
              <a:cs typeface="Calibri"/>
              <a:sym typeface="Calibri"/>
            </a:endParaRPr>
          </a:p>
        </p:txBody>
      </p:sp>
      <p:sp>
        <p:nvSpPr>
          <p:cNvPr id="129" name="Google Shape;129;g3d19e2b9925_1_319"/>
          <p:cNvSpPr txBox="1"/>
          <p:nvPr/>
        </p:nvSpPr>
        <p:spPr>
          <a:xfrm>
            <a:off x="320400" y="784200"/>
            <a:ext cx="11551200" cy="5289600"/>
          </a:xfrm>
          <a:prstGeom prst="rect">
            <a:avLst/>
          </a:prstGeom>
          <a:noFill/>
          <a:ln cap="flat" cmpd="sng" w="19050">
            <a:solidFill>
              <a:srgbClr val="000000"/>
            </a:solidFill>
            <a:prstDash val="solid"/>
            <a:round/>
            <a:headEnd len="sm" w="sm" type="none"/>
            <a:tailEnd len="sm" w="sm" type="none"/>
          </a:ln>
        </p:spPr>
        <p:txBody>
          <a:bodyPr anchorCtr="0" anchor="ctr" bIns="91425" lIns="91425" spcFirstLastPara="1" rIns="91425" wrap="square" tIns="91425">
            <a:noAutofit/>
          </a:bodyPr>
          <a:lstStyle/>
          <a:p>
            <a:pPr indent="0" lvl="0" marL="0" rtl="0" algn="just">
              <a:lnSpc>
                <a:spcPct val="115000"/>
              </a:lnSpc>
              <a:spcBef>
                <a:spcPts val="1200"/>
              </a:spcBef>
              <a:spcAft>
                <a:spcPts val="0"/>
              </a:spcAft>
              <a:buClr>
                <a:schemeClr val="dk1"/>
              </a:buClr>
              <a:buSzPts val="1100"/>
              <a:buFont typeface="Arial"/>
              <a:buNone/>
            </a:pPr>
            <a:r>
              <a:rPr lang="en-US" sz="1500">
                <a:solidFill>
                  <a:schemeClr val="dk1"/>
                </a:solidFill>
                <a:latin typeface="Georgia"/>
                <a:ea typeface="Georgia"/>
                <a:cs typeface="Georgia"/>
                <a:sym typeface="Georgia"/>
              </a:rPr>
              <a:t>Scattering theory provides a setting in which several standard mathematical tools like ordinary differential equations, special functions, Fourier methods, and complex analysis appear together in a natural and unified way. Rather than separating physical situations into “bound” and “unbound” problems, the same underlying framework can be used to study how wavefunctions behave both near regions of interaction and far away from them. The central idea is to treat the motion of a particle as a propagation problem: given an incident wave, determine how it evolves under a potential, and understand how its structure changes between the interaction region and the asymptotic regime. In this sense, confinement and scattering are not distinct categories but different manifestations of the same dynamics viewed under different boundary conditions.</a:t>
            </a:r>
            <a:endParaRPr sz="1500">
              <a:solidFill>
                <a:schemeClr val="dk1"/>
              </a:solidFill>
              <a:latin typeface="Georgia"/>
              <a:ea typeface="Georgia"/>
              <a:cs typeface="Georgia"/>
              <a:sym typeface="Georgia"/>
            </a:endParaRPr>
          </a:p>
          <a:p>
            <a:pPr indent="0" lvl="0" marL="0" rtl="0" algn="just">
              <a:lnSpc>
                <a:spcPct val="115000"/>
              </a:lnSpc>
              <a:spcBef>
                <a:spcPts val="1200"/>
              </a:spcBef>
              <a:spcAft>
                <a:spcPts val="0"/>
              </a:spcAft>
              <a:buClr>
                <a:schemeClr val="dk1"/>
              </a:buClr>
              <a:buSzPts val="1100"/>
              <a:buFont typeface="Arial"/>
              <a:buNone/>
            </a:pPr>
            <a:r>
              <a:rPr lang="en-US" sz="1500">
                <a:solidFill>
                  <a:schemeClr val="dk1"/>
                </a:solidFill>
                <a:latin typeface="Georgia"/>
                <a:ea typeface="Georgia"/>
                <a:cs typeface="Georgia"/>
                <a:sym typeface="Georgia"/>
              </a:rPr>
              <a:t>At the level of the Schrödinger equation, the problem reduces to solving a second-order linear differential equation in regions of constant or slowly varying potential, and enforcing continuity conditions at interfaces. In one dimension this leads directly to reflection and transmission amplitudes, while in three dimensions separation of variables produces a radial equation with an effective centrifugal term. The resulting solutions are expressed in terms of Bessel and spherical Bessel functions, and form the basis of the partial wave decomposition.</a:t>
            </a:r>
            <a:endParaRPr sz="1500">
              <a:solidFill>
                <a:schemeClr val="dk1"/>
              </a:solidFill>
              <a:latin typeface="Georgia"/>
              <a:ea typeface="Georgia"/>
              <a:cs typeface="Georgia"/>
              <a:sym typeface="Georgia"/>
            </a:endParaRPr>
          </a:p>
          <a:p>
            <a:pPr indent="0" lvl="0" marL="0" rtl="0" algn="just">
              <a:lnSpc>
                <a:spcPct val="115000"/>
              </a:lnSpc>
              <a:spcBef>
                <a:spcPts val="1200"/>
              </a:spcBef>
              <a:spcAft>
                <a:spcPts val="0"/>
              </a:spcAft>
              <a:buClr>
                <a:schemeClr val="dk1"/>
              </a:buClr>
              <a:buSzPts val="1100"/>
              <a:buFont typeface="Arial"/>
              <a:buNone/>
            </a:pPr>
            <a:r>
              <a:rPr lang="en-US" sz="1500">
                <a:solidFill>
                  <a:schemeClr val="dk1"/>
                </a:solidFill>
                <a:latin typeface="Georgia"/>
                <a:ea typeface="Georgia"/>
                <a:cs typeface="Georgia"/>
                <a:sym typeface="Georgia"/>
              </a:rPr>
              <a:t>Fourier methods enter through the representation of incident states as superpositions of plane waves, making explicit the relation between momentum space and position space descriptions. Extending the analysis to complex wave numbers reveals further structure: poles of the scattering amplitudes correspond to bound states and resonances, providing a direct link between analytic properties and physical spectra.</a:t>
            </a:r>
            <a:endParaRPr sz="1500">
              <a:solidFill>
                <a:schemeClr val="dk1"/>
              </a:solidFill>
              <a:latin typeface="Georgia"/>
              <a:ea typeface="Georgia"/>
              <a:cs typeface="Georgia"/>
              <a:sym typeface="Georgia"/>
            </a:endParaRPr>
          </a:p>
          <a:p>
            <a:pPr indent="0" lvl="0" marL="0" rtl="0" algn="just">
              <a:lnSpc>
                <a:spcPct val="115000"/>
              </a:lnSpc>
              <a:spcBef>
                <a:spcPts val="1200"/>
              </a:spcBef>
              <a:spcAft>
                <a:spcPts val="1200"/>
              </a:spcAft>
              <a:buNone/>
            </a:pPr>
            <a:r>
              <a:rPr lang="en-US" sz="1500">
                <a:solidFill>
                  <a:schemeClr val="dk1"/>
                </a:solidFill>
                <a:latin typeface="Georgia"/>
                <a:ea typeface="Georgia"/>
                <a:cs typeface="Georgia"/>
                <a:sym typeface="Georgia"/>
              </a:rPr>
              <a:t>The aim of this project is to use scattering as a framework in which these techniques are not introduced separately, but seen operating together in a single, coherent construction.</a:t>
            </a:r>
            <a:endParaRPr sz="1500">
              <a:solidFill>
                <a:schemeClr val="dk1"/>
              </a:solidFill>
              <a:latin typeface="Georgia"/>
              <a:ea typeface="Georgia"/>
              <a:cs typeface="Georgia"/>
              <a:sym typeface="Georgia"/>
            </a:endParaRPr>
          </a:p>
        </p:txBody>
      </p:sp>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33" name="Shape 133"/>
        <p:cNvGrpSpPr/>
        <p:nvPr/>
      </p:nvGrpSpPr>
      <p:grpSpPr>
        <a:xfrm>
          <a:off x="0" y="0"/>
          <a:ext cx="0" cy="0"/>
          <a:chOff x="0" y="0"/>
          <a:chExt cx="0" cy="0"/>
        </a:xfrm>
      </p:grpSpPr>
      <p:sp>
        <p:nvSpPr>
          <p:cNvPr id="134" name="Google Shape;134;g3d19e2b9925_1_0"/>
          <p:cNvSpPr txBox="1"/>
          <p:nvPr/>
        </p:nvSpPr>
        <p:spPr>
          <a:xfrm>
            <a:off x="444475" y="975175"/>
            <a:ext cx="5820000" cy="4986600"/>
          </a:xfrm>
          <a:prstGeom prst="rect">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228600" lvl="0" marL="800100" marR="0" rtl="0" algn="l">
              <a:lnSpc>
                <a:spcPct val="115000"/>
              </a:lnSpc>
              <a:spcBef>
                <a:spcPts val="0"/>
              </a:spcBef>
              <a:spcAft>
                <a:spcPts val="0"/>
              </a:spcAft>
              <a:buClr>
                <a:schemeClr val="dk1"/>
              </a:buClr>
              <a:buSzPts val="1800"/>
              <a:buFont typeface="Georgia"/>
              <a:buAutoNum type="arabicPeriod"/>
            </a:pPr>
            <a:r>
              <a:rPr b="0" i="0" lang="en-US" sz="1800" u="none" cap="none" strike="noStrike">
                <a:solidFill>
                  <a:schemeClr val="dk1"/>
                </a:solidFill>
                <a:latin typeface="Georgia"/>
                <a:ea typeface="Georgia"/>
                <a:cs typeface="Georgia"/>
                <a:sym typeface="Georgia"/>
              </a:rPr>
              <a:t>Introduction</a:t>
            </a:r>
            <a:endParaRPr b="0" i="0" sz="1800" u="none" cap="none" strike="noStrike">
              <a:solidFill>
                <a:schemeClr val="dk1"/>
              </a:solidFill>
              <a:latin typeface="Georgia"/>
              <a:ea typeface="Georgia"/>
              <a:cs typeface="Georgia"/>
              <a:sym typeface="Georgia"/>
            </a:endParaRPr>
          </a:p>
          <a:p>
            <a:pPr indent="-228600" lvl="1" marL="1028700" marR="0" rtl="0" algn="l">
              <a:lnSpc>
                <a:spcPct val="80000"/>
              </a:lnSpc>
              <a:spcBef>
                <a:spcPts val="1000"/>
              </a:spcBef>
              <a:spcAft>
                <a:spcPts val="0"/>
              </a:spcAft>
              <a:buClr>
                <a:schemeClr val="dk1"/>
              </a:buClr>
              <a:buSzPts val="1800"/>
              <a:buFont typeface="Georgia"/>
              <a:buChar char="○"/>
            </a:pPr>
            <a:r>
              <a:rPr lang="en-US" sz="1800">
                <a:solidFill>
                  <a:schemeClr val="dk1"/>
                </a:solidFill>
                <a:latin typeface="Georgia"/>
                <a:ea typeface="Georgia"/>
                <a:cs typeface="Georgia"/>
                <a:sym typeface="Georgia"/>
              </a:rPr>
              <a:t>Schrodinger equation as energy</a:t>
            </a:r>
            <a:br>
              <a:rPr lang="en-US" sz="1800">
                <a:solidFill>
                  <a:schemeClr val="dk1"/>
                </a:solidFill>
                <a:latin typeface="Georgia"/>
                <a:ea typeface="Georgia"/>
                <a:cs typeface="Georgia"/>
                <a:sym typeface="Georgia"/>
              </a:rPr>
            </a:br>
            <a:r>
              <a:rPr lang="en-US" sz="1800">
                <a:solidFill>
                  <a:schemeClr val="dk1"/>
                </a:solidFill>
                <a:latin typeface="Georgia"/>
                <a:ea typeface="Georgia"/>
                <a:cs typeface="Georgia"/>
                <a:sym typeface="Georgia"/>
              </a:rPr>
              <a:t>conservation and eigenvalue equation</a:t>
            </a:r>
            <a:endParaRPr sz="1800">
              <a:solidFill>
                <a:schemeClr val="dk1"/>
              </a:solidFill>
              <a:latin typeface="Georgia"/>
              <a:ea typeface="Georgia"/>
              <a:cs typeface="Georgia"/>
              <a:sym typeface="Georgia"/>
            </a:endParaRPr>
          </a:p>
          <a:p>
            <a:pPr indent="-228600" lvl="1" marL="1028700" marR="0" rtl="0" algn="l">
              <a:lnSpc>
                <a:spcPct val="80000"/>
              </a:lnSpc>
              <a:spcBef>
                <a:spcPts val="1000"/>
              </a:spcBef>
              <a:spcAft>
                <a:spcPts val="0"/>
              </a:spcAft>
              <a:buClr>
                <a:schemeClr val="dk1"/>
              </a:buClr>
              <a:buSzPts val="1800"/>
              <a:buFont typeface="Georgia"/>
              <a:buChar char="○"/>
            </a:pPr>
            <a:r>
              <a:rPr lang="en-US" sz="1800">
                <a:solidFill>
                  <a:schemeClr val="dk1"/>
                </a:solidFill>
                <a:latin typeface="Georgia"/>
                <a:ea typeface="Georgia"/>
                <a:cs typeface="Georgia"/>
                <a:sym typeface="Georgia"/>
              </a:rPr>
              <a:t>Fourier conjugates &amp; uncertainty principle</a:t>
            </a:r>
            <a:endParaRPr sz="1800">
              <a:solidFill>
                <a:schemeClr val="dk1"/>
              </a:solidFill>
              <a:latin typeface="Georgia"/>
              <a:ea typeface="Georgia"/>
              <a:cs typeface="Georgia"/>
              <a:sym typeface="Georgia"/>
            </a:endParaRPr>
          </a:p>
          <a:p>
            <a:pPr indent="-228600" lvl="1" marL="1028700" marR="0" rtl="0" algn="l">
              <a:lnSpc>
                <a:spcPct val="80000"/>
              </a:lnSpc>
              <a:spcBef>
                <a:spcPts val="1000"/>
              </a:spcBef>
              <a:spcAft>
                <a:spcPts val="0"/>
              </a:spcAft>
              <a:buClr>
                <a:schemeClr val="dk1"/>
              </a:buClr>
              <a:buSzPts val="1800"/>
              <a:buFont typeface="Georgia"/>
              <a:buChar char="○"/>
            </a:pPr>
            <a:r>
              <a:rPr lang="en-US" sz="1800">
                <a:solidFill>
                  <a:schemeClr val="dk1"/>
                </a:solidFill>
                <a:latin typeface="Georgia"/>
                <a:ea typeface="Georgia"/>
                <a:cs typeface="Georgia"/>
                <a:sym typeface="Georgia"/>
              </a:rPr>
              <a:t>Confined vs scattering states</a:t>
            </a:r>
            <a:endParaRPr sz="1800">
              <a:solidFill>
                <a:schemeClr val="dk1"/>
              </a:solidFill>
              <a:latin typeface="Georgia"/>
              <a:ea typeface="Georgia"/>
              <a:cs typeface="Georgia"/>
              <a:sym typeface="Georgia"/>
            </a:endParaRPr>
          </a:p>
          <a:p>
            <a:pPr indent="-228600" lvl="1" marL="1028700" marR="0" rtl="0" algn="l">
              <a:lnSpc>
                <a:spcPct val="80000"/>
              </a:lnSpc>
              <a:spcBef>
                <a:spcPts val="1000"/>
              </a:spcBef>
              <a:spcAft>
                <a:spcPts val="0"/>
              </a:spcAft>
              <a:buClr>
                <a:schemeClr val="dk1"/>
              </a:buClr>
              <a:buSzPts val="1800"/>
              <a:buFont typeface="Georgia"/>
              <a:buChar char="○"/>
            </a:pPr>
            <a:r>
              <a:rPr lang="en-US" sz="1800">
                <a:solidFill>
                  <a:schemeClr val="dk1"/>
                </a:solidFill>
                <a:latin typeface="Georgia"/>
                <a:ea typeface="Georgia"/>
                <a:cs typeface="Georgia"/>
                <a:sym typeface="Georgia"/>
              </a:rPr>
              <a:t>Common 1D scattering</a:t>
            </a:r>
            <a:endParaRPr sz="1800">
              <a:solidFill>
                <a:schemeClr val="dk1"/>
              </a:solidFill>
              <a:latin typeface="Georgia"/>
              <a:ea typeface="Georgia"/>
              <a:cs typeface="Georgia"/>
              <a:sym typeface="Georgia"/>
            </a:endParaRPr>
          </a:p>
          <a:p>
            <a:pPr indent="-228600" lvl="0" marL="800100" marR="0" rtl="0" algn="l">
              <a:lnSpc>
                <a:spcPct val="115000"/>
              </a:lnSpc>
              <a:spcBef>
                <a:spcPts val="1000"/>
              </a:spcBef>
              <a:spcAft>
                <a:spcPts val="0"/>
              </a:spcAft>
              <a:buClr>
                <a:schemeClr val="dk1"/>
              </a:buClr>
              <a:buSzPts val="1800"/>
              <a:buFont typeface="Georgia"/>
              <a:buAutoNum type="arabicPeriod"/>
            </a:pPr>
            <a:r>
              <a:rPr lang="en-US" sz="1800">
                <a:solidFill>
                  <a:schemeClr val="dk1"/>
                </a:solidFill>
                <a:latin typeface="Georgia"/>
                <a:ea typeface="Georgia"/>
                <a:cs typeface="Georgia"/>
                <a:sym typeface="Georgia"/>
              </a:rPr>
              <a:t>S-matrix and its properties</a:t>
            </a:r>
            <a:endParaRPr sz="1800">
              <a:solidFill>
                <a:schemeClr val="dk1"/>
              </a:solidFill>
              <a:latin typeface="Georgia"/>
              <a:ea typeface="Georgia"/>
              <a:cs typeface="Georgia"/>
              <a:sym typeface="Georgia"/>
            </a:endParaRPr>
          </a:p>
          <a:p>
            <a:pPr indent="-228600" lvl="1" marL="1028700" marR="0" rtl="0" algn="l">
              <a:lnSpc>
                <a:spcPct val="80000"/>
              </a:lnSpc>
              <a:spcBef>
                <a:spcPts val="1000"/>
              </a:spcBef>
              <a:spcAft>
                <a:spcPts val="0"/>
              </a:spcAft>
              <a:buClr>
                <a:schemeClr val="dk1"/>
              </a:buClr>
              <a:buSzPts val="1800"/>
              <a:buFont typeface="Georgia"/>
              <a:buChar char="○"/>
            </a:pPr>
            <a:r>
              <a:rPr lang="en-US" sz="1800">
                <a:solidFill>
                  <a:schemeClr val="dk1"/>
                </a:solidFill>
                <a:latin typeface="Georgia"/>
                <a:ea typeface="Georgia"/>
                <a:cs typeface="Georgia"/>
                <a:sym typeface="Georgia"/>
              </a:rPr>
              <a:t>1D solutions using S matrix</a:t>
            </a:r>
            <a:endParaRPr sz="1800">
              <a:solidFill>
                <a:schemeClr val="dk1"/>
              </a:solidFill>
              <a:latin typeface="Georgia"/>
              <a:ea typeface="Georgia"/>
              <a:cs typeface="Georgia"/>
              <a:sym typeface="Georgia"/>
            </a:endParaRPr>
          </a:p>
          <a:p>
            <a:pPr indent="-228600" lvl="1" marL="1028700" marR="0" rtl="0" algn="l">
              <a:lnSpc>
                <a:spcPct val="80000"/>
              </a:lnSpc>
              <a:spcBef>
                <a:spcPts val="1000"/>
              </a:spcBef>
              <a:spcAft>
                <a:spcPts val="0"/>
              </a:spcAft>
              <a:buClr>
                <a:schemeClr val="dk1"/>
              </a:buClr>
              <a:buSzPts val="1800"/>
              <a:buFont typeface="Georgia"/>
              <a:buChar char="○"/>
            </a:pPr>
            <a:r>
              <a:rPr lang="en-US" sz="1800">
                <a:solidFill>
                  <a:schemeClr val="dk1"/>
                </a:solidFill>
                <a:latin typeface="Georgia"/>
                <a:ea typeface="Georgia"/>
                <a:cs typeface="Georgia"/>
                <a:sym typeface="Georgia"/>
              </a:rPr>
              <a:t>Resonance</a:t>
            </a:r>
            <a:endParaRPr sz="1800">
              <a:solidFill>
                <a:schemeClr val="dk1"/>
              </a:solidFill>
              <a:latin typeface="Georgia"/>
              <a:ea typeface="Georgia"/>
              <a:cs typeface="Georgia"/>
              <a:sym typeface="Georgia"/>
            </a:endParaRPr>
          </a:p>
          <a:p>
            <a:pPr indent="-228600" lvl="0" marL="800100" marR="0" rtl="0" algn="l">
              <a:lnSpc>
                <a:spcPct val="115000"/>
              </a:lnSpc>
              <a:spcBef>
                <a:spcPts val="1000"/>
              </a:spcBef>
              <a:spcAft>
                <a:spcPts val="0"/>
              </a:spcAft>
              <a:buClr>
                <a:schemeClr val="dk1"/>
              </a:buClr>
              <a:buSzPts val="1800"/>
              <a:buFont typeface="Georgia"/>
              <a:buAutoNum type="arabicPeriod"/>
            </a:pPr>
            <a:r>
              <a:rPr lang="en-US" sz="1800">
                <a:solidFill>
                  <a:schemeClr val="dk1"/>
                </a:solidFill>
                <a:latin typeface="Georgia"/>
                <a:ea typeface="Georgia"/>
                <a:cs typeface="Georgia"/>
                <a:sym typeface="Georgia"/>
              </a:rPr>
              <a:t>3D potentials and cross section formula</a:t>
            </a:r>
            <a:endParaRPr sz="1800">
              <a:solidFill>
                <a:schemeClr val="dk1"/>
              </a:solidFill>
              <a:latin typeface="Georgia"/>
              <a:ea typeface="Georgia"/>
              <a:cs typeface="Georgia"/>
              <a:sym typeface="Georgia"/>
            </a:endParaRPr>
          </a:p>
          <a:p>
            <a:pPr indent="-228600" lvl="1" marL="1028700" marR="0" rtl="0" algn="l">
              <a:lnSpc>
                <a:spcPct val="80000"/>
              </a:lnSpc>
              <a:spcBef>
                <a:spcPts val="1000"/>
              </a:spcBef>
              <a:spcAft>
                <a:spcPts val="0"/>
              </a:spcAft>
              <a:buClr>
                <a:schemeClr val="dk1"/>
              </a:buClr>
              <a:buSzPts val="1800"/>
              <a:buFont typeface="Georgia"/>
              <a:buChar char="○"/>
            </a:pPr>
            <a:r>
              <a:rPr lang="en-US" sz="1800">
                <a:solidFill>
                  <a:schemeClr val="dk1"/>
                </a:solidFill>
                <a:latin typeface="Georgia"/>
                <a:ea typeface="Georgia"/>
                <a:cs typeface="Georgia"/>
                <a:sym typeface="Georgia"/>
              </a:rPr>
              <a:t>Partial waves &amp; Phase shifts</a:t>
            </a:r>
            <a:endParaRPr sz="1800">
              <a:solidFill>
                <a:schemeClr val="dk1"/>
              </a:solidFill>
              <a:latin typeface="Georgia"/>
              <a:ea typeface="Georgia"/>
              <a:cs typeface="Georgia"/>
              <a:sym typeface="Georgia"/>
            </a:endParaRPr>
          </a:p>
          <a:p>
            <a:pPr indent="-228600" lvl="1" marL="1028700" marR="0" rtl="0" algn="l">
              <a:lnSpc>
                <a:spcPct val="80000"/>
              </a:lnSpc>
              <a:spcBef>
                <a:spcPts val="1000"/>
              </a:spcBef>
              <a:spcAft>
                <a:spcPts val="0"/>
              </a:spcAft>
              <a:buClr>
                <a:schemeClr val="dk1"/>
              </a:buClr>
              <a:buSzPts val="1800"/>
              <a:buFont typeface="Georgia"/>
              <a:buChar char="○"/>
            </a:pPr>
            <a:r>
              <a:rPr lang="en-US" sz="1800">
                <a:solidFill>
                  <a:schemeClr val="dk1"/>
                </a:solidFill>
                <a:latin typeface="Georgia"/>
                <a:ea typeface="Georgia"/>
                <a:cs typeface="Georgia"/>
                <a:sym typeface="Georgia"/>
              </a:rPr>
              <a:t>Hard sphere solution</a:t>
            </a:r>
            <a:endParaRPr sz="1800">
              <a:solidFill>
                <a:schemeClr val="dk1"/>
              </a:solidFill>
              <a:latin typeface="Georgia"/>
              <a:ea typeface="Georgia"/>
              <a:cs typeface="Georgia"/>
              <a:sym typeface="Georgia"/>
            </a:endParaRPr>
          </a:p>
          <a:p>
            <a:pPr indent="-228600" lvl="1" marL="1028700" marR="0" rtl="0" algn="l">
              <a:lnSpc>
                <a:spcPct val="80000"/>
              </a:lnSpc>
              <a:spcBef>
                <a:spcPts val="1000"/>
              </a:spcBef>
              <a:spcAft>
                <a:spcPts val="1000"/>
              </a:spcAft>
              <a:buClr>
                <a:schemeClr val="dk1"/>
              </a:buClr>
              <a:buSzPts val="1800"/>
              <a:buFont typeface="Georgia"/>
              <a:buChar char="○"/>
            </a:pPr>
            <a:r>
              <a:rPr lang="en-US" sz="1800">
                <a:solidFill>
                  <a:schemeClr val="dk1"/>
                </a:solidFill>
                <a:latin typeface="Georgia"/>
                <a:ea typeface="Georgia"/>
                <a:cs typeface="Georgia"/>
                <a:sym typeface="Georgia"/>
              </a:rPr>
              <a:t>Bound states </a:t>
            </a:r>
            <a:r>
              <a:rPr lang="en-US" sz="1800">
                <a:solidFill>
                  <a:schemeClr val="dk1"/>
                </a:solidFill>
                <a:latin typeface="Georgia"/>
                <a:ea typeface="Georgia"/>
                <a:cs typeface="Georgia"/>
                <a:sym typeface="Georgia"/>
              </a:rPr>
              <a:t>&amp; scattering length</a:t>
            </a:r>
            <a:endParaRPr sz="1800">
              <a:solidFill>
                <a:schemeClr val="dk1"/>
              </a:solidFill>
              <a:latin typeface="Georgia"/>
              <a:ea typeface="Georgia"/>
              <a:cs typeface="Georgia"/>
              <a:sym typeface="Georgia"/>
            </a:endParaRPr>
          </a:p>
        </p:txBody>
      </p:sp>
      <p:pic>
        <p:nvPicPr>
          <p:cNvPr id="135" name="Google Shape;135;g3d19e2b9925_1_0"/>
          <p:cNvPicPr preferRelativeResize="0"/>
          <p:nvPr/>
        </p:nvPicPr>
        <p:blipFill rotWithShape="1">
          <a:blip r:embed="rId3">
            <a:alphaModFix/>
          </a:blip>
          <a:srcRect b="0" l="0" r="0" t="0"/>
          <a:stretch/>
        </p:blipFill>
        <p:spPr>
          <a:xfrm>
            <a:off x="10590934" y="6330522"/>
            <a:ext cx="1499906" cy="585000"/>
          </a:xfrm>
          <a:prstGeom prst="rect">
            <a:avLst/>
          </a:prstGeom>
          <a:noFill/>
          <a:ln>
            <a:noFill/>
          </a:ln>
        </p:spPr>
      </p:pic>
      <p:sp>
        <p:nvSpPr>
          <p:cNvPr id="136" name="Google Shape;136;g3d19e2b9925_1_0"/>
          <p:cNvSpPr txBox="1"/>
          <p:nvPr/>
        </p:nvSpPr>
        <p:spPr>
          <a:xfrm>
            <a:off x="-1" y="6288587"/>
            <a:ext cx="5981100" cy="3693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chemeClr val="dk1"/>
              </a:buClr>
              <a:buSzPts val="1800"/>
              <a:buFont typeface="Arial"/>
              <a:buNone/>
            </a:pPr>
            <a:r>
              <a:rPr b="0" i="0" lang="en-US" sz="1800" u="none" cap="none" strike="noStrike">
                <a:solidFill>
                  <a:schemeClr val="lt1"/>
                </a:solidFill>
                <a:latin typeface="Times New Roman"/>
                <a:ea typeface="Times New Roman"/>
                <a:cs typeface="Times New Roman"/>
                <a:sym typeface="Times New Roman"/>
              </a:rPr>
              <a:t>Term Paper Presentation | Ronit Dutta</a:t>
            </a:r>
            <a:endParaRPr b="0" i="0" sz="1800" u="none" cap="none" strike="noStrike">
              <a:solidFill>
                <a:schemeClr val="lt1"/>
              </a:solidFill>
              <a:latin typeface="Times New Roman"/>
              <a:ea typeface="Times New Roman"/>
              <a:cs typeface="Times New Roman"/>
              <a:sym typeface="Times New Roman"/>
            </a:endParaRPr>
          </a:p>
        </p:txBody>
      </p:sp>
      <p:sp>
        <p:nvSpPr>
          <p:cNvPr id="137" name="Google Shape;137;g3d19e2b9925_1_0"/>
          <p:cNvSpPr txBox="1"/>
          <p:nvPr/>
        </p:nvSpPr>
        <p:spPr>
          <a:xfrm>
            <a:off x="0" y="0"/>
            <a:ext cx="12192000" cy="6309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3200"/>
              <a:buFont typeface="Arial"/>
              <a:buNone/>
            </a:pPr>
            <a:r>
              <a:rPr b="0" i="0" lang="en-US" sz="3500" u="none" cap="none" strike="noStrike">
                <a:solidFill>
                  <a:schemeClr val="dk1"/>
                </a:solidFill>
                <a:latin typeface="Times New Roman"/>
                <a:ea typeface="Times New Roman"/>
                <a:cs typeface="Times New Roman"/>
                <a:sym typeface="Times New Roman"/>
              </a:rPr>
              <a:t>OUTLINE</a:t>
            </a:r>
            <a:endParaRPr b="0" i="0" sz="3500" u="none" cap="none" strike="noStrike">
              <a:solidFill>
                <a:schemeClr val="dk1"/>
              </a:solidFill>
              <a:latin typeface="Times New Roman"/>
              <a:ea typeface="Times New Roman"/>
              <a:cs typeface="Times New Roman"/>
              <a:sym typeface="Times New Roman"/>
            </a:endParaRPr>
          </a:p>
        </p:txBody>
      </p:sp>
      <p:cxnSp>
        <p:nvCxnSpPr>
          <p:cNvPr id="138" name="Google Shape;138;g3d19e2b9925_1_0"/>
          <p:cNvCxnSpPr/>
          <p:nvPr/>
        </p:nvCxnSpPr>
        <p:spPr>
          <a:xfrm flipH="1" rot="10800000">
            <a:off x="6" y="654189"/>
            <a:ext cx="6318000" cy="30600"/>
          </a:xfrm>
          <a:prstGeom prst="straightConnector1">
            <a:avLst/>
          </a:prstGeom>
          <a:noFill/>
          <a:ln cap="flat" cmpd="sng" w="9525">
            <a:solidFill>
              <a:srgbClr val="0E4D3B"/>
            </a:solidFill>
            <a:prstDash val="solid"/>
            <a:miter lim="800000"/>
            <a:headEnd len="sm" w="sm" type="none"/>
            <a:tailEnd len="sm" w="sm" type="none"/>
          </a:ln>
        </p:spPr>
      </p:cxnSp>
      <p:pic>
        <p:nvPicPr>
          <p:cNvPr id="139" name="Google Shape;139;g3d19e2b9925_1_0"/>
          <p:cNvPicPr preferRelativeResize="0"/>
          <p:nvPr/>
        </p:nvPicPr>
        <p:blipFill rotWithShape="1">
          <a:blip r:embed="rId3">
            <a:alphaModFix/>
          </a:blip>
          <a:srcRect b="0" l="0" r="0" t="0"/>
          <a:stretch/>
        </p:blipFill>
        <p:spPr>
          <a:xfrm>
            <a:off x="10590934" y="6330522"/>
            <a:ext cx="1499906" cy="585000"/>
          </a:xfrm>
          <a:prstGeom prst="rect">
            <a:avLst/>
          </a:prstGeom>
          <a:noFill/>
          <a:ln>
            <a:noFill/>
          </a:ln>
        </p:spPr>
      </p:pic>
      <p:sp>
        <p:nvSpPr>
          <p:cNvPr id="140" name="Google Shape;140;g3d19e2b9925_1_0"/>
          <p:cNvSpPr txBox="1"/>
          <p:nvPr/>
        </p:nvSpPr>
        <p:spPr>
          <a:xfrm>
            <a:off x="-1" y="6288587"/>
            <a:ext cx="5981100" cy="3693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chemeClr val="dk1"/>
              </a:buClr>
              <a:buSzPts val="1800"/>
              <a:buFont typeface="Arial"/>
              <a:buNone/>
            </a:pPr>
            <a:r>
              <a:rPr b="0" i="0" lang="en-US" sz="1800" u="none" cap="none" strike="noStrike">
                <a:solidFill>
                  <a:schemeClr val="lt1"/>
                </a:solidFill>
                <a:latin typeface="Times New Roman"/>
                <a:ea typeface="Times New Roman"/>
                <a:cs typeface="Times New Roman"/>
                <a:sym typeface="Times New Roman"/>
              </a:rPr>
              <a:t>Term Paper Presentation | Ronit Dutta</a:t>
            </a:r>
            <a:endParaRPr b="0" i="0" sz="1800" u="none" cap="none" strike="noStrike">
              <a:solidFill>
                <a:schemeClr val="lt1"/>
              </a:solidFill>
              <a:latin typeface="Times New Roman"/>
              <a:ea typeface="Times New Roman"/>
              <a:cs typeface="Times New Roman"/>
              <a:sym typeface="Times New Roman"/>
            </a:endParaRPr>
          </a:p>
        </p:txBody>
      </p:sp>
      <p:pic>
        <p:nvPicPr>
          <p:cNvPr id="141" name="Google Shape;141;g3d19e2b9925_1_0"/>
          <p:cNvPicPr preferRelativeResize="0"/>
          <p:nvPr/>
        </p:nvPicPr>
        <p:blipFill rotWithShape="1">
          <a:blip r:embed="rId3">
            <a:alphaModFix/>
          </a:blip>
          <a:srcRect b="0" l="0" r="0" t="0"/>
          <a:stretch/>
        </p:blipFill>
        <p:spPr>
          <a:xfrm>
            <a:off x="10590934" y="6330522"/>
            <a:ext cx="1499906" cy="585000"/>
          </a:xfrm>
          <a:prstGeom prst="rect">
            <a:avLst/>
          </a:prstGeom>
          <a:noFill/>
          <a:ln>
            <a:noFill/>
          </a:ln>
        </p:spPr>
      </p:pic>
      <p:sp>
        <p:nvSpPr>
          <p:cNvPr id="142" name="Google Shape;142;g3d19e2b9925_1_0"/>
          <p:cNvSpPr txBox="1"/>
          <p:nvPr/>
        </p:nvSpPr>
        <p:spPr>
          <a:xfrm>
            <a:off x="-1" y="6288587"/>
            <a:ext cx="5981100" cy="6465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chemeClr val="dk1"/>
              </a:buClr>
              <a:buSzPts val="1800"/>
              <a:buFont typeface="Arial"/>
              <a:buNone/>
            </a:pPr>
            <a:r>
              <a:rPr b="0" i="0" lang="en-US" sz="1800" u="none" cap="none" strike="noStrike">
                <a:solidFill>
                  <a:schemeClr val="lt1"/>
                </a:solidFill>
                <a:latin typeface="Times New Roman"/>
                <a:ea typeface="Times New Roman"/>
                <a:cs typeface="Times New Roman"/>
                <a:sym typeface="Times New Roman"/>
              </a:rPr>
              <a:t>Machine Learning Professional</a:t>
            </a:r>
            <a:br>
              <a:rPr b="0" i="0" lang="en-US" sz="1800" u="none" cap="none" strike="noStrike">
                <a:solidFill>
                  <a:schemeClr val="lt1"/>
                </a:solidFill>
                <a:latin typeface="Times New Roman"/>
                <a:ea typeface="Times New Roman"/>
                <a:cs typeface="Times New Roman"/>
                <a:sym typeface="Times New Roman"/>
              </a:rPr>
            </a:br>
            <a:r>
              <a:rPr b="0" i="0" lang="en-US" sz="1800" u="none" cap="none" strike="noStrike">
                <a:solidFill>
                  <a:schemeClr val="lt1"/>
                </a:solidFill>
                <a:latin typeface="Times New Roman"/>
                <a:ea typeface="Times New Roman"/>
                <a:cs typeface="Times New Roman"/>
                <a:sym typeface="Times New Roman"/>
              </a:rPr>
              <a:t>Project Presentation</a:t>
            </a:r>
            <a:endParaRPr b="0" i="0" sz="1800" u="none" cap="none" strike="noStrike">
              <a:solidFill>
                <a:schemeClr val="lt1"/>
              </a:solidFill>
              <a:latin typeface="Times New Roman"/>
              <a:ea typeface="Times New Roman"/>
              <a:cs typeface="Times New Roman"/>
              <a:sym typeface="Times New Roman"/>
            </a:endParaRPr>
          </a:p>
        </p:txBody>
      </p:sp>
      <p:pic>
        <p:nvPicPr>
          <p:cNvPr id="143" name="Google Shape;143;g3d19e2b9925_1_0"/>
          <p:cNvPicPr preferRelativeResize="0"/>
          <p:nvPr/>
        </p:nvPicPr>
        <p:blipFill rotWithShape="1">
          <a:blip r:embed="rId4">
            <a:alphaModFix/>
          </a:blip>
          <a:srcRect b="0" l="0" r="0" t="0"/>
          <a:stretch/>
        </p:blipFill>
        <p:spPr>
          <a:xfrm>
            <a:off x="10590875" y="6341462"/>
            <a:ext cx="1500023" cy="585000"/>
          </a:xfrm>
          <a:prstGeom prst="rect">
            <a:avLst/>
          </a:prstGeom>
          <a:noFill/>
          <a:ln>
            <a:noFill/>
          </a:ln>
        </p:spPr>
      </p:pic>
      <p:sp>
        <p:nvSpPr>
          <p:cNvPr id="144" name="Google Shape;144;g3d19e2b9925_1_0"/>
          <p:cNvSpPr txBox="1"/>
          <p:nvPr/>
        </p:nvSpPr>
        <p:spPr>
          <a:xfrm>
            <a:off x="-1" y="6288587"/>
            <a:ext cx="5981100" cy="6465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chemeClr val="dk1"/>
              </a:buClr>
              <a:buSzPts val="1800"/>
              <a:buFont typeface="Arial"/>
              <a:buNone/>
            </a:pPr>
            <a:r>
              <a:rPr b="0" i="0" lang="en-US" sz="1800" u="none" cap="none" strike="noStrike">
                <a:solidFill>
                  <a:schemeClr val="lt1"/>
                </a:solidFill>
                <a:latin typeface="Times New Roman"/>
                <a:ea typeface="Times New Roman"/>
                <a:cs typeface="Times New Roman"/>
                <a:sym typeface="Times New Roman"/>
              </a:rPr>
              <a:t>Machine Learning Professional</a:t>
            </a:r>
            <a:br>
              <a:rPr b="0" i="0" lang="en-US" sz="1800" u="none" cap="none" strike="noStrike">
                <a:solidFill>
                  <a:schemeClr val="lt1"/>
                </a:solidFill>
                <a:latin typeface="Times New Roman"/>
                <a:ea typeface="Times New Roman"/>
                <a:cs typeface="Times New Roman"/>
                <a:sym typeface="Times New Roman"/>
              </a:rPr>
            </a:br>
            <a:r>
              <a:rPr b="0" i="0" lang="en-US" sz="1800" u="none" cap="none" strike="noStrike">
                <a:solidFill>
                  <a:schemeClr val="lt1"/>
                </a:solidFill>
                <a:latin typeface="Times New Roman"/>
                <a:ea typeface="Times New Roman"/>
                <a:cs typeface="Times New Roman"/>
                <a:sym typeface="Times New Roman"/>
              </a:rPr>
              <a:t>Project Presentation</a:t>
            </a:r>
            <a:endParaRPr b="0" i="0" sz="1800" u="none" cap="none" strike="noStrike">
              <a:solidFill>
                <a:schemeClr val="lt1"/>
              </a:solidFill>
              <a:latin typeface="Times New Roman"/>
              <a:ea typeface="Times New Roman"/>
              <a:cs typeface="Times New Roman"/>
              <a:sym typeface="Times New Roman"/>
            </a:endParaRPr>
          </a:p>
        </p:txBody>
      </p:sp>
      <p:pic>
        <p:nvPicPr>
          <p:cNvPr id="145" name="Google Shape;145;g3d19e2b9925_1_0"/>
          <p:cNvPicPr preferRelativeResize="0"/>
          <p:nvPr/>
        </p:nvPicPr>
        <p:blipFill rotWithShape="1">
          <a:blip r:embed="rId4">
            <a:alphaModFix/>
          </a:blip>
          <a:srcRect b="0" l="0" r="0" t="0"/>
          <a:stretch/>
        </p:blipFill>
        <p:spPr>
          <a:xfrm>
            <a:off x="10590875" y="6330524"/>
            <a:ext cx="1500023" cy="585000"/>
          </a:xfrm>
          <a:prstGeom prst="rect">
            <a:avLst/>
          </a:prstGeom>
          <a:noFill/>
          <a:ln>
            <a:noFill/>
          </a:ln>
        </p:spPr>
      </p:pic>
      <p:sp>
        <p:nvSpPr>
          <p:cNvPr id="146" name="Google Shape;146;g3d19e2b9925_1_0"/>
          <p:cNvSpPr txBox="1"/>
          <p:nvPr/>
        </p:nvSpPr>
        <p:spPr>
          <a:xfrm>
            <a:off x="-1" y="6234672"/>
            <a:ext cx="5981100" cy="6465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chemeClr val="dk1"/>
              </a:buClr>
              <a:buSzPts val="1800"/>
              <a:buFont typeface="Arial"/>
              <a:buNone/>
            </a:pPr>
            <a:r>
              <a:rPr b="0" i="0" lang="en-US" sz="1800" u="none" cap="none" strike="noStrike">
                <a:solidFill>
                  <a:schemeClr val="lt1"/>
                </a:solidFill>
                <a:latin typeface="Times New Roman"/>
                <a:ea typeface="Times New Roman"/>
                <a:cs typeface="Times New Roman"/>
                <a:sym typeface="Times New Roman"/>
              </a:rPr>
              <a:t>Machine Learning Professional</a:t>
            </a:r>
            <a:br>
              <a:rPr b="0" i="0" lang="en-US" sz="1800" u="none" cap="none" strike="noStrike">
                <a:solidFill>
                  <a:schemeClr val="lt1"/>
                </a:solidFill>
                <a:latin typeface="Times New Roman"/>
                <a:ea typeface="Times New Roman"/>
                <a:cs typeface="Times New Roman"/>
                <a:sym typeface="Times New Roman"/>
              </a:rPr>
            </a:br>
            <a:r>
              <a:rPr b="0" i="0" lang="en-US" sz="1800" u="none" cap="none" strike="noStrike">
                <a:solidFill>
                  <a:schemeClr val="lt1"/>
                </a:solidFill>
                <a:latin typeface="Times New Roman"/>
                <a:ea typeface="Times New Roman"/>
                <a:cs typeface="Times New Roman"/>
                <a:sym typeface="Times New Roman"/>
              </a:rPr>
              <a:t>Project Presentation</a:t>
            </a:r>
            <a:endParaRPr b="0" i="0" sz="1800" u="none" cap="none" strike="noStrike">
              <a:solidFill>
                <a:schemeClr val="lt1"/>
              </a:solidFill>
              <a:latin typeface="Times New Roman"/>
              <a:ea typeface="Times New Roman"/>
              <a:cs typeface="Times New Roman"/>
              <a:sym typeface="Times New Roman"/>
            </a:endParaRPr>
          </a:p>
        </p:txBody>
      </p:sp>
      <p:pic>
        <p:nvPicPr>
          <p:cNvPr id="147" name="Google Shape;147;g3d19e2b9925_1_0"/>
          <p:cNvPicPr preferRelativeResize="0"/>
          <p:nvPr/>
        </p:nvPicPr>
        <p:blipFill rotWithShape="1">
          <a:blip r:embed="rId4">
            <a:alphaModFix/>
          </a:blip>
          <a:srcRect b="0" l="0" r="0" t="0"/>
          <a:stretch/>
        </p:blipFill>
        <p:spPr>
          <a:xfrm>
            <a:off x="10590875" y="6330524"/>
            <a:ext cx="1500023" cy="585000"/>
          </a:xfrm>
          <a:prstGeom prst="rect">
            <a:avLst/>
          </a:prstGeom>
          <a:noFill/>
          <a:ln>
            <a:noFill/>
          </a:ln>
        </p:spPr>
      </p:pic>
      <p:sp>
        <p:nvSpPr>
          <p:cNvPr id="148" name="Google Shape;148;g3d19e2b9925_1_0"/>
          <p:cNvSpPr txBox="1"/>
          <p:nvPr/>
        </p:nvSpPr>
        <p:spPr>
          <a:xfrm>
            <a:off x="-1" y="6234672"/>
            <a:ext cx="5981100" cy="6465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chemeClr val="dk1"/>
              </a:buClr>
              <a:buSzPts val="1800"/>
              <a:buFont typeface="Arial"/>
              <a:buNone/>
            </a:pPr>
            <a:r>
              <a:rPr b="0" i="0" lang="en-US" sz="1800" u="none" cap="none" strike="noStrike">
                <a:solidFill>
                  <a:schemeClr val="lt1"/>
                </a:solidFill>
                <a:latin typeface="Times New Roman"/>
                <a:ea typeface="Times New Roman"/>
                <a:cs typeface="Times New Roman"/>
                <a:sym typeface="Times New Roman"/>
              </a:rPr>
              <a:t>Machine Learning Professional</a:t>
            </a:r>
            <a:br>
              <a:rPr b="0" i="0" lang="en-US" sz="1800" u="none" cap="none" strike="noStrike">
                <a:solidFill>
                  <a:schemeClr val="lt1"/>
                </a:solidFill>
                <a:latin typeface="Times New Roman"/>
                <a:ea typeface="Times New Roman"/>
                <a:cs typeface="Times New Roman"/>
                <a:sym typeface="Times New Roman"/>
              </a:rPr>
            </a:br>
            <a:r>
              <a:rPr b="0" i="0" lang="en-US" sz="1800" u="none" cap="none" strike="noStrike">
                <a:solidFill>
                  <a:schemeClr val="lt1"/>
                </a:solidFill>
                <a:latin typeface="Times New Roman"/>
                <a:ea typeface="Times New Roman"/>
                <a:cs typeface="Times New Roman"/>
                <a:sym typeface="Times New Roman"/>
              </a:rPr>
              <a:t>Project Presentation</a:t>
            </a:r>
            <a:endParaRPr b="0" i="0" sz="1800" u="none" cap="none" strike="noStrike">
              <a:solidFill>
                <a:schemeClr val="lt1"/>
              </a:solidFill>
              <a:latin typeface="Times New Roman"/>
              <a:ea typeface="Times New Roman"/>
              <a:cs typeface="Times New Roman"/>
              <a:sym typeface="Times New Roman"/>
            </a:endParaRPr>
          </a:p>
        </p:txBody>
      </p:sp>
      <p:pic>
        <p:nvPicPr>
          <p:cNvPr id="149" name="Google Shape;149;g3d19e2b9925_1_0"/>
          <p:cNvPicPr preferRelativeResize="0"/>
          <p:nvPr/>
        </p:nvPicPr>
        <p:blipFill rotWithShape="1">
          <a:blip r:embed="rId4">
            <a:alphaModFix/>
          </a:blip>
          <a:srcRect b="0" l="0" r="0" t="0"/>
          <a:stretch/>
        </p:blipFill>
        <p:spPr>
          <a:xfrm>
            <a:off x="10590875" y="6330524"/>
            <a:ext cx="1500023" cy="585000"/>
          </a:xfrm>
          <a:prstGeom prst="rect">
            <a:avLst/>
          </a:prstGeom>
          <a:noFill/>
          <a:ln>
            <a:noFill/>
          </a:ln>
        </p:spPr>
      </p:pic>
      <p:sp>
        <p:nvSpPr>
          <p:cNvPr id="150" name="Google Shape;150;g3d19e2b9925_1_0"/>
          <p:cNvSpPr txBox="1"/>
          <p:nvPr/>
        </p:nvSpPr>
        <p:spPr>
          <a:xfrm>
            <a:off x="-1" y="6234672"/>
            <a:ext cx="5981100" cy="6465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chemeClr val="dk1"/>
              </a:buClr>
              <a:buSzPts val="1800"/>
              <a:buFont typeface="Arial"/>
              <a:buNone/>
            </a:pPr>
            <a:r>
              <a:rPr b="0" i="0" lang="en-US" sz="1800" u="none" cap="none" strike="noStrike">
                <a:solidFill>
                  <a:schemeClr val="lt1"/>
                </a:solidFill>
                <a:latin typeface="Times New Roman"/>
                <a:ea typeface="Times New Roman"/>
                <a:cs typeface="Times New Roman"/>
                <a:sym typeface="Times New Roman"/>
              </a:rPr>
              <a:t>Nanoelectronics - Seminar Presentation</a:t>
            </a:r>
            <a:br>
              <a:rPr b="0" i="0" lang="en-US" sz="1800" u="none" cap="none" strike="noStrike">
                <a:solidFill>
                  <a:schemeClr val="lt1"/>
                </a:solidFill>
                <a:latin typeface="Times New Roman"/>
                <a:ea typeface="Times New Roman"/>
                <a:cs typeface="Times New Roman"/>
                <a:sym typeface="Times New Roman"/>
              </a:rPr>
            </a:br>
            <a:r>
              <a:rPr b="0" i="0" lang="en-US" sz="1800" u="none" cap="none" strike="noStrike">
                <a:solidFill>
                  <a:schemeClr val="lt1"/>
                </a:solidFill>
                <a:latin typeface="Times New Roman"/>
                <a:ea typeface="Times New Roman"/>
                <a:cs typeface="Times New Roman"/>
                <a:sym typeface="Times New Roman"/>
              </a:rPr>
              <a:t>Ronit Dutta</a:t>
            </a:r>
            <a:endParaRPr b="0" i="0" sz="1800" u="none" cap="none" strike="noStrike">
              <a:solidFill>
                <a:schemeClr val="lt1"/>
              </a:solidFill>
              <a:latin typeface="Times New Roman"/>
              <a:ea typeface="Times New Roman"/>
              <a:cs typeface="Times New Roman"/>
              <a:sym typeface="Times New Roman"/>
            </a:endParaRPr>
          </a:p>
        </p:txBody>
      </p:sp>
      <p:pic>
        <p:nvPicPr>
          <p:cNvPr id="151" name="Google Shape;151;g3d19e2b9925_1_0"/>
          <p:cNvPicPr preferRelativeResize="0"/>
          <p:nvPr/>
        </p:nvPicPr>
        <p:blipFill rotWithShape="1">
          <a:blip r:embed="rId4">
            <a:alphaModFix/>
          </a:blip>
          <a:srcRect b="0" l="0" r="0" t="0"/>
          <a:stretch/>
        </p:blipFill>
        <p:spPr>
          <a:xfrm>
            <a:off x="10590875" y="6330524"/>
            <a:ext cx="1500023" cy="585000"/>
          </a:xfrm>
          <a:prstGeom prst="rect">
            <a:avLst/>
          </a:prstGeom>
          <a:noFill/>
          <a:ln>
            <a:noFill/>
          </a:ln>
        </p:spPr>
      </p:pic>
      <p:pic>
        <p:nvPicPr>
          <p:cNvPr id="152" name="Google Shape;152;g3d19e2b9925_1_0" title=" .jpg"/>
          <p:cNvPicPr preferRelativeResize="0"/>
          <p:nvPr/>
        </p:nvPicPr>
        <p:blipFill rotWithShape="1">
          <a:blip r:embed="rId5">
            <a:alphaModFix/>
          </a:blip>
          <a:srcRect b="0" l="0" r="0" t="0"/>
          <a:stretch/>
        </p:blipFill>
        <p:spPr>
          <a:xfrm>
            <a:off x="6548525" y="1577650"/>
            <a:ext cx="5276475" cy="3617950"/>
          </a:xfrm>
          <a:prstGeom prst="rect">
            <a:avLst/>
          </a:prstGeom>
          <a:noFill/>
          <a:ln>
            <a:noFill/>
          </a:ln>
        </p:spPr>
      </p:pic>
      <p:pic>
        <p:nvPicPr>
          <p:cNvPr id="153" name="Google Shape;153;g3d19e2b9925_1_0"/>
          <p:cNvPicPr preferRelativeResize="0"/>
          <p:nvPr/>
        </p:nvPicPr>
        <p:blipFill rotWithShape="1">
          <a:blip r:embed="rId6">
            <a:alphaModFix/>
          </a:blip>
          <a:srcRect b="0" l="0" r="0" t="0"/>
          <a:stretch/>
        </p:blipFill>
        <p:spPr>
          <a:xfrm>
            <a:off x="0" y="6288574"/>
            <a:ext cx="12192000" cy="1165875"/>
          </a:xfrm>
          <a:prstGeom prst="rect">
            <a:avLst/>
          </a:prstGeom>
          <a:noFill/>
          <a:ln>
            <a:noFill/>
          </a:ln>
        </p:spPr>
      </p:pic>
      <p:sp>
        <p:nvSpPr>
          <p:cNvPr id="154" name="Google Shape;154;g3d19e2b9925_1_0"/>
          <p:cNvSpPr txBox="1"/>
          <p:nvPr/>
        </p:nvSpPr>
        <p:spPr>
          <a:xfrm>
            <a:off x="-1" y="6445547"/>
            <a:ext cx="5981100" cy="6465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chemeClr val="dk1"/>
              </a:buClr>
              <a:buSzPts val="1800"/>
              <a:buFont typeface="Arial"/>
              <a:buNone/>
            </a:pPr>
            <a:r>
              <a:rPr lang="en-US" sz="1800">
                <a:solidFill>
                  <a:schemeClr val="lt1"/>
                </a:solidFill>
                <a:latin typeface="Times New Roman"/>
                <a:ea typeface="Times New Roman"/>
                <a:cs typeface="Times New Roman"/>
                <a:sym typeface="Times New Roman"/>
              </a:rPr>
              <a:t>Applied Mathematics for Engineering [MIDTERM PROJECT]</a:t>
            </a:r>
            <a:br>
              <a:rPr b="0" i="0" lang="en-US" sz="1800" u="none" cap="none" strike="noStrike">
                <a:solidFill>
                  <a:schemeClr val="lt1"/>
                </a:solidFill>
                <a:latin typeface="Times New Roman"/>
                <a:ea typeface="Times New Roman"/>
                <a:cs typeface="Times New Roman"/>
                <a:sym typeface="Times New Roman"/>
              </a:rPr>
            </a:br>
            <a:r>
              <a:rPr b="0" i="0" lang="en-US" sz="1800" u="none" cap="none" strike="noStrike">
                <a:solidFill>
                  <a:schemeClr val="lt1"/>
                </a:solidFill>
                <a:latin typeface="Times New Roman"/>
                <a:ea typeface="Times New Roman"/>
                <a:cs typeface="Times New Roman"/>
                <a:sym typeface="Times New Roman"/>
              </a:rPr>
              <a:t>Ronit Dutta</a:t>
            </a:r>
            <a:endParaRPr b="0" i="0" sz="1800" u="none" cap="none" strike="noStrike">
              <a:solidFill>
                <a:schemeClr val="lt1"/>
              </a:solidFill>
              <a:latin typeface="Times New Roman"/>
              <a:ea typeface="Times New Roman"/>
              <a:cs typeface="Times New Roman"/>
              <a:sym typeface="Times New Roman"/>
            </a:endParaRPr>
          </a:p>
        </p:txBody>
      </p:sp>
      <p:pic>
        <p:nvPicPr>
          <p:cNvPr id="155" name="Google Shape;155;g3d19e2b9925_1_0"/>
          <p:cNvPicPr preferRelativeResize="0"/>
          <p:nvPr/>
        </p:nvPicPr>
        <p:blipFill rotWithShape="1">
          <a:blip r:embed="rId4">
            <a:alphaModFix/>
          </a:blip>
          <a:srcRect b="0" l="0" r="0" t="0"/>
          <a:stretch/>
        </p:blipFill>
        <p:spPr>
          <a:xfrm>
            <a:off x="10579375" y="6476299"/>
            <a:ext cx="1500023" cy="585000"/>
          </a:xfrm>
          <a:prstGeom prst="rect">
            <a:avLst/>
          </a:prstGeom>
          <a:noFill/>
          <a:ln>
            <a:noFill/>
          </a:ln>
        </p:spPr>
      </p:pic>
      <p:pic>
        <p:nvPicPr>
          <p:cNvPr id="156" name="Google Shape;156;g3d19e2b9925_1_0"/>
          <p:cNvPicPr preferRelativeResize="0"/>
          <p:nvPr/>
        </p:nvPicPr>
        <p:blipFill rotWithShape="1">
          <a:blip r:embed="rId3">
            <a:alphaModFix/>
          </a:blip>
          <a:srcRect b="0" l="0" r="0" t="0"/>
          <a:stretch/>
        </p:blipFill>
        <p:spPr>
          <a:xfrm>
            <a:off x="10590934" y="6330522"/>
            <a:ext cx="1499906" cy="585000"/>
          </a:xfrm>
          <a:prstGeom prst="rect">
            <a:avLst/>
          </a:prstGeom>
          <a:noFill/>
          <a:ln>
            <a:noFill/>
          </a:ln>
        </p:spPr>
      </p:pic>
      <p:sp>
        <p:nvSpPr>
          <p:cNvPr id="157" name="Google Shape;157;g3d19e2b9925_1_0"/>
          <p:cNvSpPr txBox="1"/>
          <p:nvPr/>
        </p:nvSpPr>
        <p:spPr>
          <a:xfrm>
            <a:off x="-1" y="6288587"/>
            <a:ext cx="5981100" cy="3693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chemeClr val="dk1"/>
              </a:buClr>
              <a:buSzPts val="1800"/>
              <a:buFont typeface="Arial"/>
              <a:buNone/>
            </a:pPr>
            <a:r>
              <a:rPr b="0" i="0" lang="en-US" sz="1800" u="none" cap="none" strike="noStrike">
                <a:solidFill>
                  <a:schemeClr val="lt1"/>
                </a:solidFill>
                <a:latin typeface="Times New Roman"/>
                <a:ea typeface="Times New Roman"/>
                <a:cs typeface="Times New Roman"/>
                <a:sym typeface="Times New Roman"/>
              </a:rPr>
              <a:t>Term Paper Presentation | Ronit Dutta</a:t>
            </a:r>
            <a:endParaRPr b="0" i="0" sz="1800" u="none" cap="none" strike="noStrike">
              <a:solidFill>
                <a:schemeClr val="lt1"/>
              </a:solidFill>
              <a:latin typeface="Times New Roman"/>
              <a:ea typeface="Times New Roman"/>
              <a:cs typeface="Times New Roman"/>
              <a:sym typeface="Times New Roman"/>
            </a:endParaRPr>
          </a:p>
        </p:txBody>
      </p:sp>
      <p:pic>
        <p:nvPicPr>
          <p:cNvPr id="158" name="Google Shape;158;g3d19e2b9925_1_0"/>
          <p:cNvPicPr preferRelativeResize="0"/>
          <p:nvPr/>
        </p:nvPicPr>
        <p:blipFill rotWithShape="1">
          <a:blip r:embed="rId3">
            <a:alphaModFix/>
          </a:blip>
          <a:srcRect b="0" l="0" r="0" t="0"/>
          <a:stretch/>
        </p:blipFill>
        <p:spPr>
          <a:xfrm>
            <a:off x="10590934" y="6330522"/>
            <a:ext cx="1499906" cy="585000"/>
          </a:xfrm>
          <a:prstGeom prst="rect">
            <a:avLst/>
          </a:prstGeom>
          <a:noFill/>
          <a:ln>
            <a:noFill/>
          </a:ln>
        </p:spPr>
      </p:pic>
      <p:sp>
        <p:nvSpPr>
          <p:cNvPr id="159" name="Google Shape;159;g3d19e2b9925_1_0"/>
          <p:cNvSpPr txBox="1"/>
          <p:nvPr/>
        </p:nvSpPr>
        <p:spPr>
          <a:xfrm>
            <a:off x="-1" y="6288587"/>
            <a:ext cx="5981100" cy="3693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chemeClr val="dk1"/>
              </a:buClr>
              <a:buSzPts val="1800"/>
              <a:buFont typeface="Arial"/>
              <a:buNone/>
            </a:pPr>
            <a:r>
              <a:rPr b="0" i="0" lang="en-US" sz="1800" u="none" cap="none" strike="noStrike">
                <a:solidFill>
                  <a:schemeClr val="lt1"/>
                </a:solidFill>
                <a:latin typeface="Times New Roman"/>
                <a:ea typeface="Times New Roman"/>
                <a:cs typeface="Times New Roman"/>
                <a:sym typeface="Times New Roman"/>
              </a:rPr>
              <a:t>Term Paper Presentation | Ronit Dutta</a:t>
            </a:r>
            <a:endParaRPr b="0" i="0" sz="1800" u="none" cap="none" strike="noStrike">
              <a:solidFill>
                <a:schemeClr val="lt1"/>
              </a:solidFill>
              <a:latin typeface="Times New Roman"/>
              <a:ea typeface="Times New Roman"/>
              <a:cs typeface="Times New Roman"/>
              <a:sym typeface="Times New Roman"/>
            </a:endParaRPr>
          </a:p>
        </p:txBody>
      </p:sp>
      <p:pic>
        <p:nvPicPr>
          <p:cNvPr id="160" name="Google Shape;160;g3d19e2b9925_1_0"/>
          <p:cNvPicPr preferRelativeResize="0"/>
          <p:nvPr/>
        </p:nvPicPr>
        <p:blipFill rotWithShape="1">
          <a:blip r:embed="rId3">
            <a:alphaModFix/>
          </a:blip>
          <a:srcRect b="0" l="0" r="0" t="0"/>
          <a:stretch/>
        </p:blipFill>
        <p:spPr>
          <a:xfrm>
            <a:off x="10590934" y="6330522"/>
            <a:ext cx="1499906" cy="585000"/>
          </a:xfrm>
          <a:prstGeom prst="rect">
            <a:avLst/>
          </a:prstGeom>
          <a:noFill/>
          <a:ln>
            <a:noFill/>
          </a:ln>
        </p:spPr>
      </p:pic>
      <p:sp>
        <p:nvSpPr>
          <p:cNvPr id="161" name="Google Shape;161;g3d19e2b9925_1_0"/>
          <p:cNvSpPr txBox="1"/>
          <p:nvPr/>
        </p:nvSpPr>
        <p:spPr>
          <a:xfrm>
            <a:off x="-1" y="6288587"/>
            <a:ext cx="5981100" cy="6465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chemeClr val="dk1"/>
              </a:buClr>
              <a:buSzPts val="1800"/>
              <a:buFont typeface="Arial"/>
              <a:buNone/>
            </a:pPr>
            <a:r>
              <a:rPr b="0" i="0" lang="en-US" sz="1800" u="none" cap="none" strike="noStrike">
                <a:solidFill>
                  <a:schemeClr val="lt1"/>
                </a:solidFill>
                <a:latin typeface="Times New Roman"/>
                <a:ea typeface="Times New Roman"/>
                <a:cs typeface="Times New Roman"/>
                <a:sym typeface="Times New Roman"/>
              </a:rPr>
              <a:t>Machine Learning Professional</a:t>
            </a:r>
            <a:br>
              <a:rPr b="0" i="0" lang="en-US" sz="1800" u="none" cap="none" strike="noStrike">
                <a:solidFill>
                  <a:schemeClr val="lt1"/>
                </a:solidFill>
                <a:latin typeface="Times New Roman"/>
                <a:ea typeface="Times New Roman"/>
                <a:cs typeface="Times New Roman"/>
                <a:sym typeface="Times New Roman"/>
              </a:rPr>
            </a:br>
            <a:r>
              <a:rPr b="0" i="0" lang="en-US" sz="1800" u="none" cap="none" strike="noStrike">
                <a:solidFill>
                  <a:schemeClr val="lt1"/>
                </a:solidFill>
                <a:latin typeface="Times New Roman"/>
                <a:ea typeface="Times New Roman"/>
                <a:cs typeface="Times New Roman"/>
                <a:sym typeface="Times New Roman"/>
              </a:rPr>
              <a:t>Project Presentation</a:t>
            </a:r>
            <a:endParaRPr b="0" i="0" sz="1800" u="none" cap="none" strike="noStrike">
              <a:solidFill>
                <a:schemeClr val="lt1"/>
              </a:solidFill>
              <a:latin typeface="Times New Roman"/>
              <a:ea typeface="Times New Roman"/>
              <a:cs typeface="Times New Roman"/>
              <a:sym typeface="Times New Roman"/>
            </a:endParaRPr>
          </a:p>
        </p:txBody>
      </p:sp>
      <p:pic>
        <p:nvPicPr>
          <p:cNvPr id="162" name="Google Shape;162;g3d19e2b9925_1_0"/>
          <p:cNvPicPr preferRelativeResize="0"/>
          <p:nvPr/>
        </p:nvPicPr>
        <p:blipFill rotWithShape="1">
          <a:blip r:embed="rId4">
            <a:alphaModFix/>
          </a:blip>
          <a:srcRect b="0" l="0" r="0" t="0"/>
          <a:stretch/>
        </p:blipFill>
        <p:spPr>
          <a:xfrm>
            <a:off x="10590875" y="6341462"/>
            <a:ext cx="1500023" cy="585000"/>
          </a:xfrm>
          <a:prstGeom prst="rect">
            <a:avLst/>
          </a:prstGeom>
          <a:noFill/>
          <a:ln>
            <a:noFill/>
          </a:ln>
        </p:spPr>
      </p:pic>
      <p:sp>
        <p:nvSpPr>
          <p:cNvPr id="163" name="Google Shape;163;g3d19e2b9925_1_0"/>
          <p:cNvSpPr txBox="1"/>
          <p:nvPr/>
        </p:nvSpPr>
        <p:spPr>
          <a:xfrm>
            <a:off x="-1" y="6288587"/>
            <a:ext cx="5981100" cy="6465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chemeClr val="dk1"/>
              </a:buClr>
              <a:buSzPts val="1800"/>
              <a:buFont typeface="Arial"/>
              <a:buNone/>
            </a:pPr>
            <a:r>
              <a:rPr b="0" i="0" lang="en-US" sz="1800" u="none" cap="none" strike="noStrike">
                <a:solidFill>
                  <a:schemeClr val="lt1"/>
                </a:solidFill>
                <a:latin typeface="Times New Roman"/>
                <a:ea typeface="Times New Roman"/>
                <a:cs typeface="Times New Roman"/>
                <a:sym typeface="Times New Roman"/>
              </a:rPr>
              <a:t>Machine Learning Professional</a:t>
            </a:r>
            <a:br>
              <a:rPr b="0" i="0" lang="en-US" sz="1800" u="none" cap="none" strike="noStrike">
                <a:solidFill>
                  <a:schemeClr val="lt1"/>
                </a:solidFill>
                <a:latin typeface="Times New Roman"/>
                <a:ea typeface="Times New Roman"/>
                <a:cs typeface="Times New Roman"/>
                <a:sym typeface="Times New Roman"/>
              </a:rPr>
            </a:br>
            <a:r>
              <a:rPr b="0" i="0" lang="en-US" sz="1800" u="none" cap="none" strike="noStrike">
                <a:solidFill>
                  <a:schemeClr val="lt1"/>
                </a:solidFill>
                <a:latin typeface="Times New Roman"/>
                <a:ea typeface="Times New Roman"/>
                <a:cs typeface="Times New Roman"/>
                <a:sym typeface="Times New Roman"/>
              </a:rPr>
              <a:t>Project Presentation</a:t>
            </a:r>
            <a:endParaRPr b="0" i="0" sz="1800" u="none" cap="none" strike="noStrike">
              <a:solidFill>
                <a:schemeClr val="lt1"/>
              </a:solidFill>
              <a:latin typeface="Times New Roman"/>
              <a:ea typeface="Times New Roman"/>
              <a:cs typeface="Times New Roman"/>
              <a:sym typeface="Times New Roman"/>
            </a:endParaRPr>
          </a:p>
        </p:txBody>
      </p:sp>
      <p:pic>
        <p:nvPicPr>
          <p:cNvPr id="164" name="Google Shape;164;g3d19e2b9925_1_0"/>
          <p:cNvPicPr preferRelativeResize="0"/>
          <p:nvPr/>
        </p:nvPicPr>
        <p:blipFill rotWithShape="1">
          <a:blip r:embed="rId4">
            <a:alphaModFix/>
          </a:blip>
          <a:srcRect b="0" l="0" r="0" t="0"/>
          <a:stretch/>
        </p:blipFill>
        <p:spPr>
          <a:xfrm>
            <a:off x="10590875" y="6330524"/>
            <a:ext cx="1500023" cy="585000"/>
          </a:xfrm>
          <a:prstGeom prst="rect">
            <a:avLst/>
          </a:prstGeom>
          <a:noFill/>
          <a:ln>
            <a:noFill/>
          </a:ln>
        </p:spPr>
      </p:pic>
      <p:sp>
        <p:nvSpPr>
          <p:cNvPr id="165" name="Google Shape;165;g3d19e2b9925_1_0"/>
          <p:cNvSpPr txBox="1"/>
          <p:nvPr/>
        </p:nvSpPr>
        <p:spPr>
          <a:xfrm>
            <a:off x="-1" y="6234672"/>
            <a:ext cx="5981100" cy="6465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chemeClr val="dk1"/>
              </a:buClr>
              <a:buSzPts val="1800"/>
              <a:buFont typeface="Arial"/>
              <a:buNone/>
            </a:pPr>
            <a:r>
              <a:rPr b="0" i="0" lang="en-US" sz="1800" u="none" cap="none" strike="noStrike">
                <a:solidFill>
                  <a:schemeClr val="lt1"/>
                </a:solidFill>
                <a:latin typeface="Times New Roman"/>
                <a:ea typeface="Times New Roman"/>
                <a:cs typeface="Times New Roman"/>
                <a:sym typeface="Times New Roman"/>
              </a:rPr>
              <a:t>Machine Learning Professional</a:t>
            </a:r>
            <a:br>
              <a:rPr b="0" i="0" lang="en-US" sz="1800" u="none" cap="none" strike="noStrike">
                <a:solidFill>
                  <a:schemeClr val="lt1"/>
                </a:solidFill>
                <a:latin typeface="Times New Roman"/>
                <a:ea typeface="Times New Roman"/>
                <a:cs typeface="Times New Roman"/>
                <a:sym typeface="Times New Roman"/>
              </a:rPr>
            </a:br>
            <a:r>
              <a:rPr b="0" i="0" lang="en-US" sz="1800" u="none" cap="none" strike="noStrike">
                <a:solidFill>
                  <a:schemeClr val="lt1"/>
                </a:solidFill>
                <a:latin typeface="Times New Roman"/>
                <a:ea typeface="Times New Roman"/>
                <a:cs typeface="Times New Roman"/>
                <a:sym typeface="Times New Roman"/>
              </a:rPr>
              <a:t>Project Presentation</a:t>
            </a:r>
            <a:endParaRPr b="0" i="0" sz="1800" u="none" cap="none" strike="noStrike">
              <a:solidFill>
                <a:schemeClr val="lt1"/>
              </a:solidFill>
              <a:latin typeface="Times New Roman"/>
              <a:ea typeface="Times New Roman"/>
              <a:cs typeface="Times New Roman"/>
              <a:sym typeface="Times New Roman"/>
            </a:endParaRPr>
          </a:p>
        </p:txBody>
      </p:sp>
      <p:pic>
        <p:nvPicPr>
          <p:cNvPr id="166" name="Google Shape;166;g3d19e2b9925_1_0"/>
          <p:cNvPicPr preferRelativeResize="0"/>
          <p:nvPr/>
        </p:nvPicPr>
        <p:blipFill rotWithShape="1">
          <a:blip r:embed="rId4">
            <a:alphaModFix/>
          </a:blip>
          <a:srcRect b="0" l="0" r="0" t="0"/>
          <a:stretch/>
        </p:blipFill>
        <p:spPr>
          <a:xfrm>
            <a:off x="10590875" y="6330524"/>
            <a:ext cx="1500023" cy="585000"/>
          </a:xfrm>
          <a:prstGeom prst="rect">
            <a:avLst/>
          </a:prstGeom>
          <a:noFill/>
          <a:ln>
            <a:noFill/>
          </a:ln>
        </p:spPr>
      </p:pic>
      <p:sp>
        <p:nvSpPr>
          <p:cNvPr id="167" name="Google Shape;167;g3d19e2b9925_1_0"/>
          <p:cNvSpPr txBox="1"/>
          <p:nvPr/>
        </p:nvSpPr>
        <p:spPr>
          <a:xfrm>
            <a:off x="-1" y="6234672"/>
            <a:ext cx="5981100" cy="6465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chemeClr val="dk1"/>
              </a:buClr>
              <a:buSzPts val="1800"/>
              <a:buFont typeface="Arial"/>
              <a:buNone/>
            </a:pPr>
            <a:r>
              <a:rPr b="0" i="0" lang="en-US" sz="1800" u="none" cap="none" strike="noStrike">
                <a:solidFill>
                  <a:schemeClr val="lt1"/>
                </a:solidFill>
                <a:latin typeface="Times New Roman"/>
                <a:ea typeface="Times New Roman"/>
                <a:cs typeface="Times New Roman"/>
                <a:sym typeface="Times New Roman"/>
              </a:rPr>
              <a:t>Machine Learning Professional</a:t>
            </a:r>
            <a:br>
              <a:rPr b="0" i="0" lang="en-US" sz="1800" u="none" cap="none" strike="noStrike">
                <a:solidFill>
                  <a:schemeClr val="lt1"/>
                </a:solidFill>
                <a:latin typeface="Times New Roman"/>
                <a:ea typeface="Times New Roman"/>
                <a:cs typeface="Times New Roman"/>
                <a:sym typeface="Times New Roman"/>
              </a:rPr>
            </a:br>
            <a:r>
              <a:rPr b="0" i="0" lang="en-US" sz="1800" u="none" cap="none" strike="noStrike">
                <a:solidFill>
                  <a:schemeClr val="lt1"/>
                </a:solidFill>
                <a:latin typeface="Times New Roman"/>
                <a:ea typeface="Times New Roman"/>
                <a:cs typeface="Times New Roman"/>
                <a:sym typeface="Times New Roman"/>
              </a:rPr>
              <a:t>Project Presentation</a:t>
            </a:r>
            <a:endParaRPr b="0" i="0" sz="1800" u="none" cap="none" strike="noStrike">
              <a:solidFill>
                <a:schemeClr val="lt1"/>
              </a:solidFill>
              <a:latin typeface="Times New Roman"/>
              <a:ea typeface="Times New Roman"/>
              <a:cs typeface="Times New Roman"/>
              <a:sym typeface="Times New Roman"/>
            </a:endParaRPr>
          </a:p>
        </p:txBody>
      </p:sp>
      <p:pic>
        <p:nvPicPr>
          <p:cNvPr id="168" name="Google Shape;168;g3d19e2b9925_1_0"/>
          <p:cNvPicPr preferRelativeResize="0"/>
          <p:nvPr/>
        </p:nvPicPr>
        <p:blipFill rotWithShape="1">
          <a:blip r:embed="rId4">
            <a:alphaModFix/>
          </a:blip>
          <a:srcRect b="0" l="0" r="0" t="0"/>
          <a:stretch/>
        </p:blipFill>
        <p:spPr>
          <a:xfrm>
            <a:off x="10590875" y="6330524"/>
            <a:ext cx="1500023" cy="585000"/>
          </a:xfrm>
          <a:prstGeom prst="rect">
            <a:avLst/>
          </a:prstGeom>
          <a:noFill/>
          <a:ln>
            <a:noFill/>
          </a:ln>
        </p:spPr>
      </p:pic>
      <p:sp>
        <p:nvSpPr>
          <p:cNvPr id="169" name="Google Shape;169;g3d19e2b9925_1_0"/>
          <p:cNvSpPr txBox="1"/>
          <p:nvPr/>
        </p:nvSpPr>
        <p:spPr>
          <a:xfrm>
            <a:off x="-1" y="6234672"/>
            <a:ext cx="5981100" cy="6465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chemeClr val="dk1"/>
              </a:buClr>
              <a:buSzPts val="1800"/>
              <a:buFont typeface="Arial"/>
              <a:buNone/>
            </a:pPr>
            <a:r>
              <a:rPr b="0" i="0" lang="en-US" sz="1800" u="none" cap="none" strike="noStrike">
                <a:solidFill>
                  <a:schemeClr val="lt1"/>
                </a:solidFill>
                <a:latin typeface="Times New Roman"/>
                <a:ea typeface="Times New Roman"/>
                <a:cs typeface="Times New Roman"/>
                <a:sym typeface="Times New Roman"/>
              </a:rPr>
              <a:t>Nanoelectronics - Seminar Presentation</a:t>
            </a:r>
            <a:br>
              <a:rPr b="0" i="0" lang="en-US" sz="1800" u="none" cap="none" strike="noStrike">
                <a:solidFill>
                  <a:schemeClr val="lt1"/>
                </a:solidFill>
                <a:latin typeface="Times New Roman"/>
                <a:ea typeface="Times New Roman"/>
                <a:cs typeface="Times New Roman"/>
                <a:sym typeface="Times New Roman"/>
              </a:rPr>
            </a:br>
            <a:r>
              <a:rPr b="0" i="0" lang="en-US" sz="1800" u="none" cap="none" strike="noStrike">
                <a:solidFill>
                  <a:schemeClr val="lt1"/>
                </a:solidFill>
                <a:latin typeface="Times New Roman"/>
                <a:ea typeface="Times New Roman"/>
                <a:cs typeface="Times New Roman"/>
                <a:sym typeface="Times New Roman"/>
              </a:rPr>
              <a:t>Ronit Dutta</a:t>
            </a:r>
            <a:endParaRPr b="0" i="0" sz="1800" u="none" cap="none" strike="noStrike">
              <a:solidFill>
                <a:schemeClr val="lt1"/>
              </a:solidFill>
              <a:latin typeface="Times New Roman"/>
              <a:ea typeface="Times New Roman"/>
              <a:cs typeface="Times New Roman"/>
              <a:sym typeface="Times New Roman"/>
            </a:endParaRPr>
          </a:p>
        </p:txBody>
      </p:sp>
      <p:pic>
        <p:nvPicPr>
          <p:cNvPr id="170" name="Google Shape;170;g3d19e2b9925_1_0"/>
          <p:cNvPicPr preferRelativeResize="0"/>
          <p:nvPr/>
        </p:nvPicPr>
        <p:blipFill rotWithShape="1">
          <a:blip r:embed="rId4">
            <a:alphaModFix/>
          </a:blip>
          <a:srcRect b="0" l="0" r="0" t="0"/>
          <a:stretch/>
        </p:blipFill>
        <p:spPr>
          <a:xfrm>
            <a:off x="10590875" y="6330524"/>
            <a:ext cx="1500023" cy="585000"/>
          </a:xfrm>
          <a:prstGeom prst="rect">
            <a:avLst/>
          </a:prstGeom>
          <a:noFill/>
          <a:ln>
            <a:noFill/>
          </a:ln>
        </p:spPr>
      </p:pic>
      <p:pic>
        <p:nvPicPr>
          <p:cNvPr id="171" name="Google Shape;171;g3d19e2b9925_1_0"/>
          <p:cNvPicPr preferRelativeResize="0"/>
          <p:nvPr/>
        </p:nvPicPr>
        <p:blipFill rotWithShape="1">
          <a:blip r:embed="rId3">
            <a:alphaModFix/>
          </a:blip>
          <a:srcRect b="0" l="0" r="0" t="0"/>
          <a:stretch/>
        </p:blipFill>
        <p:spPr>
          <a:xfrm>
            <a:off x="10590934" y="6330522"/>
            <a:ext cx="1499906" cy="585000"/>
          </a:xfrm>
          <a:prstGeom prst="rect">
            <a:avLst/>
          </a:prstGeom>
          <a:noFill/>
          <a:ln>
            <a:noFill/>
          </a:ln>
        </p:spPr>
      </p:pic>
      <p:sp>
        <p:nvSpPr>
          <p:cNvPr id="172" name="Google Shape;172;g3d19e2b9925_1_0"/>
          <p:cNvSpPr txBox="1"/>
          <p:nvPr/>
        </p:nvSpPr>
        <p:spPr>
          <a:xfrm>
            <a:off x="-1" y="6288587"/>
            <a:ext cx="5981100" cy="3693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chemeClr val="dk1"/>
              </a:buClr>
              <a:buSzPts val="1800"/>
              <a:buFont typeface="Arial"/>
              <a:buNone/>
            </a:pPr>
            <a:r>
              <a:rPr b="0" i="0" lang="en-US" sz="1800" u="none" cap="none" strike="noStrike">
                <a:solidFill>
                  <a:schemeClr val="lt1"/>
                </a:solidFill>
                <a:latin typeface="Times New Roman"/>
                <a:ea typeface="Times New Roman"/>
                <a:cs typeface="Times New Roman"/>
                <a:sym typeface="Times New Roman"/>
              </a:rPr>
              <a:t>Term Paper Presentation | Ronit Dutta</a:t>
            </a:r>
            <a:endParaRPr b="0" i="0" sz="1800" u="none" cap="none" strike="noStrike">
              <a:solidFill>
                <a:schemeClr val="lt1"/>
              </a:solidFill>
              <a:latin typeface="Times New Roman"/>
              <a:ea typeface="Times New Roman"/>
              <a:cs typeface="Times New Roman"/>
              <a:sym typeface="Times New Roman"/>
            </a:endParaRPr>
          </a:p>
        </p:txBody>
      </p:sp>
      <p:pic>
        <p:nvPicPr>
          <p:cNvPr id="173" name="Google Shape;173;g3d19e2b9925_1_0"/>
          <p:cNvPicPr preferRelativeResize="0"/>
          <p:nvPr/>
        </p:nvPicPr>
        <p:blipFill rotWithShape="1">
          <a:blip r:embed="rId3">
            <a:alphaModFix/>
          </a:blip>
          <a:srcRect b="0" l="0" r="0" t="0"/>
          <a:stretch/>
        </p:blipFill>
        <p:spPr>
          <a:xfrm>
            <a:off x="10590934" y="6330522"/>
            <a:ext cx="1499906" cy="585000"/>
          </a:xfrm>
          <a:prstGeom prst="rect">
            <a:avLst/>
          </a:prstGeom>
          <a:noFill/>
          <a:ln>
            <a:noFill/>
          </a:ln>
        </p:spPr>
      </p:pic>
      <p:sp>
        <p:nvSpPr>
          <p:cNvPr id="174" name="Google Shape;174;g3d19e2b9925_1_0"/>
          <p:cNvSpPr txBox="1"/>
          <p:nvPr/>
        </p:nvSpPr>
        <p:spPr>
          <a:xfrm>
            <a:off x="-1" y="6288587"/>
            <a:ext cx="5981100" cy="3693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chemeClr val="dk1"/>
              </a:buClr>
              <a:buSzPts val="1800"/>
              <a:buFont typeface="Arial"/>
              <a:buNone/>
            </a:pPr>
            <a:r>
              <a:rPr b="0" i="0" lang="en-US" sz="1800" u="none" cap="none" strike="noStrike">
                <a:solidFill>
                  <a:schemeClr val="lt1"/>
                </a:solidFill>
                <a:latin typeface="Times New Roman"/>
                <a:ea typeface="Times New Roman"/>
                <a:cs typeface="Times New Roman"/>
                <a:sym typeface="Times New Roman"/>
              </a:rPr>
              <a:t>Term Paper Presentation | Ronit Dutta</a:t>
            </a:r>
            <a:endParaRPr b="0" i="0" sz="1800" u="none" cap="none" strike="noStrike">
              <a:solidFill>
                <a:schemeClr val="lt1"/>
              </a:solidFill>
              <a:latin typeface="Times New Roman"/>
              <a:ea typeface="Times New Roman"/>
              <a:cs typeface="Times New Roman"/>
              <a:sym typeface="Times New Roman"/>
            </a:endParaRPr>
          </a:p>
        </p:txBody>
      </p:sp>
      <p:pic>
        <p:nvPicPr>
          <p:cNvPr id="175" name="Google Shape;175;g3d19e2b9925_1_0"/>
          <p:cNvPicPr preferRelativeResize="0"/>
          <p:nvPr/>
        </p:nvPicPr>
        <p:blipFill rotWithShape="1">
          <a:blip r:embed="rId3">
            <a:alphaModFix/>
          </a:blip>
          <a:srcRect b="0" l="0" r="0" t="0"/>
          <a:stretch/>
        </p:blipFill>
        <p:spPr>
          <a:xfrm>
            <a:off x="10590934" y="6330522"/>
            <a:ext cx="1499906" cy="585000"/>
          </a:xfrm>
          <a:prstGeom prst="rect">
            <a:avLst/>
          </a:prstGeom>
          <a:noFill/>
          <a:ln>
            <a:noFill/>
          </a:ln>
        </p:spPr>
      </p:pic>
      <p:sp>
        <p:nvSpPr>
          <p:cNvPr id="176" name="Google Shape;176;g3d19e2b9925_1_0"/>
          <p:cNvSpPr txBox="1"/>
          <p:nvPr/>
        </p:nvSpPr>
        <p:spPr>
          <a:xfrm>
            <a:off x="-1" y="6288587"/>
            <a:ext cx="5981100" cy="6465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chemeClr val="dk1"/>
              </a:buClr>
              <a:buSzPts val="1800"/>
              <a:buFont typeface="Arial"/>
              <a:buNone/>
            </a:pPr>
            <a:r>
              <a:rPr b="0" i="0" lang="en-US" sz="1800" u="none" cap="none" strike="noStrike">
                <a:solidFill>
                  <a:schemeClr val="lt1"/>
                </a:solidFill>
                <a:latin typeface="Times New Roman"/>
                <a:ea typeface="Times New Roman"/>
                <a:cs typeface="Times New Roman"/>
                <a:sym typeface="Times New Roman"/>
              </a:rPr>
              <a:t>Machine Learning Professional</a:t>
            </a:r>
            <a:br>
              <a:rPr b="0" i="0" lang="en-US" sz="1800" u="none" cap="none" strike="noStrike">
                <a:solidFill>
                  <a:schemeClr val="lt1"/>
                </a:solidFill>
                <a:latin typeface="Times New Roman"/>
                <a:ea typeface="Times New Roman"/>
                <a:cs typeface="Times New Roman"/>
                <a:sym typeface="Times New Roman"/>
              </a:rPr>
            </a:br>
            <a:r>
              <a:rPr b="0" i="0" lang="en-US" sz="1800" u="none" cap="none" strike="noStrike">
                <a:solidFill>
                  <a:schemeClr val="lt1"/>
                </a:solidFill>
                <a:latin typeface="Times New Roman"/>
                <a:ea typeface="Times New Roman"/>
                <a:cs typeface="Times New Roman"/>
                <a:sym typeface="Times New Roman"/>
              </a:rPr>
              <a:t>Project Presentation</a:t>
            </a:r>
            <a:endParaRPr b="0" i="0" sz="1800" u="none" cap="none" strike="noStrike">
              <a:solidFill>
                <a:schemeClr val="lt1"/>
              </a:solidFill>
              <a:latin typeface="Times New Roman"/>
              <a:ea typeface="Times New Roman"/>
              <a:cs typeface="Times New Roman"/>
              <a:sym typeface="Times New Roman"/>
            </a:endParaRPr>
          </a:p>
        </p:txBody>
      </p:sp>
      <p:pic>
        <p:nvPicPr>
          <p:cNvPr id="177" name="Google Shape;177;g3d19e2b9925_1_0"/>
          <p:cNvPicPr preferRelativeResize="0"/>
          <p:nvPr/>
        </p:nvPicPr>
        <p:blipFill rotWithShape="1">
          <a:blip r:embed="rId4">
            <a:alphaModFix/>
          </a:blip>
          <a:srcRect b="0" l="0" r="0" t="0"/>
          <a:stretch/>
        </p:blipFill>
        <p:spPr>
          <a:xfrm>
            <a:off x="10590875" y="6341462"/>
            <a:ext cx="1500023" cy="585000"/>
          </a:xfrm>
          <a:prstGeom prst="rect">
            <a:avLst/>
          </a:prstGeom>
          <a:noFill/>
          <a:ln>
            <a:noFill/>
          </a:ln>
        </p:spPr>
      </p:pic>
      <p:sp>
        <p:nvSpPr>
          <p:cNvPr id="178" name="Google Shape;178;g3d19e2b9925_1_0"/>
          <p:cNvSpPr txBox="1"/>
          <p:nvPr/>
        </p:nvSpPr>
        <p:spPr>
          <a:xfrm>
            <a:off x="-1" y="6288587"/>
            <a:ext cx="5981100" cy="6465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chemeClr val="dk1"/>
              </a:buClr>
              <a:buSzPts val="1800"/>
              <a:buFont typeface="Arial"/>
              <a:buNone/>
            </a:pPr>
            <a:r>
              <a:rPr b="0" i="0" lang="en-US" sz="1800" u="none" cap="none" strike="noStrike">
                <a:solidFill>
                  <a:schemeClr val="lt1"/>
                </a:solidFill>
                <a:latin typeface="Times New Roman"/>
                <a:ea typeface="Times New Roman"/>
                <a:cs typeface="Times New Roman"/>
                <a:sym typeface="Times New Roman"/>
              </a:rPr>
              <a:t>Machine Learning Professional</a:t>
            </a:r>
            <a:br>
              <a:rPr b="0" i="0" lang="en-US" sz="1800" u="none" cap="none" strike="noStrike">
                <a:solidFill>
                  <a:schemeClr val="lt1"/>
                </a:solidFill>
                <a:latin typeface="Times New Roman"/>
                <a:ea typeface="Times New Roman"/>
                <a:cs typeface="Times New Roman"/>
                <a:sym typeface="Times New Roman"/>
              </a:rPr>
            </a:br>
            <a:r>
              <a:rPr b="0" i="0" lang="en-US" sz="1800" u="none" cap="none" strike="noStrike">
                <a:solidFill>
                  <a:schemeClr val="lt1"/>
                </a:solidFill>
                <a:latin typeface="Times New Roman"/>
                <a:ea typeface="Times New Roman"/>
                <a:cs typeface="Times New Roman"/>
                <a:sym typeface="Times New Roman"/>
              </a:rPr>
              <a:t>Project Presentation</a:t>
            </a:r>
            <a:endParaRPr b="0" i="0" sz="1800" u="none" cap="none" strike="noStrike">
              <a:solidFill>
                <a:schemeClr val="lt1"/>
              </a:solidFill>
              <a:latin typeface="Times New Roman"/>
              <a:ea typeface="Times New Roman"/>
              <a:cs typeface="Times New Roman"/>
              <a:sym typeface="Times New Roman"/>
            </a:endParaRPr>
          </a:p>
        </p:txBody>
      </p:sp>
      <p:pic>
        <p:nvPicPr>
          <p:cNvPr id="179" name="Google Shape;179;g3d19e2b9925_1_0"/>
          <p:cNvPicPr preferRelativeResize="0"/>
          <p:nvPr/>
        </p:nvPicPr>
        <p:blipFill rotWithShape="1">
          <a:blip r:embed="rId4">
            <a:alphaModFix/>
          </a:blip>
          <a:srcRect b="0" l="0" r="0" t="0"/>
          <a:stretch/>
        </p:blipFill>
        <p:spPr>
          <a:xfrm>
            <a:off x="10590875" y="6330524"/>
            <a:ext cx="1500023" cy="585000"/>
          </a:xfrm>
          <a:prstGeom prst="rect">
            <a:avLst/>
          </a:prstGeom>
          <a:noFill/>
          <a:ln>
            <a:noFill/>
          </a:ln>
        </p:spPr>
      </p:pic>
      <p:sp>
        <p:nvSpPr>
          <p:cNvPr id="180" name="Google Shape;180;g3d19e2b9925_1_0"/>
          <p:cNvSpPr txBox="1"/>
          <p:nvPr/>
        </p:nvSpPr>
        <p:spPr>
          <a:xfrm>
            <a:off x="-1" y="6234672"/>
            <a:ext cx="5981100" cy="6465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chemeClr val="dk1"/>
              </a:buClr>
              <a:buSzPts val="1800"/>
              <a:buFont typeface="Arial"/>
              <a:buNone/>
            </a:pPr>
            <a:r>
              <a:rPr b="0" i="0" lang="en-US" sz="1800" u="none" cap="none" strike="noStrike">
                <a:solidFill>
                  <a:schemeClr val="lt1"/>
                </a:solidFill>
                <a:latin typeface="Times New Roman"/>
                <a:ea typeface="Times New Roman"/>
                <a:cs typeface="Times New Roman"/>
                <a:sym typeface="Times New Roman"/>
              </a:rPr>
              <a:t>Machine Learning Professional</a:t>
            </a:r>
            <a:br>
              <a:rPr b="0" i="0" lang="en-US" sz="1800" u="none" cap="none" strike="noStrike">
                <a:solidFill>
                  <a:schemeClr val="lt1"/>
                </a:solidFill>
                <a:latin typeface="Times New Roman"/>
                <a:ea typeface="Times New Roman"/>
                <a:cs typeface="Times New Roman"/>
                <a:sym typeface="Times New Roman"/>
              </a:rPr>
            </a:br>
            <a:r>
              <a:rPr b="0" i="0" lang="en-US" sz="1800" u="none" cap="none" strike="noStrike">
                <a:solidFill>
                  <a:schemeClr val="lt1"/>
                </a:solidFill>
                <a:latin typeface="Times New Roman"/>
                <a:ea typeface="Times New Roman"/>
                <a:cs typeface="Times New Roman"/>
                <a:sym typeface="Times New Roman"/>
              </a:rPr>
              <a:t>Project Presentation</a:t>
            </a:r>
            <a:endParaRPr b="0" i="0" sz="1800" u="none" cap="none" strike="noStrike">
              <a:solidFill>
                <a:schemeClr val="lt1"/>
              </a:solidFill>
              <a:latin typeface="Times New Roman"/>
              <a:ea typeface="Times New Roman"/>
              <a:cs typeface="Times New Roman"/>
              <a:sym typeface="Times New Roman"/>
            </a:endParaRPr>
          </a:p>
        </p:txBody>
      </p:sp>
      <p:pic>
        <p:nvPicPr>
          <p:cNvPr id="181" name="Google Shape;181;g3d19e2b9925_1_0"/>
          <p:cNvPicPr preferRelativeResize="0"/>
          <p:nvPr/>
        </p:nvPicPr>
        <p:blipFill rotWithShape="1">
          <a:blip r:embed="rId4">
            <a:alphaModFix/>
          </a:blip>
          <a:srcRect b="0" l="0" r="0" t="0"/>
          <a:stretch/>
        </p:blipFill>
        <p:spPr>
          <a:xfrm>
            <a:off x="10590875" y="6330524"/>
            <a:ext cx="1500023" cy="585000"/>
          </a:xfrm>
          <a:prstGeom prst="rect">
            <a:avLst/>
          </a:prstGeom>
          <a:noFill/>
          <a:ln>
            <a:noFill/>
          </a:ln>
        </p:spPr>
      </p:pic>
      <p:sp>
        <p:nvSpPr>
          <p:cNvPr id="182" name="Google Shape;182;g3d19e2b9925_1_0"/>
          <p:cNvSpPr txBox="1"/>
          <p:nvPr/>
        </p:nvSpPr>
        <p:spPr>
          <a:xfrm>
            <a:off x="-1" y="6234672"/>
            <a:ext cx="5981100" cy="6465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chemeClr val="dk1"/>
              </a:buClr>
              <a:buSzPts val="1800"/>
              <a:buFont typeface="Arial"/>
              <a:buNone/>
            </a:pPr>
            <a:r>
              <a:rPr b="0" i="0" lang="en-US" sz="1800" u="none" cap="none" strike="noStrike">
                <a:solidFill>
                  <a:schemeClr val="lt1"/>
                </a:solidFill>
                <a:latin typeface="Times New Roman"/>
                <a:ea typeface="Times New Roman"/>
                <a:cs typeface="Times New Roman"/>
                <a:sym typeface="Times New Roman"/>
              </a:rPr>
              <a:t>Machine Learning Professional</a:t>
            </a:r>
            <a:br>
              <a:rPr b="0" i="0" lang="en-US" sz="1800" u="none" cap="none" strike="noStrike">
                <a:solidFill>
                  <a:schemeClr val="lt1"/>
                </a:solidFill>
                <a:latin typeface="Times New Roman"/>
                <a:ea typeface="Times New Roman"/>
                <a:cs typeface="Times New Roman"/>
                <a:sym typeface="Times New Roman"/>
              </a:rPr>
            </a:br>
            <a:r>
              <a:rPr b="0" i="0" lang="en-US" sz="1800" u="none" cap="none" strike="noStrike">
                <a:solidFill>
                  <a:schemeClr val="lt1"/>
                </a:solidFill>
                <a:latin typeface="Times New Roman"/>
                <a:ea typeface="Times New Roman"/>
                <a:cs typeface="Times New Roman"/>
                <a:sym typeface="Times New Roman"/>
              </a:rPr>
              <a:t>Project Presentation</a:t>
            </a:r>
            <a:endParaRPr b="0" i="0" sz="1800" u="none" cap="none" strike="noStrike">
              <a:solidFill>
                <a:schemeClr val="lt1"/>
              </a:solidFill>
              <a:latin typeface="Times New Roman"/>
              <a:ea typeface="Times New Roman"/>
              <a:cs typeface="Times New Roman"/>
              <a:sym typeface="Times New Roman"/>
            </a:endParaRPr>
          </a:p>
        </p:txBody>
      </p:sp>
      <p:pic>
        <p:nvPicPr>
          <p:cNvPr id="183" name="Google Shape;183;g3d19e2b9925_1_0"/>
          <p:cNvPicPr preferRelativeResize="0"/>
          <p:nvPr/>
        </p:nvPicPr>
        <p:blipFill rotWithShape="1">
          <a:blip r:embed="rId4">
            <a:alphaModFix/>
          </a:blip>
          <a:srcRect b="0" l="0" r="0" t="0"/>
          <a:stretch/>
        </p:blipFill>
        <p:spPr>
          <a:xfrm>
            <a:off x="10590875" y="6330524"/>
            <a:ext cx="1500023" cy="585000"/>
          </a:xfrm>
          <a:prstGeom prst="rect">
            <a:avLst/>
          </a:prstGeom>
          <a:noFill/>
          <a:ln>
            <a:noFill/>
          </a:ln>
        </p:spPr>
      </p:pic>
      <p:sp>
        <p:nvSpPr>
          <p:cNvPr id="184" name="Google Shape;184;g3d19e2b9925_1_0"/>
          <p:cNvSpPr txBox="1"/>
          <p:nvPr/>
        </p:nvSpPr>
        <p:spPr>
          <a:xfrm>
            <a:off x="-1" y="6234672"/>
            <a:ext cx="5981100" cy="6465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chemeClr val="dk1"/>
              </a:buClr>
              <a:buSzPts val="1800"/>
              <a:buFont typeface="Arial"/>
              <a:buNone/>
            </a:pPr>
            <a:r>
              <a:rPr b="0" i="0" lang="en-US" sz="1800" u="none" cap="none" strike="noStrike">
                <a:solidFill>
                  <a:schemeClr val="lt1"/>
                </a:solidFill>
                <a:latin typeface="Times New Roman"/>
                <a:ea typeface="Times New Roman"/>
                <a:cs typeface="Times New Roman"/>
                <a:sym typeface="Times New Roman"/>
              </a:rPr>
              <a:t>Nanoelectronics - Seminar Presentation</a:t>
            </a:r>
            <a:br>
              <a:rPr b="0" i="0" lang="en-US" sz="1800" u="none" cap="none" strike="noStrike">
                <a:solidFill>
                  <a:schemeClr val="lt1"/>
                </a:solidFill>
                <a:latin typeface="Times New Roman"/>
                <a:ea typeface="Times New Roman"/>
                <a:cs typeface="Times New Roman"/>
                <a:sym typeface="Times New Roman"/>
              </a:rPr>
            </a:br>
            <a:r>
              <a:rPr b="0" i="0" lang="en-US" sz="1800" u="none" cap="none" strike="noStrike">
                <a:solidFill>
                  <a:schemeClr val="lt1"/>
                </a:solidFill>
                <a:latin typeface="Times New Roman"/>
                <a:ea typeface="Times New Roman"/>
                <a:cs typeface="Times New Roman"/>
                <a:sym typeface="Times New Roman"/>
              </a:rPr>
              <a:t>Ronit Dutta</a:t>
            </a:r>
            <a:endParaRPr b="0" i="0" sz="1800" u="none" cap="none" strike="noStrike">
              <a:solidFill>
                <a:schemeClr val="lt1"/>
              </a:solidFill>
              <a:latin typeface="Times New Roman"/>
              <a:ea typeface="Times New Roman"/>
              <a:cs typeface="Times New Roman"/>
              <a:sym typeface="Times New Roman"/>
            </a:endParaRPr>
          </a:p>
        </p:txBody>
      </p:sp>
      <p:pic>
        <p:nvPicPr>
          <p:cNvPr id="185" name="Google Shape;185;g3d19e2b9925_1_0"/>
          <p:cNvPicPr preferRelativeResize="0"/>
          <p:nvPr/>
        </p:nvPicPr>
        <p:blipFill rotWithShape="1">
          <a:blip r:embed="rId4">
            <a:alphaModFix/>
          </a:blip>
          <a:srcRect b="0" l="0" r="0" t="0"/>
          <a:stretch/>
        </p:blipFill>
        <p:spPr>
          <a:xfrm>
            <a:off x="10590875" y="6330524"/>
            <a:ext cx="1500023" cy="585000"/>
          </a:xfrm>
          <a:prstGeom prst="rect">
            <a:avLst/>
          </a:prstGeom>
          <a:noFill/>
          <a:ln>
            <a:noFill/>
          </a:ln>
        </p:spPr>
      </p:pic>
      <p:pic>
        <p:nvPicPr>
          <p:cNvPr id="186" name="Google Shape;186;g3d19e2b9925_1_0"/>
          <p:cNvPicPr preferRelativeResize="0"/>
          <p:nvPr/>
        </p:nvPicPr>
        <p:blipFill rotWithShape="1">
          <a:blip r:embed="rId6">
            <a:alphaModFix/>
          </a:blip>
          <a:srcRect b="0" l="0" r="0" t="0"/>
          <a:stretch/>
        </p:blipFill>
        <p:spPr>
          <a:xfrm>
            <a:off x="0" y="6234674"/>
            <a:ext cx="12192000" cy="1165875"/>
          </a:xfrm>
          <a:prstGeom prst="rect">
            <a:avLst/>
          </a:prstGeom>
          <a:noFill/>
          <a:ln>
            <a:noFill/>
          </a:ln>
        </p:spPr>
      </p:pic>
      <p:sp>
        <p:nvSpPr>
          <p:cNvPr id="187" name="Google Shape;187;g3d19e2b9925_1_0"/>
          <p:cNvSpPr txBox="1"/>
          <p:nvPr/>
        </p:nvSpPr>
        <p:spPr>
          <a:xfrm>
            <a:off x="-1" y="6445547"/>
            <a:ext cx="5981100" cy="6465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chemeClr val="dk1"/>
              </a:buClr>
              <a:buSzPts val="1800"/>
              <a:buFont typeface="Arial"/>
              <a:buNone/>
            </a:pPr>
            <a:r>
              <a:rPr lang="en-US" sz="1800">
                <a:solidFill>
                  <a:schemeClr val="lt1"/>
                </a:solidFill>
                <a:latin typeface="Times New Roman"/>
                <a:ea typeface="Times New Roman"/>
                <a:cs typeface="Times New Roman"/>
                <a:sym typeface="Times New Roman"/>
              </a:rPr>
              <a:t>Applied Mathematics for Engineering [MIDTERM PROJECT]</a:t>
            </a:r>
            <a:br>
              <a:rPr b="0" i="0" lang="en-US" sz="1800" u="none" cap="none" strike="noStrike">
                <a:solidFill>
                  <a:schemeClr val="lt1"/>
                </a:solidFill>
                <a:latin typeface="Times New Roman"/>
                <a:ea typeface="Times New Roman"/>
                <a:cs typeface="Times New Roman"/>
                <a:sym typeface="Times New Roman"/>
              </a:rPr>
            </a:br>
            <a:r>
              <a:rPr b="0" i="0" lang="en-US" sz="1800" u="none" cap="none" strike="noStrike">
                <a:solidFill>
                  <a:schemeClr val="lt1"/>
                </a:solidFill>
                <a:latin typeface="Times New Roman"/>
                <a:ea typeface="Times New Roman"/>
                <a:cs typeface="Times New Roman"/>
                <a:sym typeface="Times New Roman"/>
              </a:rPr>
              <a:t>Ronit Dutta</a:t>
            </a:r>
            <a:endParaRPr b="0" i="0" sz="1800" u="none" cap="none" strike="noStrike">
              <a:solidFill>
                <a:schemeClr val="lt1"/>
              </a:solidFill>
              <a:latin typeface="Times New Roman"/>
              <a:ea typeface="Times New Roman"/>
              <a:cs typeface="Times New Roman"/>
              <a:sym typeface="Times New Roman"/>
            </a:endParaRPr>
          </a:p>
        </p:txBody>
      </p:sp>
      <p:pic>
        <p:nvPicPr>
          <p:cNvPr id="188" name="Google Shape;188;g3d19e2b9925_1_0"/>
          <p:cNvPicPr preferRelativeResize="0"/>
          <p:nvPr/>
        </p:nvPicPr>
        <p:blipFill rotWithShape="1">
          <a:blip r:embed="rId4">
            <a:alphaModFix/>
          </a:blip>
          <a:srcRect b="0" l="0" r="0" t="0"/>
          <a:stretch/>
        </p:blipFill>
        <p:spPr>
          <a:xfrm>
            <a:off x="10579375" y="6476299"/>
            <a:ext cx="1500023" cy="585000"/>
          </a:xfrm>
          <a:prstGeom prst="rect">
            <a:avLst/>
          </a:prstGeom>
          <a:noFill/>
          <a:ln>
            <a:noFill/>
          </a:ln>
        </p:spPr>
      </p:pic>
      <p:pic>
        <p:nvPicPr>
          <p:cNvPr id="189" name="Google Shape;189;g3d19e2b9925_1_0"/>
          <p:cNvPicPr preferRelativeResize="0"/>
          <p:nvPr/>
        </p:nvPicPr>
        <p:blipFill rotWithShape="1">
          <a:blip r:embed="rId6">
            <a:alphaModFix/>
          </a:blip>
          <a:srcRect b="0" l="0" r="0" t="0"/>
          <a:stretch/>
        </p:blipFill>
        <p:spPr>
          <a:xfrm>
            <a:off x="0" y="6330524"/>
            <a:ext cx="12192000" cy="1165875"/>
          </a:xfrm>
          <a:prstGeom prst="rect">
            <a:avLst/>
          </a:prstGeom>
          <a:noFill/>
          <a:ln>
            <a:noFill/>
          </a:ln>
        </p:spPr>
      </p:pic>
      <p:sp>
        <p:nvSpPr>
          <p:cNvPr id="190" name="Google Shape;190;g3d19e2b9925_1_0"/>
          <p:cNvSpPr txBox="1"/>
          <p:nvPr/>
        </p:nvSpPr>
        <p:spPr>
          <a:xfrm>
            <a:off x="-1" y="6445547"/>
            <a:ext cx="5981100" cy="6465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chemeClr val="dk1"/>
              </a:buClr>
              <a:buSzPts val="1800"/>
              <a:buFont typeface="Arial"/>
              <a:buNone/>
            </a:pPr>
            <a:r>
              <a:rPr lang="en-US" sz="1800">
                <a:solidFill>
                  <a:schemeClr val="lt1"/>
                </a:solidFill>
                <a:latin typeface="Times New Roman"/>
                <a:ea typeface="Times New Roman"/>
                <a:cs typeface="Times New Roman"/>
                <a:sym typeface="Times New Roman"/>
              </a:rPr>
              <a:t>Applied Mathematics for Engineering [MIDTERM PROJECT]</a:t>
            </a:r>
            <a:br>
              <a:rPr b="0" i="0" lang="en-US" sz="1800" u="none" cap="none" strike="noStrike">
                <a:solidFill>
                  <a:schemeClr val="lt1"/>
                </a:solidFill>
                <a:latin typeface="Times New Roman"/>
                <a:ea typeface="Times New Roman"/>
                <a:cs typeface="Times New Roman"/>
                <a:sym typeface="Times New Roman"/>
              </a:rPr>
            </a:br>
            <a:r>
              <a:rPr b="0" i="0" lang="en-US" sz="1800" u="none" cap="none" strike="noStrike">
                <a:solidFill>
                  <a:schemeClr val="lt1"/>
                </a:solidFill>
                <a:latin typeface="Times New Roman"/>
                <a:ea typeface="Times New Roman"/>
                <a:cs typeface="Times New Roman"/>
                <a:sym typeface="Times New Roman"/>
              </a:rPr>
              <a:t>Ronit Dutta</a:t>
            </a:r>
            <a:endParaRPr b="0" i="0" sz="1800" u="none" cap="none" strike="noStrike">
              <a:solidFill>
                <a:schemeClr val="lt1"/>
              </a:solidFill>
              <a:latin typeface="Times New Roman"/>
              <a:ea typeface="Times New Roman"/>
              <a:cs typeface="Times New Roman"/>
              <a:sym typeface="Times New Roman"/>
            </a:endParaRPr>
          </a:p>
        </p:txBody>
      </p:sp>
      <p:pic>
        <p:nvPicPr>
          <p:cNvPr id="191" name="Google Shape;191;g3d19e2b9925_1_0"/>
          <p:cNvPicPr preferRelativeResize="0"/>
          <p:nvPr/>
        </p:nvPicPr>
        <p:blipFill rotWithShape="1">
          <a:blip r:embed="rId4">
            <a:alphaModFix/>
          </a:blip>
          <a:srcRect b="0" l="0" r="0" t="0"/>
          <a:stretch/>
        </p:blipFill>
        <p:spPr>
          <a:xfrm>
            <a:off x="10579375" y="6476299"/>
            <a:ext cx="1500023" cy="585000"/>
          </a:xfrm>
          <a:prstGeom prst="rect">
            <a:avLst/>
          </a:prstGeom>
          <a:noFill/>
          <a:ln>
            <a:noFill/>
          </a:ln>
        </p:spPr>
      </p:pic>
      <p:pic>
        <p:nvPicPr>
          <p:cNvPr id="192" name="Google Shape;192;g3d19e2b9925_1_0"/>
          <p:cNvPicPr preferRelativeResize="0"/>
          <p:nvPr/>
        </p:nvPicPr>
        <p:blipFill rotWithShape="1">
          <a:blip r:embed="rId3">
            <a:alphaModFix/>
          </a:blip>
          <a:srcRect b="0" l="0" r="0" t="0"/>
          <a:stretch/>
        </p:blipFill>
        <p:spPr>
          <a:xfrm>
            <a:off x="10590934" y="6330522"/>
            <a:ext cx="1499906" cy="585000"/>
          </a:xfrm>
          <a:prstGeom prst="rect">
            <a:avLst/>
          </a:prstGeom>
          <a:noFill/>
          <a:ln>
            <a:noFill/>
          </a:ln>
        </p:spPr>
      </p:pic>
      <p:sp>
        <p:nvSpPr>
          <p:cNvPr id="193" name="Google Shape;193;g3d19e2b9925_1_0"/>
          <p:cNvSpPr txBox="1"/>
          <p:nvPr/>
        </p:nvSpPr>
        <p:spPr>
          <a:xfrm>
            <a:off x="-1" y="6288587"/>
            <a:ext cx="5981100" cy="3693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chemeClr val="dk1"/>
              </a:buClr>
              <a:buSzPts val="1800"/>
              <a:buFont typeface="Arial"/>
              <a:buNone/>
            </a:pPr>
            <a:r>
              <a:rPr b="0" i="0" lang="en-US" sz="1800" u="none" cap="none" strike="noStrike">
                <a:solidFill>
                  <a:schemeClr val="lt1"/>
                </a:solidFill>
                <a:latin typeface="Times New Roman"/>
                <a:ea typeface="Times New Roman"/>
                <a:cs typeface="Times New Roman"/>
                <a:sym typeface="Times New Roman"/>
              </a:rPr>
              <a:t>Term Paper Presentation | Ronit Dutta</a:t>
            </a:r>
            <a:endParaRPr b="0" i="0" sz="1800" u="none" cap="none" strike="noStrike">
              <a:solidFill>
                <a:schemeClr val="lt1"/>
              </a:solidFill>
              <a:latin typeface="Times New Roman"/>
              <a:ea typeface="Times New Roman"/>
              <a:cs typeface="Times New Roman"/>
              <a:sym typeface="Times New Roman"/>
            </a:endParaRPr>
          </a:p>
        </p:txBody>
      </p:sp>
      <p:pic>
        <p:nvPicPr>
          <p:cNvPr id="194" name="Google Shape;194;g3d19e2b9925_1_0"/>
          <p:cNvPicPr preferRelativeResize="0"/>
          <p:nvPr/>
        </p:nvPicPr>
        <p:blipFill rotWithShape="1">
          <a:blip r:embed="rId3">
            <a:alphaModFix/>
          </a:blip>
          <a:srcRect b="0" l="0" r="0" t="0"/>
          <a:stretch/>
        </p:blipFill>
        <p:spPr>
          <a:xfrm>
            <a:off x="10590934" y="6330522"/>
            <a:ext cx="1499906" cy="585000"/>
          </a:xfrm>
          <a:prstGeom prst="rect">
            <a:avLst/>
          </a:prstGeom>
          <a:noFill/>
          <a:ln>
            <a:noFill/>
          </a:ln>
        </p:spPr>
      </p:pic>
      <p:sp>
        <p:nvSpPr>
          <p:cNvPr id="195" name="Google Shape;195;g3d19e2b9925_1_0"/>
          <p:cNvSpPr txBox="1"/>
          <p:nvPr/>
        </p:nvSpPr>
        <p:spPr>
          <a:xfrm>
            <a:off x="-1" y="6288587"/>
            <a:ext cx="5981100" cy="3693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chemeClr val="dk1"/>
              </a:buClr>
              <a:buSzPts val="1800"/>
              <a:buFont typeface="Arial"/>
              <a:buNone/>
            </a:pPr>
            <a:r>
              <a:rPr b="0" i="0" lang="en-US" sz="1800" u="none" cap="none" strike="noStrike">
                <a:solidFill>
                  <a:schemeClr val="lt1"/>
                </a:solidFill>
                <a:latin typeface="Times New Roman"/>
                <a:ea typeface="Times New Roman"/>
                <a:cs typeface="Times New Roman"/>
                <a:sym typeface="Times New Roman"/>
              </a:rPr>
              <a:t>Term Paper Presentation | Ronit Dutta</a:t>
            </a:r>
            <a:endParaRPr b="0" i="0" sz="1800" u="none" cap="none" strike="noStrike">
              <a:solidFill>
                <a:schemeClr val="lt1"/>
              </a:solidFill>
              <a:latin typeface="Times New Roman"/>
              <a:ea typeface="Times New Roman"/>
              <a:cs typeface="Times New Roman"/>
              <a:sym typeface="Times New Roman"/>
            </a:endParaRPr>
          </a:p>
        </p:txBody>
      </p:sp>
      <p:pic>
        <p:nvPicPr>
          <p:cNvPr id="196" name="Google Shape;196;g3d19e2b9925_1_0"/>
          <p:cNvPicPr preferRelativeResize="0"/>
          <p:nvPr/>
        </p:nvPicPr>
        <p:blipFill rotWithShape="1">
          <a:blip r:embed="rId3">
            <a:alphaModFix/>
          </a:blip>
          <a:srcRect b="0" l="0" r="0" t="0"/>
          <a:stretch/>
        </p:blipFill>
        <p:spPr>
          <a:xfrm>
            <a:off x="10590934" y="6330522"/>
            <a:ext cx="1499906" cy="585000"/>
          </a:xfrm>
          <a:prstGeom prst="rect">
            <a:avLst/>
          </a:prstGeom>
          <a:noFill/>
          <a:ln>
            <a:noFill/>
          </a:ln>
        </p:spPr>
      </p:pic>
      <p:sp>
        <p:nvSpPr>
          <p:cNvPr id="197" name="Google Shape;197;g3d19e2b9925_1_0"/>
          <p:cNvSpPr txBox="1"/>
          <p:nvPr/>
        </p:nvSpPr>
        <p:spPr>
          <a:xfrm>
            <a:off x="-1" y="6288587"/>
            <a:ext cx="5981100" cy="6465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chemeClr val="dk1"/>
              </a:buClr>
              <a:buSzPts val="1800"/>
              <a:buFont typeface="Arial"/>
              <a:buNone/>
            </a:pPr>
            <a:r>
              <a:rPr b="0" i="0" lang="en-US" sz="1800" u="none" cap="none" strike="noStrike">
                <a:solidFill>
                  <a:schemeClr val="lt1"/>
                </a:solidFill>
                <a:latin typeface="Times New Roman"/>
                <a:ea typeface="Times New Roman"/>
                <a:cs typeface="Times New Roman"/>
                <a:sym typeface="Times New Roman"/>
              </a:rPr>
              <a:t>Machine Learning Professional</a:t>
            </a:r>
            <a:br>
              <a:rPr b="0" i="0" lang="en-US" sz="1800" u="none" cap="none" strike="noStrike">
                <a:solidFill>
                  <a:schemeClr val="lt1"/>
                </a:solidFill>
                <a:latin typeface="Times New Roman"/>
                <a:ea typeface="Times New Roman"/>
                <a:cs typeface="Times New Roman"/>
                <a:sym typeface="Times New Roman"/>
              </a:rPr>
            </a:br>
            <a:r>
              <a:rPr b="0" i="0" lang="en-US" sz="1800" u="none" cap="none" strike="noStrike">
                <a:solidFill>
                  <a:schemeClr val="lt1"/>
                </a:solidFill>
                <a:latin typeface="Times New Roman"/>
                <a:ea typeface="Times New Roman"/>
                <a:cs typeface="Times New Roman"/>
                <a:sym typeface="Times New Roman"/>
              </a:rPr>
              <a:t>Project Presentation</a:t>
            </a:r>
            <a:endParaRPr b="0" i="0" sz="1800" u="none" cap="none" strike="noStrike">
              <a:solidFill>
                <a:schemeClr val="lt1"/>
              </a:solidFill>
              <a:latin typeface="Times New Roman"/>
              <a:ea typeface="Times New Roman"/>
              <a:cs typeface="Times New Roman"/>
              <a:sym typeface="Times New Roman"/>
            </a:endParaRPr>
          </a:p>
        </p:txBody>
      </p:sp>
      <p:pic>
        <p:nvPicPr>
          <p:cNvPr id="198" name="Google Shape;198;g3d19e2b9925_1_0"/>
          <p:cNvPicPr preferRelativeResize="0"/>
          <p:nvPr/>
        </p:nvPicPr>
        <p:blipFill rotWithShape="1">
          <a:blip r:embed="rId4">
            <a:alphaModFix/>
          </a:blip>
          <a:srcRect b="0" l="0" r="0" t="0"/>
          <a:stretch/>
        </p:blipFill>
        <p:spPr>
          <a:xfrm>
            <a:off x="10590875" y="6341462"/>
            <a:ext cx="1500023" cy="585000"/>
          </a:xfrm>
          <a:prstGeom prst="rect">
            <a:avLst/>
          </a:prstGeom>
          <a:noFill/>
          <a:ln>
            <a:noFill/>
          </a:ln>
        </p:spPr>
      </p:pic>
      <p:sp>
        <p:nvSpPr>
          <p:cNvPr id="199" name="Google Shape;199;g3d19e2b9925_1_0"/>
          <p:cNvSpPr txBox="1"/>
          <p:nvPr/>
        </p:nvSpPr>
        <p:spPr>
          <a:xfrm>
            <a:off x="-1" y="6288587"/>
            <a:ext cx="5981100" cy="6465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chemeClr val="dk1"/>
              </a:buClr>
              <a:buSzPts val="1800"/>
              <a:buFont typeface="Arial"/>
              <a:buNone/>
            </a:pPr>
            <a:r>
              <a:rPr b="0" i="0" lang="en-US" sz="1800" u="none" cap="none" strike="noStrike">
                <a:solidFill>
                  <a:schemeClr val="lt1"/>
                </a:solidFill>
                <a:latin typeface="Times New Roman"/>
                <a:ea typeface="Times New Roman"/>
                <a:cs typeface="Times New Roman"/>
                <a:sym typeface="Times New Roman"/>
              </a:rPr>
              <a:t>Machine Learning Professional</a:t>
            </a:r>
            <a:br>
              <a:rPr b="0" i="0" lang="en-US" sz="1800" u="none" cap="none" strike="noStrike">
                <a:solidFill>
                  <a:schemeClr val="lt1"/>
                </a:solidFill>
                <a:latin typeface="Times New Roman"/>
                <a:ea typeface="Times New Roman"/>
                <a:cs typeface="Times New Roman"/>
                <a:sym typeface="Times New Roman"/>
              </a:rPr>
            </a:br>
            <a:r>
              <a:rPr b="0" i="0" lang="en-US" sz="1800" u="none" cap="none" strike="noStrike">
                <a:solidFill>
                  <a:schemeClr val="lt1"/>
                </a:solidFill>
                <a:latin typeface="Times New Roman"/>
                <a:ea typeface="Times New Roman"/>
                <a:cs typeface="Times New Roman"/>
                <a:sym typeface="Times New Roman"/>
              </a:rPr>
              <a:t>Project Presentation</a:t>
            </a:r>
            <a:endParaRPr b="0" i="0" sz="1800" u="none" cap="none" strike="noStrike">
              <a:solidFill>
                <a:schemeClr val="lt1"/>
              </a:solidFill>
              <a:latin typeface="Times New Roman"/>
              <a:ea typeface="Times New Roman"/>
              <a:cs typeface="Times New Roman"/>
              <a:sym typeface="Times New Roman"/>
            </a:endParaRPr>
          </a:p>
        </p:txBody>
      </p:sp>
      <p:pic>
        <p:nvPicPr>
          <p:cNvPr id="200" name="Google Shape;200;g3d19e2b9925_1_0"/>
          <p:cNvPicPr preferRelativeResize="0"/>
          <p:nvPr/>
        </p:nvPicPr>
        <p:blipFill rotWithShape="1">
          <a:blip r:embed="rId4">
            <a:alphaModFix/>
          </a:blip>
          <a:srcRect b="0" l="0" r="0" t="0"/>
          <a:stretch/>
        </p:blipFill>
        <p:spPr>
          <a:xfrm>
            <a:off x="10590875" y="6330524"/>
            <a:ext cx="1500023" cy="585000"/>
          </a:xfrm>
          <a:prstGeom prst="rect">
            <a:avLst/>
          </a:prstGeom>
          <a:noFill/>
          <a:ln>
            <a:noFill/>
          </a:ln>
        </p:spPr>
      </p:pic>
      <p:sp>
        <p:nvSpPr>
          <p:cNvPr id="201" name="Google Shape;201;g3d19e2b9925_1_0"/>
          <p:cNvSpPr txBox="1"/>
          <p:nvPr/>
        </p:nvSpPr>
        <p:spPr>
          <a:xfrm>
            <a:off x="-1" y="6234672"/>
            <a:ext cx="5981100" cy="6465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chemeClr val="dk1"/>
              </a:buClr>
              <a:buSzPts val="1800"/>
              <a:buFont typeface="Arial"/>
              <a:buNone/>
            </a:pPr>
            <a:r>
              <a:rPr b="0" i="0" lang="en-US" sz="1800" u="none" cap="none" strike="noStrike">
                <a:solidFill>
                  <a:schemeClr val="lt1"/>
                </a:solidFill>
                <a:latin typeface="Times New Roman"/>
                <a:ea typeface="Times New Roman"/>
                <a:cs typeface="Times New Roman"/>
                <a:sym typeface="Times New Roman"/>
              </a:rPr>
              <a:t>Machine Learning Professional</a:t>
            </a:r>
            <a:br>
              <a:rPr b="0" i="0" lang="en-US" sz="1800" u="none" cap="none" strike="noStrike">
                <a:solidFill>
                  <a:schemeClr val="lt1"/>
                </a:solidFill>
                <a:latin typeface="Times New Roman"/>
                <a:ea typeface="Times New Roman"/>
                <a:cs typeface="Times New Roman"/>
                <a:sym typeface="Times New Roman"/>
              </a:rPr>
            </a:br>
            <a:r>
              <a:rPr b="0" i="0" lang="en-US" sz="1800" u="none" cap="none" strike="noStrike">
                <a:solidFill>
                  <a:schemeClr val="lt1"/>
                </a:solidFill>
                <a:latin typeface="Times New Roman"/>
                <a:ea typeface="Times New Roman"/>
                <a:cs typeface="Times New Roman"/>
                <a:sym typeface="Times New Roman"/>
              </a:rPr>
              <a:t>Project Presentation</a:t>
            </a:r>
            <a:endParaRPr b="0" i="0" sz="1800" u="none" cap="none" strike="noStrike">
              <a:solidFill>
                <a:schemeClr val="lt1"/>
              </a:solidFill>
              <a:latin typeface="Times New Roman"/>
              <a:ea typeface="Times New Roman"/>
              <a:cs typeface="Times New Roman"/>
              <a:sym typeface="Times New Roman"/>
            </a:endParaRPr>
          </a:p>
        </p:txBody>
      </p:sp>
      <p:pic>
        <p:nvPicPr>
          <p:cNvPr id="202" name="Google Shape;202;g3d19e2b9925_1_0"/>
          <p:cNvPicPr preferRelativeResize="0"/>
          <p:nvPr/>
        </p:nvPicPr>
        <p:blipFill rotWithShape="1">
          <a:blip r:embed="rId4">
            <a:alphaModFix/>
          </a:blip>
          <a:srcRect b="0" l="0" r="0" t="0"/>
          <a:stretch/>
        </p:blipFill>
        <p:spPr>
          <a:xfrm>
            <a:off x="10590875" y="6330524"/>
            <a:ext cx="1500023" cy="585000"/>
          </a:xfrm>
          <a:prstGeom prst="rect">
            <a:avLst/>
          </a:prstGeom>
          <a:noFill/>
          <a:ln>
            <a:noFill/>
          </a:ln>
        </p:spPr>
      </p:pic>
      <p:sp>
        <p:nvSpPr>
          <p:cNvPr id="203" name="Google Shape;203;g3d19e2b9925_1_0"/>
          <p:cNvSpPr txBox="1"/>
          <p:nvPr/>
        </p:nvSpPr>
        <p:spPr>
          <a:xfrm>
            <a:off x="-1" y="6234672"/>
            <a:ext cx="5981100" cy="6465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chemeClr val="dk1"/>
              </a:buClr>
              <a:buSzPts val="1800"/>
              <a:buFont typeface="Arial"/>
              <a:buNone/>
            </a:pPr>
            <a:r>
              <a:rPr b="0" i="0" lang="en-US" sz="1800" u="none" cap="none" strike="noStrike">
                <a:solidFill>
                  <a:schemeClr val="lt1"/>
                </a:solidFill>
                <a:latin typeface="Times New Roman"/>
                <a:ea typeface="Times New Roman"/>
                <a:cs typeface="Times New Roman"/>
                <a:sym typeface="Times New Roman"/>
              </a:rPr>
              <a:t>Machine Learning Professional</a:t>
            </a:r>
            <a:br>
              <a:rPr b="0" i="0" lang="en-US" sz="1800" u="none" cap="none" strike="noStrike">
                <a:solidFill>
                  <a:schemeClr val="lt1"/>
                </a:solidFill>
                <a:latin typeface="Times New Roman"/>
                <a:ea typeface="Times New Roman"/>
                <a:cs typeface="Times New Roman"/>
                <a:sym typeface="Times New Roman"/>
              </a:rPr>
            </a:br>
            <a:r>
              <a:rPr b="0" i="0" lang="en-US" sz="1800" u="none" cap="none" strike="noStrike">
                <a:solidFill>
                  <a:schemeClr val="lt1"/>
                </a:solidFill>
                <a:latin typeface="Times New Roman"/>
                <a:ea typeface="Times New Roman"/>
                <a:cs typeface="Times New Roman"/>
                <a:sym typeface="Times New Roman"/>
              </a:rPr>
              <a:t>Project Presentation</a:t>
            </a:r>
            <a:endParaRPr b="0" i="0" sz="1800" u="none" cap="none" strike="noStrike">
              <a:solidFill>
                <a:schemeClr val="lt1"/>
              </a:solidFill>
              <a:latin typeface="Times New Roman"/>
              <a:ea typeface="Times New Roman"/>
              <a:cs typeface="Times New Roman"/>
              <a:sym typeface="Times New Roman"/>
            </a:endParaRPr>
          </a:p>
        </p:txBody>
      </p:sp>
      <p:pic>
        <p:nvPicPr>
          <p:cNvPr id="204" name="Google Shape;204;g3d19e2b9925_1_0"/>
          <p:cNvPicPr preferRelativeResize="0"/>
          <p:nvPr/>
        </p:nvPicPr>
        <p:blipFill rotWithShape="1">
          <a:blip r:embed="rId4">
            <a:alphaModFix/>
          </a:blip>
          <a:srcRect b="0" l="0" r="0" t="0"/>
          <a:stretch/>
        </p:blipFill>
        <p:spPr>
          <a:xfrm>
            <a:off x="10590875" y="6330524"/>
            <a:ext cx="1500023" cy="585000"/>
          </a:xfrm>
          <a:prstGeom prst="rect">
            <a:avLst/>
          </a:prstGeom>
          <a:noFill/>
          <a:ln>
            <a:noFill/>
          </a:ln>
        </p:spPr>
      </p:pic>
      <p:sp>
        <p:nvSpPr>
          <p:cNvPr id="205" name="Google Shape;205;g3d19e2b9925_1_0"/>
          <p:cNvSpPr txBox="1"/>
          <p:nvPr/>
        </p:nvSpPr>
        <p:spPr>
          <a:xfrm>
            <a:off x="-1" y="6234672"/>
            <a:ext cx="5981100" cy="6465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chemeClr val="dk1"/>
              </a:buClr>
              <a:buSzPts val="1800"/>
              <a:buFont typeface="Arial"/>
              <a:buNone/>
            </a:pPr>
            <a:r>
              <a:rPr b="0" i="0" lang="en-US" sz="1800" u="none" cap="none" strike="noStrike">
                <a:solidFill>
                  <a:schemeClr val="lt1"/>
                </a:solidFill>
                <a:latin typeface="Times New Roman"/>
                <a:ea typeface="Times New Roman"/>
                <a:cs typeface="Times New Roman"/>
                <a:sym typeface="Times New Roman"/>
              </a:rPr>
              <a:t>Nanoelectronics - Seminar Presentation</a:t>
            </a:r>
            <a:br>
              <a:rPr b="0" i="0" lang="en-US" sz="1800" u="none" cap="none" strike="noStrike">
                <a:solidFill>
                  <a:schemeClr val="lt1"/>
                </a:solidFill>
                <a:latin typeface="Times New Roman"/>
                <a:ea typeface="Times New Roman"/>
                <a:cs typeface="Times New Roman"/>
                <a:sym typeface="Times New Roman"/>
              </a:rPr>
            </a:br>
            <a:r>
              <a:rPr b="0" i="0" lang="en-US" sz="1800" u="none" cap="none" strike="noStrike">
                <a:solidFill>
                  <a:schemeClr val="lt1"/>
                </a:solidFill>
                <a:latin typeface="Times New Roman"/>
                <a:ea typeface="Times New Roman"/>
                <a:cs typeface="Times New Roman"/>
                <a:sym typeface="Times New Roman"/>
              </a:rPr>
              <a:t>Ronit Dutta</a:t>
            </a:r>
            <a:endParaRPr b="0" i="0" sz="1800" u="none" cap="none" strike="noStrike">
              <a:solidFill>
                <a:schemeClr val="lt1"/>
              </a:solidFill>
              <a:latin typeface="Times New Roman"/>
              <a:ea typeface="Times New Roman"/>
              <a:cs typeface="Times New Roman"/>
              <a:sym typeface="Times New Roman"/>
            </a:endParaRPr>
          </a:p>
        </p:txBody>
      </p:sp>
      <p:pic>
        <p:nvPicPr>
          <p:cNvPr id="206" name="Google Shape;206;g3d19e2b9925_1_0"/>
          <p:cNvPicPr preferRelativeResize="0"/>
          <p:nvPr/>
        </p:nvPicPr>
        <p:blipFill rotWithShape="1">
          <a:blip r:embed="rId4">
            <a:alphaModFix/>
          </a:blip>
          <a:srcRect b="0" l="0" r="0" t="0"/>
          <a:stretch/>
        </p:blipFill>
        <p:spPr>
          <a:xfrm>
            <a:off x="10590875" y="6330524"/>
            <a:ext cx="1500023" cy="585000"/>
          </a:xfrm>
          <a:prstGeom prst="rect">
            <a:avLst/>
          </a:prstGeom>
          <a:noFill/>
          <a:ln>
            <a:noFill/>
          </a:ln>
        </p:spPr>
      </p:pic>
      <p:pic>
        <p:nvPicPr>
          <p:cNvPr id="207" name="Google Shape;207;g3d19e2b9925_1_0"/>
          <p:cNvPicPr preferRelativeResize="0"/>
          <p:nvPr/>
        </p:nvPicPr>
        <p:blipFill rotWithShape="1">
          <a:blip r:embed="rId3">
            <a:alphaModFix/>
          </a:blip>
          <a:srcRect b="0" l="0" r="0" t="0"/>
          <a:stretch/>
        </p:blipFill>
        <p:spPr>
          <a:xfrm>
            <a:off x="10590934" y="6330522"/>
            <a:ext cx="1499906" cy="585000"/>
          </a:xfrm>
          <a:prstGeom prst="rect">
            <a:avLst/>
          </a:prstGeom>
          <a:noFill/>
          <a:ln>
            <a:noFill/>
          </a:ln>
        </p:spPr>
      </p:pic>
      <p:sp>
        <p:nvSpPr>
          <p:cNvPr id="208" name="Google Shape;208;g3d19e2b9925_1_0"/>
          <p:cNvSpPr txBox="1"/>
          <p:nvPr/>
        </p:nvSpPr>
        <p:spPr>
          <a:xfrm>
            <a:off x="-1" y="6288587"/>
            <a:ext cx="5981100" cy="3693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chemeClr val="dk1"/>
              </a:buClr>
              <a:buSzPts val="1800"/>
              <a:buFont typeface="Arial"/>
              <a:buNone/>
            </a:pPr>
            <a:r>
              <a:rPr b="0" i="0" lang="en-US" sz="1800" u="none" cap="none" strike="noStrike">
                <a:solidFill>
                  <a:schemeClr val="lt1"/>
                </a:solidFill>
                <a:latin typeface="Times New Roman"/>
                <a:ea typeface="Times New Roman"/>
                <a:cs typeface="Times New Roman"/>
                <a:sym typeface="Times New Roman"/>
              </a:rPr>
              <a:t>Term Paper Presentation | Ronit Dutta</a:t>
            </a:r>
            <a:endParaRPr b="0" i="0" sz="1800" u="none" cap="none" strike="noStrike">
              <a:solidFill>
                <a:schemeClr val="lt1"/>
              </a:solidFill>
              <a:latin typeface="Times New Roman"/>
              <a:ea typeface="Times New Roman"/>
              <a:cs typeface="Times New Roman"/>
              <a:sym typeface="Times New Roman"/>
            </a:endParaRPr>
          </a:p>
        </p:txBody>
      </p:sp>
      <p:pic>
        <p:nvPicPr>
          <p:cNvPr id="209" name="Google Shape;209;g3d19e2b9925_1_0"/>
          <p:cNvPicPr preferRelativeResize="0"/>
          <p:nvPr/>
        </p:nvPicPr>
        <p:blipFill rotWithShape="1">
          <a:blip r:embed="rId3">
            <a:alphaModFix/>
          </a:blip>
          <a:srcRect b="0" l="0" r="0" t="0"/>
          <a:stretch/>
        </p:blipFill>
        <p:spPr>
          <a:xfrm>
            <a:off x="10590934" y="6330522"/>
            <a:ext cx="1499906" cy="585000"/>
          </a:xfrm>
          <a:prstGeom prst="rect">
            <a:avLst/>
          </a:prstGeom>
          <a:noFill/>
          <a:ln>
            <a:noFill/>
          </a:ln>
        </p:spPr>
      </p:pic>
      <p:sp>
        <p:nvSpPr>
          <p:cNvPr id="210" name="Google Shape;210;g3d19e2b9925_1_0"/>
          <p:cNvSpPr txBox="1"/>
          <p:nvPr/>
        </p:nvSpPr>
        <p:spPr>
          <a:xfrm>
            <a:off x="-1" y="6288587"/>
            <a:ext cx="5981100" cy="3693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chemeClr val="dk1"/>
              </a:buClr>
              <a:buSzPts val="1800"/>
              <a:buFont typeface="Arial"/>
              <a:buNone/>
            </a:pPr>
            <a:r>
              <a:rPr b="0" i="0" lang="en-US" sz="1800" u="none" cap="none" strike="noStrike">
                <a:solidFill>
                  <a:schemeClr val="lt1"/>
                </a:solidFill>
                <a:latin typeface="Times New Roman"/>
                <a:ea typeface="Times New Roman"/>
                <a:cs typeface="Times New Roman"/>
                <a:sym typeface="Times New Roman"/>
              </a:rPr>
              <a:t>Term Paper Presentation | Ronit Dutta</a:t>
            </a:r>
            <a:endParaRPr b="0" i="0" sz="1800" u="none" cap="none" strike="noStrike">
              <a:solidFill>
                <a:schemeClr val="lt1"/>
              </a:solidFill>
              <a:latin typeface="Times New Roman"/>
              <a:ea typeface="Times New Roman"/>
              <a:cs typeface="Times New Roman"/>
              <a:sym typeface="Times New Roman"/>
            </a:endParaRPr>
          </a:p>
        </p:txBody>
      </p:sp>
      <p:pic>
        <p:nvPicPr>
          <p:cNvPr id="211" name="Google Shape;211;g3d19e2b9925_1_0"/>
          <p:cNvPicPr preferRelativeResize="0"/>
          <p:nvPr/>
        </p:nvPicPr>
        <p:blipFill rotWithShape="1">
          <a:blip r:embed="rId3">
            <a:alphaModFix/>
          </a:blip>
          <a:srcRect b="0" l="0" r="0" t="0"/>
          <a:stretch/>
        </p:blipFill>
        <p:spPr>
          <a:xfrm>
            <a:off x="10590934" y="6330522"/>
            <a:ext cx="1499906" cy="585000"/>
          </a:xfrm>
          <a:prstGeom prst="rect">
            <a:avLst/>
          </a:prstGeom>
          <a:noFill/>
          <a:ln>
            <a:noFill/>
          </a:ln>
        </p:spPr>
      </p:pic>
      <p:sp>
        <p:nvSpPr>
          <p:cNvPr id="212" name="Google Shape;212;g3d19e2b9925_1_0"/>
          <p:cNvSpPr txBox="1"/>
          <p:nvPr/>
        </p:nvSpPr>
        <p:spPr>
          <a:xfrm>
            <a:off x="-1" y="6288587"/>
            <a:ext cx="5981100" cy="6465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chemeClr val="dk1"/>
              </a:buClr>
              <a:buSzPts val="1800"/>
              <a:buFont typeface="Arial"/>
              <a:buNone/>
            </a:pPr>
            <a:r>
              <a:rPr b="0" i="0" lang="en-US" sz="1800" u="none" cap="none" strike="noStrike">
                <a:solidFill>
                  <a:schemeClr val="lt1"/>
                </a:solidFill>
                <a:latin typeface="Times New Roman"/>
                <a:ea typeface="Times New Roman"/>
                <a:cs typeface="Times New Roman"/>
                <a:sym typeface="Times New Roman"/>
              </a:rPr>
              <a:t>Machine Learning Professional</a:t>
            </a:r>
            <a:br>
              <a:rPr b="0" i="0" lang="en-US" sz="1800" u="none" cap="none" strike="noStrike">
                <a:solidFill>
                  <a:schemeClr val="lt1"/>
                </a:solidFill>
                <a:latin typeface="Times New Roman"/>
                <a:ea typeface="Times New Roman"/>
                <a:cs typeface="Times New Roman"/>
                <a:sym typeface="Times New Roman"/>
              </a:rPr>
            </a:br>
            <a:r>
              <a:rPr b="0" i="0" lang="en-US" sz="1800" u="none" cap="none" strike="noStrike">
                <a:solidFill>
                  <a:schemeClr val="lt1"/>
                </a:solidFill>
                <a:latin typeface="Times New Roman"/>
                <a:ea typeface="Times New Roman"/>
                <a:cs typeface="Times New Roman"/>
                <a:sym typeface="Times New Roman"/>
              </a:rPr>
              <a:t>Project Presentation</a:t>
            </a:r>
            <a:endParaRPr b="0" i="0" sz="1800" u="none" cap="none" strike="noStrike">
              <a:solidFill>
                <a:schemeClr val="lt1"/>
              </a:solidFill>
              <a:latin typeface="Times New Roman"/>
              <a:ea typeface="Times New Roman"/>
              <a:cs typeface="Times New Roman"/>
              <a:sym typeface="Times New Roman"/>
            </a:endParaRPr>
          </a:p>
        </p:txBody>
      </p:sp>
      <p:pic>
        <p:nvPicPr>
          <p:cNvPr id="213" name="Google Shape;213;g3d19e2b9925_1_0"/>
          <p:cNvPicPr preferRelativeResize="0"/>
          <p:nvPr/>
        </p:nvPicPr>
        <p:blipFill rotWithShape="1">
          <a:blip r:embed="rId4">
            <a:alphaModFix/>
          </a:blip>
          <a:srcRect b="0" l="0" r="0" t="0"/>
          <a:stretch/>
        </p:blipFill>
        <p:spPr>
          <a:xfrm>
            <a:off x="10590875" y="6341462"/>
            <a:ext cx="1500023" cy="585000"/>
          </a:xfrm>
          <a:prstGeom prst="rect">
            <a:avLst/>
          </a:prstGeom>
          <a:noFill/>
          <a:ln>
            <a:noFill/>
          </a:ln>
        </p:spPr>
      </p:pic>
      <p:sp>
        <p:nvSpPr>
          <p:cNvPr id="214" name="Google Shape;214;g3d19e2b9925_1_0"/>
          <p:cNvSpPr txBox="1"/>
          <p:nvPr/>
        </p:nvSpPr>
        <p:spPr>
          <a:xfrm>
            <a:off x="-1" y="6288587"/>
            <a:ext cx="5981100" cy="6465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chemeClr val="dk1"/>
              </a:buClr>
              <a:buSzPts val="1800"/>
              <a:buFont typeface="Arial"/>
              <a:buNone/>
            </a:pPr>
            <a:r>
              <a:rPr b="0" i="0" lang="en-US" sz="1800" u="none" cap="none" strike="noStrike">
                <a:solidFill>
                  <a:schemeClr val="lt1"/>
                </a:solidFill>
                <a:latin typeface="Times New Roman"/>
                <a:ea typeface="Times New Roman"/>
                <a:cs typeface="Times New Roman"/>
                <a:sym typeface="Times New Roman"/>
              </a:rPr>
              <a:t>Machine Learning Professional</a:t>
            </a:r>
            <a:br>
              <a:rPr b="0" i="0" lang="en-US" sz="1800" u="none" cap="none" strike="noStrike">
                <a:solidFill>
                  <a:schemeClr val="lt1"/>
                </a:solidFill>
                <a:latin typeface="Times New Roman"/>
                <a:ea typeface="Times New Roman"/>
                <a:cs typeface="Times New Roman"/>
                <a:sym typeface="Times New Roman"/>
              </a:rPr>
            </a:br>
            <a:r>
              <a:rPr b="0" i="0" lang="en-US" sz="1800" u="none" cap="none" strike="noStrike">
                <a:solidFill>
                  <a:schemeClr val="lt1"/>
                </a:solidFill>
                <a:latin typeface="Times New Roman"/>
                <a:ea typeface="Times New Roman"/>
                <a:cs typeface="Times New Roman"/>
                <a:sym typeface="Times New Roman"/>
              </a:rPr>
              <a:t>Project Presentation</a:t>
            </a:r>
            <a:endParaRPr b="0" i="0" sz="1800" u="none" cap="none" strike="noStrike">
              <a:solidFill>
                <a:schemeClr val="lt1"/>
              </a:solidFill>
              <a:latin typeface="Times New Roman"/>
              <a:ea typeface="Times New Roman"/>
              <a:cs typeface="Times New Roman"/>
              <a:sym typeface="Times New Roman"/>
            </a:endParaRPr>
          </a:p>
        </p:txBody>
      </p:sp>
      <p:pic>
        <p:nvPicPr>
          <p:cNvPr id="215" name="Google Shape;215;g3d19e2b9925_1_0"/>
          <p:cNvPicPr preferRelativeResize="0"/>
          <p:nvPr/>
        </p:nvPicPr>
        <p:blipFill rotWithShape="1">
          <a:blip r:embed="rId4">
            <a:alphaModFix/>
          </a:blip>
          <a:srcRect b="0" l="0" r="0" t="0"/>
          <a:stretch/>
        </p:blipFill>
        <p:spPr>
          <a:xfrm>
            <a:off x="10590875" y="6330524"/>
            <a:ext cx="1500023" cy="585000"/>
          </a:xfrm>
          <a:prstGeom prst="rect">
            <a:avLst/>
          </a:prstGeom>
          <a:noFill/>
          <a:ln>
            <a:noFill/>
          </a:ln>
        </p:spPr>
      </p:pic>
      <p:sp>
        <p:nvSpPr>
          <p:cNvPr id="216" name="Google Shape;216;g3d19e2b9925_1_0"/>
          <p:cNvSpPr txBox="1"/>
          <p:nvPr/>
        </p:nvSpPr>
        <p:spPr>
          <a:xfrm>
            <a:off x="-1" y="6234672"/>
            <a:ext cx="5981100" cy="6465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chemeClr val="dk1"/>
              </a:buClr>
              <a:buSzPts val="1800"/>
              <a:buFont typeface="Arial"/>
              <a:buNone/>
            </a:pPr>
            <a:r>
              <a:rPr b="0" i="0" lang="en-US" sz="1800" u="none" cap="none" strike="noStrike">
                <a:solidFill>
                  <a:schemeClr val="lt1"/>
                </a:solidFill>
                <a:latin typeface="Times New Roman"/>
                <a:ea typeface="Times New Roman"/>
                <a:cs typeface="Times New Roman"/>
                <a:sym typeface="Times New Roman"/>
              </a:rPr>
              <a:t>Machine Learning Professional</a:t>
            </a:r>
            <a:br>
              <a:rPr b="0" i="0" lang="en-US" sz="1800" u="none" cap="none" strike="noStrike">
                <a:solidFill>
                  <a:schemeClr val="lt1"/>
                </a:solidFill>
                <a:latin typeface="Times New Roman"/>
                <a:ea typeface="Times New Roman"/>
                <a:cs typeface="Times New Roman"/>
                <a:sym typeface="Times New Roman"/>
              </a:rPr>
            </a:br>
            <a:r>
              <a:rPr b="0" i="0" lang="en-US" sz="1800" u="none" cap="none" strike="noStrike">
                <a:solidFill>
                  <a:schemeClr val="lt1"/>
                </a:solidFill>
                <a:latin typeface="Times New Roman"/>
                <a:ea typeface="Times New Roman"/>
                <a:cs typeface="Times New Roman"/>
                <a:sym typeface="Times New Roman"/>
              </a:rPr>
              <a:t>Project Presentation</a:t>
            </a:r>
            <a:endParaRPr b="0" i="0" sz="1800" u="none" cap="none" strike="noStrike">
              <a:solidFill>
                <a:schemeClr val="lt1"/>
              </a:solidFill>
              <a:latin typeface="Times New Roman"/>
              <a:ea typeface="Times New Roman"/>
              <a:cs typeface="Times New Roman"/>
              <a:sym typeface="Times New Roman"/>
            </a:endParaRPr>
          </a:p>
        </p:txBody>
      </p:sp>
      <p:pic>
        <p:nvPicPr>
          <p:cNvPr id="217" name="Google Shape;217;g3d19e2b9925_1_0"/>
          <p:cNvPicPr preferRelativeResize="0"/>
          <p:nvPr/>
        </p:nvPicPr>
        <p:blipFill rotWithShape="1">
          <a:blip r:embed="rId4">
            <a:alphaModFix/>
          </a:blip>
          <a:srcRect b="0" l="0" r="0" t="0"/>
          <a:stretch/>
        </p:blipFill>
        <p:spPr>
          <a:xfrm>
            <a:off x="10590875" y="6330524"/>
            <a:ext cx="1500023" cy="585000"/>
          </a:xfrm>
          <a:prstGeom prst="rect">
            <a:avLst/>
          </a:prstGeom>
          <a:noFill/>
          <a:ln>
            <a:noFill/>
          </a:ln>
        </p:spPr>
      </p:pic>
      <p:sp>
        <p:nvSpPr>
          <p:cNvPr id="218" name="Google Shape;218;g3d19e2b9925_1_0"/>
          <p:cNvSpPr txBox="1"/>
          <p:nvPr/>
        </p:nvSpPr>
        <p:spPr>
          <a:xfrm>
            <a:off x="-1" y="6234672"/>
            <a:ext cx="5981100" cy="6465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chemeClr val="dk1"/>
              </a:buClr>
              <a:buSzPts val="1800"/>
              <a:buFont typeface="Arial"/>
              <a:buNone/>
            </a:pPr>
            <a:r>
              <a:rPr b="0" i="0" lang="en-US" sz="1800" u="none" cap="none" strike="noStrike">
                <a:solidFill>
                  <a:schemeClr val="lt1"/>
                </a:solidFill>
                <a:latin typeface="Times New Roman"/>
                <a:ea typeface="Times New Roman"/>
                <a:cs typeface="Times New Roman"/>
                <a:sym typeface="Times New Roman"/>
              </a:rPr>
              <a:t>Machine Learning Professional</a:t>
            </a:r>
            <a:br>
              <a:rPr b="0" i="0" lang="en-US" sz="1800" u="none" cap="none" strike="noStrike">
                <a:solidFill>
                  <a:schemeClr val="lt1"/>
                </a:solidFill>
                <a:latin typeface="Times New Roman"/>
                <a:ea typeface="Times New Roman"/>
                <a:cs typeface="Times New Roman"/>
                <a:sym typeface="Times New Roman"/>
              </a:rPr>
            </a:br>
            <a:r>
              <a:rPr b="0" i="0" lang="en-US" sz="1800" u="none" cap="none" strike="noStrike">
                <a:solidFill>
                  <a:schemeClr val="lt1"/>
                </a:solidFill>
                <a:latin typeface="Times New Roman"/>
                <a:ea typeface="Times New Roman"/>
                <a:cs typeface="Times New Roman"/>
                <a:sym typeface="Times New Roman"/>
              </a:rPr>
              <a:t>Project Presentation</a:t>
            </a:r>
            <a:endParaRPr b="0" i="0" sz="1800" u="none" cap="none" strike="noStrike">
              <a:solidFill>
                <a:schemeClr val="lt1"/>
              </a:solidFill>
              <a:latin typeface="Times New Roman"/>
              <a:ea typeface="Times New Roman"/>
              <a:cs typeface="Times New Roman"/>
              <a:sym typeface="Times New Roman"/>
            </a:endParaRPr>
          </a:p>
        </p:txBody>
      </p:sp>
      <p:pic>
        <p:nvPicPr>
          <p:cNvPr id="219" name="Google Shape;219;g3d19e2b9925_1_0"/>
          <p:cNvPicPr preferRelativeResize="0"/>
          <p:nvPr/>
        </p:nvPicPr>
        <p:blipFill rotWithShape="1">
          <a:blip r:embed="rId4">
            <a:alphaModFix/>
          </a:blip>
          <a:srcRect b="0" l="0" r="0" t="0"/>
          <a:stretch/>
        </p:blipFill>
        <p:spPr>
          <a:xfrm>
            <a:off x="10590875" y="6330524"/>
            <a:ext cx="1500023" cy="585000"/>
          </a:xfrm>
          <a:prstGeom prst="rect">
            <a:avLst/>
          </a:prstGeom>
          <a:noFill/>
          <a:ln>
            <a:noFill/>
          </a:ln>
        </p:spPr>
      </p:pic>
      <p:sp>
        <p:nvSpPr>
          <p:cNvPr id="220" name="Google Shape;220;g3d19e2b9925_1_0"/>
          <p:cNvSpPr txBox="1"/>
          <p:nvPr/>
        </p:nvSpPr>
        <p:spPr>
          <a:xfrm>
            <a:off x="-1" y="6234672"/>
            <a:ext cx="5981100" cy="6465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chemeClr val="dk1"/>
              </a:buClr>
              <a:buSzPts val="1800"/>
              <a:buFont typeface="Arial"/>
              <a:buNone/>
            </a:pPr>
            <a:r>
              <a:rPr b="0" i="0" lang="en-US" sz="1800" u="none" cap="none" strike="noStrike">
                <a:solidFill>
                  <a:schemeClr val="lt1"/>
                </a:solidFill>
                <a:latin typeface="Times New Roman"/>
                <a:ea typeface="Times New Roman"/>
                <a:cs typeface="Times New Roman"/>
                <a:sym typeface="Times New Roman"/>
              </a:rPr>
              <a:t>Nanoelectronics - Seminar Presentation</a:t>
            </a:r>
            <a:br>
              <a:rPr b="0" i="0" lang="en-US" sz="1800" u="none" cap="none" strike="noStrike">
                <a:solidFill>
                  <a:schemeClr val="lt1"/>
                </a:solidFill>
                <a:latin typeface="Times New Roman"/>
                <a:ea typeface="Times New Roman"/>
                <a:cs typeface="Times New Roman"/>
                <a:sym typeface="Times New Roman"/>
              </a:rPr>
            </a:br>
            <a:r>
              <a:rPr b="0" i="0" lang="en-US" sz="1800" u="none" cap="none" strike="noStrike">
                <a:solidFill>
                  <a:schemeClr val="lt1"/>
                </a:solidFill>
                <a:latin typeface="Times New Roman"/>
                <a:ea typeface="Times New Roman"/>
                <a:cs typeface="Times New Roman"/>
                <a:sym typeface="Times New Roman"/>
              </a:rPr>
              <a:t>Ronit Dutta</a:t>
            </a:r>
            <a:endParaRPr b="0" i="0" sz="1800" u="none" cap="none" strike="noStrike">
              <a:solidFill>
                <a:schemeClr val="lt1"/>
              </a:solidFill>
              <a:latin typeface="Times New Roman"/>
              <a:ea typeface="Times New Roman"/>
              <a:cs typeface="Times New Roman"/>
              <a:sym typeface="Times New Roman"/>
            </a:endParaRPr>
          </a:p>
        </p:txBody>
      </p:sp>
      <p:pic>
        <p:nvPicPr>
          <p:cNvPr id="221" name="Google Shape;221;g3d19e2b9925_1_0"/>
          <p:cNvPicPr preferRelativeResize="0"/>
          <p:nvPr/>
        </p:nvPicPr>
        <p:blipFill rotWithShape="1">
          <a:blip r:embed="rId4">
            <a:alphaModFix/>
          </a:blip>
          <a:srcRect b="0" l="0" r="0" t="0"/>
          <a:stretch/>
        </p:blipFill>
        <p:spPr>
          <a:xfrm>
            <a:off x="10590875" y="6330524"/>
            <a:ext cx="1500023" cy="585000"/>
          </a:xfrm>
          <a:prstGeom prst="rect">
            <a:avLst/>
          </a:prstGeom>
          <a:noFill/>
          <a:ln>
            <a:noFill/>
          </a:ln>
        </p:spPr>
      </p:pic>
      <p:pic>
        <p:nvPicPr>
          <p:cNvPr id="222" name="Google Shape;222;g3d19e2b9925_1_0"/>
          <p:cNvPicPr preferRelativeResize="0"/>
          <p:nvPr/>
        </p:nvPicPr>
        <p:blipFill rotWithShape="1">
          <a:blip r:embed="rId6">
            <a:alphaModFix/>
          </a:blip>
          <a:srcRect b="0" l="0" r="0" t="0"/>
          <a:stretch/>
        </p:blipFill>
        <p:spPr>
          <a:xfrm>
            <a:off x="0" y="6234674"/>
            <a:ext cx="12192000" cy="1165875"/>
          </a:xfrm>
          <a:prstGeom prst="rect">
            <a:avLst/>
          </a:prstGeom>
          <a:noFill/>
          <a:ln>
            <a:noFill/>
          </a:ln>
        </p:spPr>
      </p:pic>
      <p:sp>
        <p:nvSpPr>
          <p:cNvPr id="223" name="Google Shape;223;g3d19e2b9925_1_0"/>
          <p:cNvSpPr txBox="1"/>
          <p:nvPr/>
        </p:nvSpPr>
        <p:spPr>
          <a:xfrm>
            <a:off x="-1" y="6310697"/>
            <a:ext cx="5981100" cy="6465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chemeClr val="dk1"/>
              </a:buClr>
              <a:buSzPts val="1800"/>
              <a:buFont typeface="Arial"/>
              <a:buNone/>
            </a:pPr>
            <a:r>
              <a:rPr lang="en-US" sz="1800">
                <a:solidFill>
                  <a:schemeClr val="lt1"/>
                </a:solidFill>
                <a:latin typeface="Times New Roman"/>
                <a:ea typeface="Times New Roman"/>
                <a:cs typeface="Times New Roman"/>
                <a:sym typeface="Times New Roman"/>
              </a:rPr>
              <a:t>Applied Mathematics for Engineering [MIDTERM PROJECT]</a:t>
            </a:r>
            <a:br>
              <a:rPr b="0" i="0" lang="en-US" sz="1800" u="none" cap="none" strike="noStrike">
                <a:solidFill>
                  <a:schemeClr val="lt1"/>
                </a:solidFill>
                <a:latin typeface="Times New Roman"/>
                <a:ea typeface="Times New Roman"/>
                <a:cs typeface="Times New Roman"/>
                <a:sym typeface="Times New Roman"/>
              </a:rPr>
            </a:br>
            <a:r>
              <a:rPr b="0" i="0" lang="en-US" sz="1800" u="none" cap="none" strike="noStrike">
                <a:solidFill>
                  <a:schemeClr val="lt1"/>
                </a:solidFill>
                <a:latin typeface="Times New Roman"/>
                <a:ea typeface="Times New Roman"/>
                <a:cs typeface="Times New Roman"/>
                <a:sym typeface="Times New Roman"/>
              </a:rPr>
              <a:t>Ronit Dutta</a:t>
            </a:r>
            <a:endParaRPr b="0" i="0" sz="1800" u="none" cap="none" strike="noStrike">
              <a:solidFill>
                <a:schemeClr val="lt1"/>
              </a:solidFill>
              <a:latin typeface="Times New Roman"/>
              <a:ea typeface="Times New Roman"/>
              <a:cs typeface="Times New Roman"/>
              <a:sym typeface="Times New Roman"/>
            </a:endParaRPr>
          </a:p>
        </p:txBody>
      </p:sp>
      <p:pic>
        <p:nvPicPr>
          <p:cNvPr id="224" name="Google Shape;224;g3d19e2b9925_1_0"/>
          <p:cNvPicPr preferRelativeResize="0"/>
          <p:nvPr/>
        </p:nvPicPr>
        <p:blipFill rotWithShape="1">
          <a:blip r:embed="rId4">
            <a:alphaModFix/>
          </a:blip>
          <a:srcRect b="0" l="0" r="0" t="0"/>
          <a:stretch/>
        </p:blipFill>
        <p:spPr>
          <a:xfrm>
            <a:off x="10579375" y="6341449"/>
            <a:ext cx="1500023" cy="585000"/>
          </a:xfrm>
          <a:prstGeom prst="rect">
            <a:avLst/>
          </a:prstGeom>
          <a:noFill/>
          <a:ln>
            <a:noFill/>
          </a:ln>
        </p:spPr>
      </p:pic>
      <p:pic>
        <p:nvPicPr>
          <p:cNvPr id="225" name="Google Shape;225;g3d19e2b9925_1_0"/>
          <p:cNvPicPr preferRelativeResize="0"/>
          <p:nvPr/>
        </p:nvPicPr>
        <p:blipFill rotWithShape="1">
          <a:blip r:embed="rId6">
            <a:alphaModFix/>
          </a:blip>
          <a:srcRect b="0" l="0" r="0" t="0"/>
          <a:stretch/>
        </p:blipFill>
        <p:spPr>
          <a:xfrm>
            <a:off x="0" y="6330524"/>
            <a:ext cx="12192000" cy="1165875"/>
          </a:xfrm>
          <a:prstGeom prst="rect">
            <a:avLst/>
          </a:prstGeom>
          <a:noFill/>
          <a:ln>
            <a:noFill/>
          </a:ln>
        </p:spPr>
      </p:pic>
      <p:sp>
        <p:nvSpPr>
          <p:cNvPr id="226" name="Google Shape;226;g3d19e2b9925_1_0"/>
          <p:cNvSpPr txBox="1"/>
          <p:nvPr/>
        </p:nvSpPr>
        <p:spPr>
          <a:xfrm>
            <a:off x="-1" y="6445547"/>
            <a:ext cx="5981100" cy="6465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chemeClr val="dk1"/>
              </a:buClr>
              <a:buSzPts val="1800"/>
              <a:buFont typeface="Arial"/>
              <a:buNone/>
            </a:pPr>
            <a:r>
              <a:rPr lang="en-US" sz="1800">
                <a:solidFill>
                  <a:schemeClr val="lt1"/>
                </a:solidFill>
                <a:latin typeface="Times New Roman"/>
                <a:ea typeface="Times New Roman"/>
                <a:cs typeface="Times New Roman"/>
                <a:sym typeface="Times New Roman"/>
              </a:rPr>
              <a:t>Applied Mathematics for Engineering [MIDTERM PROJECT]</a:t>
            </a:r>
            <a:br>
              <a:rPr b="0" i="0" lang="en-US" sz="1800" u="none" cap="none" strike="noStrike">
                <a:solidFill>
                  <a:schemeClr val="lt1"/>
                </a:solidFill>
                <a:latin typeface="Times New Roman"/>
                <a:ea typeface="Times New Roman"/>
                <a:cs typeface="Times New Roman"/>
                <a:sym typeface="Times New Roman"/>
              </a:rPr>
            </a:br>
            <a:r>
              <a:rPr b="0" i="0" lang="en-US" sz="1800" u="none" cap="none" strike="noStrike">
                <a:solidFill>
                  <a:schemeClr val="lt1"/>
                </a:solidFill>
                <a:latin typeface="Times New Roman"/>
                <a:ea typeface="Times New Roman"/>
                <a:cs typeface="Times New Roman"/>
                <a:sym typeface="Times New Roman"/>
              </a:rPr>
              <a:t>Ronit Dutta</a:t>
            </a:r>
            <a:endParaRPr b="0" i="0" sz="1800" u="none" cap="none" strike="noStrike">
              <a:solidFill>
                <a:schemeClr val="lt1"/>
              </a:solidFill>
              <a:latin typeface="Times New Roman"/>
              <a:ea typeface="Times New Roman"/>
              <a:cs typeface="Times New Roman"/>
              <a:sym typeface="Times New Roman"/>
            </a:endParaRPr>
          </a:p>
        </p:txBody>
      </p:sp>
      <p:pic>
        <p:nvPicPr>
          <p:cNvPr id="227" name="Google Shape;227;g3d19e2b9925_1_0"/>
          <p:cNvPicPr preferRelativeResize="0"/>
          <p:nvPr/>
        </p:nvPicPr>
        <p:blipFill rotWithShape="1">
          <a:blip r:embed="rId4">
            <a:alphaModFix/>
          </a:blip>
          <a:srcRect b="0" l="0" r="0" t="0"/>
          <a:stretch/>
        </p:blipFill>
        <p:spPr>
          <a:xfrm>
            <a:off x="10579375" y="6476299"/>
            <a:ext cx="1500023" cy="585000"/>
          </a:xfrm>
          <a:prstGeom prst="rect">
            <a:avLst/>
          </a:prstGeom>
          <a:noFill/>
          <a:ln>
            <a:noFill/>
          </a:ln>
        </p:spPr>
      </p:pic>
      <p:pic>
        <p:nvPicPr>
          <p:cNvPr id="228" name="Google Shape;228;g3d19e2b9925_1_0"/>
          <p:cNvPicPr preferRelativeResize="0"/>
          <p:nvPr/>
        </p:nvPicPr>
        <p:blipFill rotWithShape="1">
          <a:blip r:embed="rId3">
            <a:alphaModFix/>
          </a:blip>
          <a:srcRect b="0" l="0" r="0" t="0"/>
          <a:stretch/>
        </p:blipFill>
        <p:spPr>
          <a:xfrm>
            <a:off x="10590934" y="6330522"/>
            <a:ext cx="1499906" cy="585000"/>
          </a:xfrm>
          <a:prstGeom prst="rect">
            <a:avLst/>
          </a:prstGeom>
          <a:noFill/>
          <a:ln>
            <a:noFill/>
          </a:ln>
        </p:spPr>
      </p:pic>
      <p:sp>
        <p:nvSpPr>
          <p:cNvPr id="229" name="Google Shape;229;g3d19e2b9925_1_0"/>
          <p:cNvSpPr txBox="1"/>
          <p:nvPr/>
        </p:nvSpPr>
        <p:spPr>
          <a:xfrm>
            <a:off x="-1" y="6288587"/>
            <a:ext cx="5981100" cy="3693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chemeClr val="dk1"/>
              </a:buClr>
              <a:buSzPts val="1800"/>
              <a:buFont typeface="Arial"/>
              <a:buNone/>
            </a:pPr>
            <a:r>
              <a:rPr b="0" i="0" lang="en-US" sz="1800" u="none" cap="none" strike="noStrike">
                <a:solidFill>
                  <a:schemeClr val="lt1"/>
                </a:solidFill>
                <a:latin typeface="Times New Roman"/>
                <a:ea typeface="Times New Roman"/>
                <a:cs typeface="Times New Roman"/>
                <a:sym typeface="Times New Roman"/>
              </a:rPr>
              <a:t>Term Paper Presentation | Ronit Dutta</a:t>
            </a:r>
            <a:endParaRPr b="0" i="0" sz="1800" u="none" cap="none" strike="noStrike">
              <a:solidFill>
                <a:schemeClr val="lt1"/>
              </a:solidFill>
              <a:latin typeface="Times New Roman"/>
              <a:ea typeface="Times New Roman"/>
              <a:cs typeface="Times New Roman"/>
              <a:sym typeface="Times New Roman"/>
            </a:endParaRPr>
          </a:p>
        </p:txBody>
      </p:sp>
      <p:pic>
        <p:nvPicPr>
          <p:cNvPr id="230" name="Google Shape;230;g3d19e2b9925_1_0"/>
          <p:cNvPicPr preferRelativeResize="0"/>
          <p:nvPr/>
        </p:nvPicPr>
        <p:blipFill rotWithShape="1">
          <a:blip r:embed="rId3">
            <a:alphaModFix/>
          </a:blip>
          <a:srcRect b="0" l="0" r="0" t="0"/>
          <a:stretch/>
        </p:blipFill>
        <p:spPr>
          <a:xfrm>
            <a:off x="10590934" y="6330522"/>
            <a:ext cx="1499906" cy="585000"/>
          </a:xfrm>
          <a:prstGeom prst="rect">
            <a:avLst/>
          </a:prstGeom>
          <a:noFill/>
          <a:ln>
            <a:noFill/>
          </a:ln>
        </p:spPr>
      </p:pic>
      <p:sp>
        <p:nvSpPr>
          <p:cNvPr id="231" name="Google Shape;231;g3d19e2b9925_1_0"/>
          <p:cNvSpPr txBox="1"/>
          <p:nvPr/>
        </p:nvSpPr>
        <p:spPr>
          <a:xfrm>
            <a:off x="-1" y="6288587"/>
            <a:ext cx="5981100" cy="3693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chemeClr val="dk1"/>
              </a:buClr>
              <a:buSzPts val="1800"/>
              <a:buFont typeface="Arial"/>
              <a:buNone/>
            </a:pPr>
            <a:r>
              <a:rPr b="0" i="0" lang="en-US" sz="1800" u="none" cap="none" strike="noStrike">
                <a:solidFill>
                  <a:schemeClr val="lt1"/>
                </a:solidFill>
                <a:latin typeface="Times New Roman"/>
                <a:ea typeface="Times New Roman"/>
                <a:cs typeface="Times New Roman"/>
                <a:sym typeface="Times New Roman"/>
              </a:rPr>
              <a:t>Term Paper Presentation | Ronit Dutta</a:t>
            </a:r>
            <a:endParaRPr b="0" i="0" sz="1800" u="none" cap="none" strike="noStrike">
              <a:solidFill>
                <a:schemeClr val="lt1"/>
              </a:solidFill>
              <a:latin typeface="Times New Roman"/>
              <a:ea typeface="Times New Roman"/>
              <a:cs typeface="Times New Roman"/>
              <a:sym typeface="Times New Roman"/>
            </a:endParaRPr>
          </a:p>
        </p:txBody>
      </p:sp>
      <p:pic>
        <p:nvPicPr>
          <p:cNvPr id="232" name="Google Shape;232;g3d19e2b9925_1_0"/>
          <p:cNvPicPr preferRelativeResize="0"/>
          <p:nvPr/>
        </p:nvPicPr>
        <p:blipFill rotWithShape="1">
          <a:blip r:embed="rId3">
            <a:alphaModFix/>
          </a:blip>
          <a:srcRect b="0" l="0" r="0" t="0"/>
          <a:stretch/>
        </p:blipFill>
        <p:spPr>
          <a:xfrm>
            <a:off x="10590934" y="6330522"/>
            <a:ext cx="1499906" cy="585000"/>
          </a:xfrm>
          <a:prstGeom prst="rect">
            <a:avLst/>
          </a:prstGeom>
          <a:noFill/>
          <a:ln>
            <a:noFill/>
          </a:ln>
        </p:spPr>
      </p:pic>
      <p:sp>
        <p:nvSpPr>
          <p:cNvPr id="233" name="Google Shape;233;g3d19e2b9925_1_0"/>
          <p:cNvSpPr txBox="1"/>
          <p:nvPr/>
        </p:nvSpPr>
        <p:spPr>
          <a:xfrm>
            <a:off x="-1" y="6288587"/>
            <a:ext cx="5981100" cy="6465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chemeClr val="dk1"/>
              </a:buClr>
              <a:buSzPts val="1800"/>
              <a:buFont typeface="Arial"/>
              <a:buNone/>
            </a:pPr>
            <a:r>
              <a:rPr b="0" i="0" lang="en-US" sz="1800" u="none" cap="none" strike="noStrike">
                <a:solidFill>
                  <a:schemeClr val="lt1"/>
                </a:solidFill>
                <a:latin typeface="Times New Roman"/>
                <a:ea typeface="Times New Roman"/>
                <a:cs typeface="Times New Roman"/>
                <a:sym typeface="Times New Roman"/>
              </a:rPr>
              <a:t>Machine Learning Professional</a:t>
            </a:r>
            <a:br>
              <a:rPr b="0" i="0" lang="en-US" sz="1800" u="none" cap="none" strike="noStrike">
                <a:solidFill>
                  <a:schemeClr val="lt1"/>
                </a:solidFill>
                <a:latin typeface="Times New Roman"/>
                <a:ea typeface="Times New Roman"/>
                <a:cs typeface="Times New Roman"/>
                <a:sym typeface="Times New Roman"/>
              </a:rPr>
            </a:br>
            <a:r>
              <a:rPr b="0" i="0" lang="en-US" sz="1800" u="none" cap="none" strike="noStrike">
                <a:solidFill>
                  <a:schemeClr val="lt1"/>
                </a:solidFill>
                <a:latin typeface="Times New Roman"/>
                <a:ea typeface="Times New Roman"/>
                <a:cs typeface="Times New Roman"/>
                <a:sym typeface="Times New Roman"/>
              </a:rPr>
              <a:t>Project Presentation</a:t>
            </a:r>
            <a:endParaRPr b="0" i="0" sz="1800" u="none" cap="none" strike="noStrike">
              <a:solidFill>
                <a:schemeClr val="lt1"/>
              </a:solidFill>
              <a:latin typeface="Times New Roman"/>
              <a:ea typeface="Times New Roman"/>
              <a:cs typeface="Times New Roman"/>
              <a:sym typeface="Times New Roman"/>
            </a:endParaRPr>
          </a:p>
        </p:txBody>
      </p:sp>
      <p:pic>
        <p:nvPicPr>
          <p:cNvPr id="234" name="Google Shape;234;g3d19e2b9925_1_0"/>
          <p:cNvPicPr preferRelativeResize="0"/>
          <p:nvPr/>
        </p:nvPicPr>
        <p:blipFill rotWithShape="1">
          <a:blip r:embed="rId4">
            <a:alphaModFix/>
          </a:blip>
          <a:srcRect b="0" l="0" r="0" t="0"/>
          <a:stretch/>
        </p:blipFill>
        <p:spPr>
          <a:xfrm>
            <a:off x="10590875" y="6341462"/>
            <a:ext cx="1500023" cy="585000"/>
          </a:xfrm>
          <a:prstGeom prst="rect">
            <a:avLst/>
          </a:prstGeom>
          <a:noFill/>
          <a:ln>
            <a:noFill/>
          </a:ln>
        </p:spPr>
      </p:pic>
      <p:sp>
        <p:nvSpPr>
          <p:cNvPr id="235" name="Google Shape;235;g3d19e2b9925_1_0"/>
          <p:cNvSpPr txBox="1"/>
          <p:nvPr/>
        </p:nvSpPr>
        <p:spPr>
          <a:xfrm>
            <a:off x="-1" y="6288587"/>
            <a:ext cx="5981100" cy="6465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chemeClr val="dk1"/>
              </a:buClr>
              <a:buSzPts val="1800"/>
              <a:buFont typeface="Arial"/>
              <a:buNone/>
            </a:pPr>
            <a:r>
              <a:rPr b="0" i="0" lang="en-US" sz="1800" u="none" cap="none" strike="noStrike">
                <a:solidFill>
                  <a:schemeClr val="lt1"/>
                </a:solidFill>
                <a:latin typeface="Times New Roman"/>
                <a:ea typeface="Times New Roman"/>
                <a:cs typeface="Times New Roman"/>
                <a:sym typeface="Times New Roman"/>
              </a:rPr>
              <a:t>Machine Learning Professional</a:t>
            </a:r>
            <a:br>
              <a:rPr b="0" i="0" lang="en-US" sz="1800" u="none" cap="none" strike="noStrike">
                <a:solidFill>
                  <a:schemeClr val="lt1"/>
                </a:solidFill>
                <a:latin typeface="Times New Roman"/>
                <a:ea typeface="Times New Roman"/>
                <a:cs typeface="Times New Roman"/>
                <a:sym typeface="Times New Roman"/>
              </a:rPr>
            </a:br>
            <a:r>
              <a:rPr b="0" i="0" lang="en-US" sz="1800" u="none" cap="none" strike="noStrike">
                <a:solidFill>
                  <a:schemeClr val="lt1"/>
                </a:solidFill>
                <a:latin typeface="Times New Roman"/>
                <a:ea typeface="Times New Roman"/>
                <a:cs typeface="Times New Roman"/>
                <a:sym typeface="Times New Roman"/>
              </a:rPr>
              <a:t>Project Presentation</a:t>
            </a:r>
            <a:endParaRPr b="0" i="0" sz="1800" u="none" cap="none" strike="noStrike">
              <a:solidFill>
                <a:schemeClr val="lt1"/>
              </a:solidFill>
              <a:latin typeface="Times New Roman"/>
              <a:ea typeface="Times New Roman"/>
              <a:cs typeface="Times New Roman"/>
              <a:sym typeface="Times New Roman"/>
            </a:endParaRPr>
          </a:p>
        </p:txBody>
      </p:sp>
      <p:pic>
        <p:nvPicPr>
          <p:cNvPr id="236" name="Google Shape;236;g3d19e2b9925_1_0"/>
          <p:cNvPicPr preferRelativeResize="0"/>
          <p:nvPr/>
        </p:nvPicPr>
        <p:blipFill rotWithShape="1">
          <a:blip r:embed="rId4">
            <a:alphaModFix/>
          </a:blip>
          <a:srcRect b="0" l="0" r="0" t="0"/>
          <a:stretch/>
        </p:blipFill>
        <p:spPr>
          <a:xfrm>
            <a:off x="10590875" y="6330524"/>
            <a:ext cx="1500023" cy="585000"/>
          </a:xfrm>
          <a:prstGeom prst="rect">
            <a:avLst/>
          </a:prstGeom>
          <a:noFill/>
          <a:ln>
            <a:noFill/>
          </a:ln>
        </p:spPr>
      </p:pic>
      <p:sp>
        <p:nvSpPr>
          <p:cNvPr id="237" name="Google Shape;237;g3d19e2b9925_1_0"/>
          <p:cNvSpPr txBox="1"/>
          <p:nvPr/>
        </p:nvSpPr>
        <p:spPr>
          <a:xfrm>
            <a:off x="-1" y="6234672"/>
            <a:ext cx="5981100" cy="6465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chemeClr val="dk1"/>
              </a:buClr>
              <a:buSzPts val="1800"/>
              <a:buFont typeface="Arial"/>
              <a:buNone/>
            </a:pPr>
            <a:r>
              <a:rPr b="0" i="0" lang="en-US" sz="1800" u="none" cap="none" strike="noStrike">
                <a:solidFill>
                  <a:schemeClr val="lt1"/>
                </a:solidFill>
                <a:latin typeface="Times New Roman"/>
                <a:ea typeface="Times New Roman"/>
                <a:cs typeface="Times New Roman"/>
                <a:sym typeface="Times New Roman"/>
              </a:rPr>
              <a:t>Machine Learning Professional</a:t>
            </a:r>
            <a:br>
              <a:rPr b="0" i="0" lang="en-US" sz="1800" u="none" cap="none" strike="noStrike">
                <a:solidFill>
                  <a:schemeClr val="lt1"/>
                </a:solidFill>
                <a:latin typeface="Times New Roman"/>
                <a:ea typeface="Times New Roman"/>
                <a:cs typeface="Times New Roman"/>
                <a:sym typeface="Times New Roman"/>
              </a:rPr>
            </a:br>
            <a:r>
              <a:rPr b="0" i="0" lang="en-US" sz="1800" u="none" cap="none" strike="noStrike">
                <a:solidFill>
                  <a:schemeClr val="lt1"/>
                </a:solidFill>
                <a:latin typeface="Times New Roman"/>
                <a:ea typeface="Times New Roman"/>
                <a:cs typeface="Times New Roman"/>
                <a:sym typeface="Times New Roman"/>
              </a:rPr>
              <a:t>Project Presentation</a:t>
            </a:r>
            <a:endParaRPr b="0" i="0" sz="1800" u="none" cap="none" strike="noStrike">
              <a:solidFill>
                <a:schemeClr val="lt1"/>
              </a:solidFill>
              <a:latin typeface="Times New Roman"/>
              <a:ea typeface="Times New Roman"/>
              <a:cs typeface="Times New Roman"/>
              <a:sym typeface="Times New Roman"/>
            </a:endParaRPr>
          </a:p>
        </p:txBody>
      </p:sp>
      <p:pic>
        <p:nvPicPr>
          <p:cNvPr id="238" name="Google Shape;238;g3d19e2b9925_1_0"/>
          <p:cNvPicPr preferRelativeResize="0"/>
          <p:nvPr/>
        </p:nvPicPr>
        <p:blipFill rotWithShape="1">
          <a:blip r:embed="rId4">
            <a:alphaModFix/>
          </a:blip>
          <a:srcRect b="0" l="0" r="0" t="0"/>
          <a:stretch/>
        </p:blipFill>
        <p:spPr>
          <a:xfrm>
            <a:off x="10590875" y="6330524"/>
            <a:ext cx="1500023" cy="585000"/>
          </a:xfrm>
          <a:prstGeom prst="rect">
            <a:avLst/>
          </a:prstGeom>
          <a:noFill/>
          <a:ln>
            <a:noFill/>
          </a:ln>
        </p:spPr>
      </p:pic>
      <p:sp>
        <p:nvSpPr>
          <p:cNvPr id="239" name="Google Shape;239;g3d19e2b9925_1_0"/>
          <p:cNvSpPr txBox="1"/>
          <p:nvPr/>
        </p:nvSpPr>
        <p:spPr>
          <a:xfrm>
            <a:off x="-1" y="6234672"/>
            <a:ext cx="5981100" cy="6465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chemeClr val="dk1"/>
              </a:buClr>
              <a:buSzPts val="1800"/>
              <a:buFont typeface="Arial"/>
              <a:buNone/>
            </a:pPr>
            <a:r>
              <a:rPr b="0" i="0" lang="en-US" sz="1800" u="none" cap="none" strike="noStrike">
                <a:solidFill>
                  <a:schemeClr val="lt1"/>
                </a:solidFill>
                <a:latin typeface="Times New Roman"/>
                <a:ea typeface="Times New Roman"/>
                <a:cs typeface="Times New Roman"/>
                <a:sym typeface="Times New Roman"/>
              </a:rPr>
              <a:t>Machine Learning Professional</a:t>
            </a:r>
            <a:br>
              <a:rPr b="0" i="0" lang="en-US" sz="1800" u="none" cap="none" strike="noStrike">
                <a:solidFill>
                  <a:schemeClr val="lt1"/>
                </a:solidFill>
                <a:latin typeface="Times New Roman"/>
                <a:ea typeface="Times New Roman"/>
                <a:cs typeface="Times New Roman"/>
                <a:sym typeface="Times New Roman"/>
              </a:rPr>
            </a:br>
            <a:r>
              <a:rPr b="0" i="0" lang="en-US" sz="1800" u="none" cap="none" strike="noStrike">
                <a:solidFill>
                  <a:schemeClr val="lt1"/>
                </a:solidFill>
                <a:latin typeface="Times New Roman"/>
                <a:ea typeface="Times New Roman"/>
                <a:cs typeface="Times New Roman"/>
                <a:sym typeface="Times New Roman"/>
              </a:rPr>
              <a:t>Project Presentation</a:t>
            </a:r>
            <a:endParaRPr b="0" i="0" sz="1800" u="none" cap="none" strike="noStrike">
              <a:solidFill>
                <a:schemeClr val="lt1"/>
              </a:solidFill>
              <a:latin typeface="Times New Roman"/>
              <a:ea typeface="Times New Roman"/>
              <a:cs typeface="Times New Roman"/>
              <a:sym typeface="Times New Roman"/>
            </a:endParaRPr>
          </a:p>
        </p:txBody>
      </p:sp>
      <p:pic>
        <p:nvPicPr>
          <p:cNvPr id="240" name="Google Shape;240;g3d19e2b9925_1_0"/>
          <p:cNvPicPr preferRelativeResize="0"/>
          <p:nvPr/>
        </p:nvPicPr>
        <p:blipFill rotWithShape="1">
          <a:blip r:embed="rId4">
            <a:alphaModFix/>
          </a:blip>
          <a:srcRect b="0" l="0" r="0" t="0"/>
          <a:stretch/>
        </p:blipFill>
        <p:spPr>
          <a:xfrm>
            <a:off x="10590875" y="6330524"/>
            <a:ext cx="1500023" cy="585000"/>
          </a:xfrm>
          <a:prstGeom prst="rect">
            <a:avLst/>
          </a:prstGeom>
          <a:noFill/>
          <a:ln>
            <a:noFill/>
          </a:ln>
        </p:spPr>
      </p:pic>
      <p:sp>
        <p:nvSpPr>
          <p:cNvPr id="241" name="Google Shape;241;g3d19e2b9925_1_0"/>
          <p:cNvSpPr txBox="1"/>
          <p:nvPr/>
        </p:nvSpPr>
        <p:spPr>
          <a:xfrm>
            <a:off x="-1" y="6234672"/>
            <a:ext cx="5981100" cy="6465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chemeClr val="dk1"/>
              </a:buClr>
              <a:buSzPts val="1800"/>
              <a:buFont typeface="Arial"/>
              <a:buNone/>
            </a:pPr>
            <a:r>
              <a:rPr b="0" i="0" lang="en-US" sz="1800" u="none" cap="none" strike="noStrike">
                <a:solidFill>
                  <a:schemeClr val="lt1"/>
                </a:solidFill>
                <a:latin typeface="Times New Roman"/>
                <a:ea typeface="Times New Roman"/>
                <a:cs typeface="Times New Roman"/>
                <a:sym typeface="Times New Roman"/>
              </a:rPr>
              <a:t>Nanoelectronics - Seminar Presentation</a:t>
            </a:r>
            <a:br>
              <a:rPr b="0" i="0" lang="en-US" sz="1800" u="none" cap="none" strike="noStrike">
                <a:solidFill>
                  <a:schemeClr val="lt1"/>
                </a:solidFill>
                <a:latin typeface="Times New Roman"/>
                <a:ea typeface="Times New Roman"/>
                <a:cs typeface="Times New Roman"/>
                <a:sym typeface="Times New Roman"/>
              </a:rPr>
            </a:br>
            <a:r>
              <a:rPr b="0" i="0" lang="en-US" sz="1800" u="none" cap="none" strike="noStrike">
                <a:solidFill>
                  <a:schemeClr val="lt1"/>
                </a:solidFill>
                <a:latin typeface="Times New Roman"/>
                <a:ea typeface="Times New Roman"/>
                <a:cs typeface="Times New Roman"/>
                <a:sym typeface="Times New Roman"/>
              </a:rPr>
              <a:t>Ronit Dutta</a:t>
            </a:r>
            <a:endParaRPr b="0" i="0" sz="1800" u="none" cap="none" strike="noStrike">
              <a:solidFill>
                <a:schemeClr val="lt1"/>
              </a:solidFill>
              <a:latin typeface="Times New Roman"/>
              <a:ea typeface="Times New Roman"/>
              <a:cs typeface="Times New Roman"/>
              <a:sym typeface="Times New Roman"/>
            </a:endParaRPr>
          </a:p>
        </p:txBody>
      </p:sp>
      <p:pic>
        <p:nvPicPr>
          <p:cNvPr id="242" name="Google Shape;242;g3d19e2b9925_1_0"/>
          <p:cNvPicPr preferRelativeResize="0"/>
          <p:nvPr/>
        </p:nvPicPr>
        <p:blipFill rotWithShape="1">
          <a:blip r:embed="rId4">
            <a:alphaModFix/>
          </a:blip>
          <a:srcRect b="0" l="0" r="0" t="0"/>
          <a:stretch/>
        </p:blipFill>
        <p:spPr>
          <a:xfrm>
            <a:off x="10590875" y="6330524"/>
            <a:ext cx="1500023" cy="585000"/>
          </a:xfrm>
          <a:prstGeom prst="rect">
            <a:avLst/>
          </a:prstGeom>
          <a:noFill/>
          <a:ln>
            <a:noFill/>
          </a:ln>
        </p:spPr>
      </p:pic>
      <p:pic>
        <p:nvPicPr>
          <p:cNvPr id="243" name="Google Shape;243;g3d19e2b9925_1_0"/>
          <p:cNvPicPr preferRelativeResize="0"/>
          <p:nvPr/>
        </p:nvPicPr>
        <p:blipFill rotWithShape="1">
          <a:blip r:embed="rId3">
            <a:alphaModFix/>
          </a:blip>
          <a:srcRect b="0" l="0" r="0" t="0"/>
          <a:stretch/>
        </p:blipFill>
        <p:spPr>
          <a:xfrm>
            <a:off x="10590934" y="6330522"/>
            <a:ext cx="1499906" cy="585000"/>
          </a:xfrm>
          <a:prstGeom prst="rect">
            <a:avLst/>
          </a:prstGeom>
          <a:noFill/>
          <a:ln>
            <a:noFill/>
          </a:ln>
        </p:spPr>
      </p:pic>
      <p:sp>
        <p:nvSpPr>
          <p:cNvPr id="244" name="Google Shape;244;g3d19e2b9925_1_0"/>
          <p:cNvSpPr txBox="1"/>
          <p:nvPr/>
        </p:nvSpPr>
        <p:spPr>
          <a:xfrm>
            <a:off x="-1" y="6288587"/>
            <a:ext cx="5981100" cy="3693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chemeClr val="dk1"/>
              </a:buClr>
              <a:buSzPts val="1800"/>
              <a:buFont typeface="Arial"/>
              <a:buNone/>
            </a:pPr>
            <a:r>
              <a:rPr b="0" i="0" lang="en-US" sz="1800" u="none" cap="none" strike="noStrike">
                <a:solidFill>
                  <a:schemeClr val="lt1"/>
                </a:solidFill>
                <a:latin typeface="Times New Roman"/>
                <a:ea typeface="Times New Roman"/>
                <a:cs typeface="Times New Roman"/>
                <a:sym typeface="Times New Roman"/>
              </a:rPr>
              <a:t>Term Paper Presentation | Ronit Dutta</a:t>
            </a:r>
            <a:endParaRPr b="0" i="0" sz="1800" u="none" cap="none" strike="noStrike">
              <a:solidFill>
                <a:schemeClr val="lt1"/>
              </a:solidFill>
              <a:latin typeface="Times New Roman"/>
              <a:ea typeface="Times New Roman"/>
              <a:cs typeface="Times New Roman"/>
              <a:sym typeface="Times New Roman"/>
            </a:endParaRPr>
          </a:p>
        </p:txBody>
      </p:sp>
      <p:pic>
        <p:nvPicPr>
          <p:cNvPr id="245" name="Google Shape;245;g3d19e2b9925_1_0"/>
          <p:cNvPicPr preferRelativeResize="0"/>
          <p:nvPr/>
        </p:nvPicPr>
        <p:blipFill rotWithShape="1">
          <a:blip r:embed="rId3">
            <a:alphaModFix/>
          </a:blip>
          <a:srcRect b="0" l="0" r="0" t="0"/>
          <a:stretch/>
        </p:blipFill>
        <p:spPr>
          <a:xfrm>
            <a:off x="10590934" y="6330522"/>
            <a:ext cx="1499906" cy="585000"/>
          </a:xfrm>
          <a:prstGeom prst="rect">
            <a:avLst/>
          </a:prstGeom>
          <a:noFill/>
          <a:ln>
            <a:noFill/>
          </a:ln>
        </p:spPr>
      </p:pic>
      <p:sp>
        <p:nvSpPr>
          <p:cNvPr id="246" name="Google Shape;246;g3d19e2b9925_1_0"/>
          <p:cNvSpPr txBox="1"/>
          <p:nvPr/>
        </p:nvSpPr>
        <p:spPr>
          <a:xfrm>
            <a:off x="-1" y="6288587"/>
            <a:ext cx="5981100" cy="3693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chemeClr val="dk1"/>
              </a:buClr>
              <a:buSzPts val="1800"/>
              <a:buFont typeface="Arial"/>
              <a:buNone/>
            </a:pPr>
            <a:r>
              <a:rPr b="0" i="0" lang="en-US" sz="1800" u="none" cap="none" strike="noStrike">
                <a:solidFill>
                  <a:schemeClr val="lt1"/>
                </a:solidFill>
                <a:latin typeface="Times New Roman"/>
                <a:ea typeface="Times New Roman"/>
                <a:cs typeface="Times New Roman"/>
                <a:sym typeface="Times New Roman"/>
              </a:rPr>
              <a:t>Term Paper Presentation | Ronit Dutta</a:t>
            </a:r>
            <a:endParaRPr b="0" i="0" sz="1800" u="none" cap="none" strike="noStrike">
              <a:solidFill>
                <a:schemeClr val="lt1"/>
              </a:solidFill>
              <a:latin typeface="Times New Roman"/>
              <a:ea typeface="Times New Roman"/>
              <a:cs typeface="Times New Roman"/>
              <a:sym typeface="Times New Roman"/>
            </a:endParaRPr>
          </a:p>
        </p:txBody>
      </p:sp>
      <p:pic>
        <p:nvPicPr>
          <p:cNvPr id="247" name="Google Shape;247;g3d19e2b9925_1_0"/>
          <p:cNvPicPr preferRelativeResize="0"/>
          <p:nvPr/>
        </p:nvPicPr>
        <p:blipFill rotWithShape="1">
          <a:blip r:embed="rId3">
            <a:alphaModFix/>
          </a:blip>
          <a:srcRect b="0" l="0" r="0" t="0"/>
          <a:stretch/>
        </p:blipFill>
        <p:spPr>
          <a:xfrm>
            <a:off x="10590934" y="6330522"/>
            <a:ext cx="1499906" cy="585000"/>
          </a:xfrm>
          <a:prstGeom prst="rect">
            <a:avLst/>
          </a:prstGeom>
          <a:noFill/>
          <a:ln>
            <a:noFill/>
          </a:ln>
        </p:spPr>
      </p:pic>
      <p:sp>
        <p:nvSpPr>
          <p:cNvPr id="248" name="Google Shape;248;g3d19e2b9925_1_0"/>
          <p:cNvSpPr txBox="1"/>
          <p:nvPr/>
        </p:nvSpPr>
        <p:spPr>
          <a:xfrm>
            <a:off x="-1" y="6288587"/>
            <a:ext cx="5981100" cy="6465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chemeClr val="dk1"/>
              </a:buClr>
              <a:buSzPts val="1800"/>
              <a:buFont typeface="Arial"/>
              <a:buNone/>
            </a:pPr>
            <a:r>
              <a:rPr b="0" i="0" lang="en-US" sz="1800" u="none" cap="none" strike="noStrike">
                <a:solidFill>
                  <a:schemeClr val="lt1"/>
                </a:solidFill>
                <a:latin typeface="Times New Roman"/>
                <a:ea typeface="Times New Roman"/>
                <a:cs typeface="Times New Roman"/>
                <a:sym typeface="Times New Roman"/>
              </a:rPr>
              <a:t>Machine Learning Professional</a:t>
            </a:r>
            <a:br>
              <a:rPr b="0" i="0" lang="en-US" sz="1800" u="none" cap="none" strike="noStrike">
                <a:solidFill>
                  <a:schemeClr val="lt1"/>
                </a:solidFill>
                <a:latin typeface="Times New Roman"/>
                <a:ea typeface="Times New Roman"/>
                <a:cs typeface="Times New Roman"/>
                <a:sym typeface="Times New Roman"/>
              </a:rPr>
            </a:br>
            <a:r>
              <a:rPr b="0" i="0" lang="en-US" sz="1800" u="none" cap="none" strike="noStrike">
                <a:solidFill>
                  <a:schemeClr val="lt1"/>
                </a:solidFill>
                <a:latin typeface="Times New Roman"/>
                <a:ea typeface="Times New Roman"/>
                <a:cs typeface="Times New Roman"/>
                <a:sym typeface="Times New Roman"/>
              </a:rPr>
              <a:t>Project Presentation</a:t>
            </a:r>
            <a:endParaRPr b="0" i="0" sz="1800" u="none" cap="none" strike="noStrike">
              <a:solidFill>
                <a:schemeClr val="lt1"/>
              </a:solidFill>
              <a:latin typeface="Times New Roman"/>
              <a:ea typeface="Times New Roman"/>
              <a:cs typeface="Times New Roman"/>
              <a:sym typeface="Times New Roman"/>
            </a:endParaRPr>
          </a:p>
        </p:txBody>
      </p:sp>
      <p:pic>
        <p:nvPicPr>
          <p:cNvPr id="249" name="Google Shape;249;g3d19e2b9925_1_0"/>
          <p:cNvPicPr preferRelativeResize="0"/>
          <p:nvPr/>
        </p:nvPicPr>
        <p:blipFill rotWithShape="1">
          <a:blip r:embed="rId4">
            <a:alphaModFix/>
          </a:blip>
          <a:srcRect b="0" l="0" r="0" t="0"/>
          <a:stretch/>
        </p:blipFill>
        <p:spPr>
          <a:xfrm>
            <a:off x="10590875" y="6341462"/>
            <a:ext cx="1500023" cy="585000"/>
          </a:xfrm>
          <a:prstGeom prst="rect">
            <a:avLst/>
          </a:prstGeom>
          <a:noFill/>
          <a:ln>
            <a:noFill/>
          </a:ln>
        </p:spPr>
      </p:pic>
      <p:sp>
        <p:nvSpPr>
          <p:cNvPr id="250" name="Google Shape;250;g3d19e2b9925_1_0"/>
          <p:cNvSpPr txBox="1"/>
          <p:nvPr/>
        </p:nvSpPr>
        <p:spPr>
          <a:xfrm>
            <a:off x="-1" y="6288587"/>
            <a:ext cx="5981100" cy="6465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chemeClr val="dk1"/>
              </a:buClr>
              <a:buSzPts val="1800"/>
              <a:buFont typeface="Arial"/>
              <a:buNone/>
            </a:pPr>
            <a:r>
              <a:rPr b="0" i="0" lang="en-US" sz="1800" u="none" cap="none" strike="noStrike">
                <a:solidFill>
                  <a:schemeClr val="lt1"/>
                </a:solidFill>
                <a:latin typeface="Times New Roman"/>
                <a:ea typeface="Times New Roman"/>
                <a:cs typeface="Times New Roman"/>
                <a:sym typeface="Times New Roman"/>
              </a:rPr>
              <a:t>Machine Learning Professional</a:t>
            </a:r>
            <a:br>
              <a:rPr b="0" i="0" lang="en-US" sz="1800" u="none" cap="none" strike="noStrike">
                <a:solidFill>
                  <a:schemeClr val="lt1"/>
                </a:solidFill>
                <a:latin typeface="Times New Roman"/>
                <a:ea typeface="Times New Roman"/>
                <a:cs typeface="Times New Roman"/>
                <a:sym typeface="Times New Roman"/>
              </a:rPr>
            </a:br>
            <a:r>
              <a:rPr b="0" i="0" lang="en-US" sz="1800" u="none" cap="none" strike="noStrike">
                <a:solidFill>
                  <a:schemeClr val="lt1"/>
                </a:solidFill>
                <a:latin typeface="Times New Roman"/>
                <a:ea typeface="Times New Roman"/>
                <a:cs typeface="Times New Roman"/>
                <a:sym typeface="Times New Roman"/>
              </a:rPr>
              <a:t>Project Presentation</a:t>
            </a:r>
            <a:endParaRPr b="0" i="0" sz="1800" u="none" cap="none" strike="noStrike">
              <a:solidFill>
                <a:schemeClr val="lt1"/>
              </a:solidFill>
              <a:latin typeface="Times New Roman"/>
              <a:ea typeface="Times New Roman"/>
              <a:cs typeface="Times New Roman"/>
              <a:sym typeface="Times New Roman"/>
            </a:endParaRPr>
          </a:p>
        </p:txBody>
      </p:sp>
      <p:pic>
        <p:nvPicPr>
          <p:cNvPr id="251" name="Google Shape;251;g3d19e2b9925_1_0"/>
          <p:cNvPicPr preferRelativeResize="0"/>
          <p:nvPr/>
        </p:nvPicPr>
        <p:blipFill rotWithShape="1">
          <a:blip r:embed="rId4">
            <a:alphaModFix/>
          </a:blip>
          <a:srcRect b="0" l="0" r="0" t="0"/>
          <a:stretch/>
        </p:blipFill>
        <p:spPr>
          <a:xfrm>
            <a:off x="10590875" y="6330524"/>
            <a:ext cx="1500023" cy="585000"/>
          </a:xfrm>
          <a:prstGeom prst="rect">
            <a:avLst/>
          </a:prstGeom>
          <a:noFill/>
          <a:ln>
            <a:noFill/>
          </a:ln>
        </p:spPr>
      </p:pic>
      <p:sp>
        <p:nvSpPr>
          <p:cNvPr id="252" name="Google Shape;252;g3d19e2b9925_1_0"/>
          <p:cNvSpPr txBox="1"/>
          <p:nvPr/>
        </p:nvSpPr>
        <p:spPr>
          <a:xfrm>
            <a:off x="-1" y="6234672"/>
            <a:ext cx="5981100" cy="6465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chemeClr val="dk1"/>
              </a:buClr>
              <a:buSzPts val="1800"/>
              <a:buFont typeface="Arial"/>
              <a:buNone/>
            </a:pPr>
            <a:r>
              <a:rPr b="0" i="0" lang="en-US" sz="1800" u="none" cap="none" strike="noStrike">
                <a:solidFill>
                  <a:schemeClr val="lt1"/>
                </a:solidFill>
                <a:latin typeface="Times New Roman"/>
                <a:ea typeface="Times New Roman"/>
                <a:cs typeface="Times New Roman"/>
                <a:sym typeface="Times New Roman"/>
              </a:rPr>
              <a:t>Machine Learning Professional</a:t>
            </a:r>
            <a:br>
              <a:rPr b="0" i="0" lang="en-US" sz="1800" u="none" cap="none" strike="noStrike">
                <a:solidFill>
                  <a:schemeClr val="lt1"/>
                </a:solidFill>
                <a:latin typeface="Times New Roman"/>
                <a:ea typeface="Times New Roman"/>
                <a:cs typeface="Times New Roman"/>
                <a:sym typeface="Times New Roman"/>
              </a:rPr>
            </a:br>
            <a:r>
              <a:rPr b="0" i="0" lang="en-US" sz="1800" u="none" cap="none" strike="noStrike">
                <a:solidFill>
                  <a:schemeClr val="lt1"/>
                </a:solidFill>
                <a:latin typeface="Times New Roman"/>
                <a:ea typeface="Times New Roman"/>
                <a:cs typeface="Times New Roman"/>
                <a:sym typeface="Times New Roman"/>
              </a:rPr>
              <a:t>Project Presentation</a:t>
            </a:r>
            <a:endParaRPr b="0" i="0" sz="1800" u="none" cap="none" strike="noStrike">
              <a:solidFill>
                <a:schemeClr val="lt1"/>
              </a:solidFill>
              <a:latin typeface="Times New Roman"/>
              <a:ea typeface="Times New Roman"/>
              <a:cs typeface="Times New Roman"/>
              <a:sym typeface="Times New Roman"/>
            </a:endParaRPr>
          </a:p>
        </p:txBody>
      </p:sp>
      <p:pic>
        <p:nvPicPr>
          <p:cNvPr id="253" name="Google Shape;253;g3d19e2b9925_1_0"/>
          <p:cNvPicPr preferRelativeResize="0"/>
          <p:nvPr/>
        </p:nvPicPr>
        <p:blipFill rotWithShape="1">
          <a:blip r:embed="rId4">
            <a:alphaModFix/>
          </a:blip>
          <a:srcRect b="0" l="0" r="0" t="0"/>
          <a:stretch/>
        </p:blipFill>
        <p:spPr>
          <a:xfrm>
            <a:off x="10590875" y="6330524"/>
            <a:ext cx="1500023" cy="585000"/>
          </a:xfrm>
          <a:prstGeom prst="rect">
            <a:avLst/>
          </a:prstGeom>
          <a:noFill/>
          <a:ln>
            <a:noFill/>
          </a:ln>
        </p:spPr>
      </p:pic>
      <p:sp>
        <p:nvSpPr>
          <p:cNvPr id="254" name="Google Shape;254;g3d19e2b9925_1_0"/>
          <p:cNvSpPr txBox="1"/>
          <p:nvPr/>
        </p:nvSpPr>
        <p:spPr>
          <a:xfrm>
            <a:off x="-1" y="6234672"/>
            <a:ext cx="5981100" cy="6465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chemeClr val="dk1"/>
              </a:buClr>
              <a:buSzPts val="1800"/>
              <a:buFont typeface="Arial"/>
              <a:buNone/>
            </a:pPr>
            <a:r>
              <a:rPr b="0" i="0" lang="en-US" sz="1800" u="none" cap="none" strike="noStrike">
                <a:solidFill>
                  <a:schemeClr val="lt1"/>
                </a:solidFill>
                <a:latin typeface="Times New Roman"/>
                <a:ea typeface="Times New Roman"/>
                <a:cs typeface="Times New Roman"/>
                <a:sym typeface="Times New Roman"/>
              </a:rPr>
              <a:t>Machine Learning Professional</a:t>
            </a:r>
            <a:br>
              <a:rPr b="0" i="0" lang="en-US" sz="1800" u="none" cap="none" strike="noStrike">
                <a:solidFill>
                  <a:schemeClr val="lt1"/>
                </a:solidFill>
                <a:latin typeface="Times New Roman"/>
                <a:ea typeface="Times New Roman"/>
                <a:cs typeface="Times New Roman"/>
                <a:sym typeface="Times New Roman"/>
              </a:rPr>
            </a:br>
            <a:r>
              <a:rPr b="0" i="0" lang="en-US" sz="1800" u="none" cap="none" strike="noStrike">
                <a:solidFill>
                  <a:schemeClr val="lt1"/>
                </a:solidFill>
                <a:latin typeface="Times New Roman"/>
                <a:ea typeface="Times New Roman"/>
                <a:cs typeface="Times New Roman"/>
                <a:sym typeface="Times New Roman"/>
              </a:rPr>
              <a:t>Project Presentation</a:t>
            </a:r>
            <a:endParaRPr b="0" i="0" sz="1800" u="none" cap="none" strike="noStrike">
              <a:solidFill>
                <a:schemeClr val="lt1"/>
              </a:solidFill>
              <a:latin typeface="Times New Roman"/>
              <a:ea typeface="Times New Roman"/>
              <a:cs typeface="Times New Roman"/>
              <a:sym typeface="Times New Roman"/>
            </a:endParaRPr>
          </a:p>
        </p:txBody>
      </p:sp>
      <p:pic>
        <p:nvPicPr>
          <p:cNvPr id="255" name="Google Shape;255;g3d19e2b9925_1_0"/>
          <p:cNvPicPr preferRelativeResize="0"/>
          <p:nvPr/>
        </p:nvPicPr>
        <p:blipFill rotWithShape="1">
          <a:blip r:embed="rId4">
            <a:alphaModFix/>
          </a:blip>
          <a:srcRect b="0" l="0" r="0" t="0"/>
          <a:stretch/>
        </p:blipFill>
        <p:spPr>
          <a:xfrm>
            <a:off x="10590875" y="6330524"/>
            <a:ext cx="1500023" cy="585000"/>
          </a:xfrm>
          <a:prstGeom prst="rect">
            <a:avLst/>
          </a:prstGeom>
          <a:noFill/>
          <a:ln>
            <a:noFill/>
          </a:ln>
        </p:spPr>
      </p:pic>
      <p:sp>
        <p:nvSpPr>
          <p:cNvPr id="256" name="Google Shape;256;g3d19e2b9925_1_0"/>
          <p:cNvSpPr txBox="1"/>
          <p:nvPr/>
        </p:nvSpPr>
        <p:spPr>
          <a:xfrm>
            <a:off x="-1" y="6234672"/>
            <a:ext cx="5981100" cy="6465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chemeClr val="dk1"/>
              </a:buClr>
              <a:buSzPts val="1800"/>
              <a:buFont typeface="Arial"/>
              <a:buNone/>
            </a:pPr>
            <a:r>
              <a:rPr b="0" i="0" lang="en-US" sz="1800" u="none" cap="none" strike="noStrike">
                <a:solidFill>
                  <a:schemeClr val="lt1"/>
                </a:solidFill>
                <a:latin typeface="Times New Roman"/>
                <a:ea typeface="Times New Roman"/>
                <a:cs typeface="Times New Roman"/>
                <a:sym typeface="Times New Roman"/>
              </a:rPr>
              <a:t>Nanoelectronics - Seminar Presentation</a:t>
            </a:r>
            <a:br>
              <a:rPr b="0" i="0" lang="en-US" sz="1800" u="none" cap="none" strike="noStrike">
                <a:solidFill>
                  <a:schemeClr val="lt1"/>
                </a:solidFill>
                <a:latin typeface="Times New Roman"/>
                <a:ea typeface="Times New Roman"/>
                <a:cs typeface="Times New Roman"/>
                <a:sym typeface="Times New Roman"/>
              </a:rPr>
            </a:br>
            <a:r>
              <a:rPr b="0" i="0" lang="en-US" sz="1800" u="none" cap="none" strike="noStrike">
                <a:solidFill>
                  <a:schemeClr val="lt1"/>
                </a:solidFill>
                <a:latin typeface="Times New Roman"/>
                <a:ea typeface="Times New Roman"/>
                <a:cs typeface="Times New Roman"/>
                <a:sym typeface="Times New Roman"/>
              </a:rPr>
              <a:t>Ronit Dutta</a:t>
            </a:r>
            <a:endParaRPr b="0" i="0" sz="1800" u="none" cap="none" strike="noStrike">
              <a:solidFill>
                <a:schemeClr val="lt1"/>
              </a:solidFill>
              <a:latin typeface="Times New Roman"/>
              <a:ea typeface="Times New Roman"/>
              <a:cs typeface="Times New Roman"/>
              <a:sym typeface="Times New Roman"/>
            </a:endParaRPr>
          </a:p>
        </p:txBody>
      </p:sp>
      <p:pic>
        <p:nvPicPr>
          <p:cNvPr id="257" name="Google Shape;257;g3d19e2b9925_1_0"/>
          <p:cNvPicPr preferRelativeResize="0"/>
          <p:nvPr/>
        </p:nvPicPr>
        <p:blipFill rotWithShape="1">
          <a:blip r:embed="rId4">
            <a:alphaModFix/>
          </a:blip>
          <a:srcRect b="0" l="0" r="0" t="0"/>
          <a:stretch/>
        </p:blipFill>
        <p:spPr>
          <a:xfrm>
            <a:off x="10590875" y="6330524"/>
            <a:ext cx="1500023" cy="585000"/>
          </a:xfrm>
          <a:prstGeom prst="rect">
            <a:avLst/>
          </a:prstGeom>
          <a:noFill/>
          <a:ln>
            <a:noFill/>
          </a:ln>
        </p:spPr>
      </p:pic>
      <p:pic>
        <p:nvPicPr>
          <p:cNvPr id="258" name="Google Shape;258;g3d19e2b9925_1_0"/>
          <p:cNvPicPr preferRelativeResize="0"/>
          <p:nvPr/>
        </p:nvPicPr>
        <p:blipFill rotWithShape="1">
          <a:blip r:embed="rId7">
            <a:alphaModFix/>
          </a:blip>
          <a:srcRect b="0" l="0" r="0" t="0"/>
          <a:stretch/>
        </p:blipFill>
        <p:spPr>
          <a:xfrm>
            <a:off x="0" y="6234674"/>
            <a:ext cx="12192000" cy="1165875"/>
          </a:xfrm>
          <a:prstGeom prst="rect">
            <a:avLst/>
          </a:prstGeom>
          <a:noFill/>
          <a:ln>
            <a:noFill/>
          </a:ln>
        </p:spPr>
      </p:pic>
      <p:sp>
        <p:nvSpPr>
          <p:cNvPr id="259" name="Google Shape;259;g3d19e2b9925_1_0"/>
          <p:cNvSpPr txBox="1"/>
          <p:nvPr/>
        </p:nvSpPr>
        <p:spPr>
          <a:xfrm>
            <a:off x="-1" y="6310697"/>
            <a:ext cx="5981100" cy="6465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chemeClr val="dk1"/>
              </a:buClr>
              <a:buSzPts val="1800"/>
              <a:buFont typeface="Arial"/>
              <a:buNone/>
            </a:pPr>
            <a:r>
              <a:rPr lang="en-US" sz="1800">
                <a:solidFill>
                  <a:schemeClr val="lt1"/>
                </a:solidFill>
                <a:latin typeface="Times New Roman"/>
                <a:ea typeface="Times New Roman"/>
                <a:cs typeface="Times New Roman"/>
                <a:sym typeface="Times New Roman"/>
              </a:rPr>
              <a:t>Applied Mathematics for Engineering [MIDTERM PROJECT]</a:t>
            </a:r>
            <a:br>
              <a:rPr b="0" i="0" lang="en-US" sz="1800" u="none" cap="none" strike="noStrike">
                <a:solidFill>
                  <a:schemeClr val="lt1"/>
                </a:solidFill>
                <a:latin typeface="Times New Roman"/>
                <a:ea typeface="Times New Roman"/>
                <a:cs typeface="Times New Roman"/>
                <a:sym typeface="Times New Roman"/>
              </a:rPr>
            </a:br>
            <a:r>
              <a:rPr b="0" i="0" lang="en-US" sz="1800" u="none" cap="none" strike="noStrike">
                <a:solidFill>
                  <a:schemeClr val="lt1"/>
                </a:solidFill>
                <a:latin typeface="Times New Roman"/>
                <a:ea typeface="Times New Roman"/>
                <a:cs typeface="Times New Roman"/>
                <a:sym typeface="Times New Roman"/>
              </a:rPr>
              <a:t>Ronit Dutta</a:t>
            </a:r>
            <a:endParaRPr b="0" i="0" sz="1800" u="none" cap="none" strike="noStrike">
              <a:solidFill>
                <a:schemeClr val="lt1"/>
              </a:solidFill>
              <a:latin typeface="Times New Roman"/>
              <a:ea typeface="Times New Roman"/>
              <a:cs typeface="Times New Roman"/>
              <a:sym typeface="Times New Roman"/>
            </a:endParaRPr>
          </a:p>
        </p:txBody>
      </p:sp>
      <p:pic>
        <p:nvPicPr>
          <p:cNvPr id="260" name="Google Shape;260;g3d19e2b9925_1_0"/>
          <p:cNvPicPr preferRelativeResize="0"/>
          <p:nvPr/>
        </p:nvPicPr>
        <p:blipFill rotWithShape="1">
          <a:blip r:embed="rId4">
            <a:alphaModFix/>
          </a:blip>
          <a:srcRect b="0" l="0" r="0" t="0"/>
          <a:stretch/>
        </p:blipFill>
        <p:spPr>
          <a:xfrm>
            <a:off x="10579375" y="6341449"/>
            <a:ext cx="1500023" cy="585000"/>
          </a:xfrm>
          <a:prstGeom prst="rect">
            <a:avLst/>
          </a:prstGeom>
          <a:noFill/>
          <a:ln>
            <a:noFill/>
          </a:ln>
        </p:spPr>
      </p:pic>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64" name="Shape 264"/>
        <p:cNvGrpSpPr/>
        <p:nvPr/>
      </p:nvGrpSpPr>
      <p:grpSpPr>
        <a:xfrm>
          <a:off x="0" y="0"/>
          <a:ext cx="0" cy="0"/>
          <a:chOff x="0" y="0"/>
          <a:chExt cx="0" cy="0"/>
        </a:xfrm>
      </p:grpSpPr>
      <p:pic>
        <p:nvPicPr>
          <p:cNvPr id="265" name="Google Shape;265;g3d19e2b9925_1_369"/>
          <p:cNvPicPr preferRelativeResize="0"/>
          <p:nvPr/>
        </p:nvPicPr>
        <p:blipFill rotWithShape="1">
          <a:blip r:embed="rId3">
            <a:alphaModFix/>
          </a:blip>
          <a:srcRect b="0" l="0" r="0" t="0"/>
          <a:stretch/>
        </p:blipFill>
        <p:spPr>
          <a:xfrm>
            <a:off x="10590934" y="6330522"/>
            <a:ext cx="1499906" cy="585000"/>
          </a:xfrm>
          <a:prstGeom prst="rect">
            <a:avLst/>
          </a:prstGeom>
          <a:noFill/>
          <a:ln>
            <a:noFill/>
          </a:ln>
        </p:spPr>
      </p:pic>
      <p:sp>
        <p:nvSpPr>
          <p:cNvPr id="266" name="Google Shape;266;g3d19e2b9925_1_369"/>
          <p:cNvSpPr txBox="1"/>
          <p:nvPr/>
        </p:nvSpPr>
        <p:spPr>
          <a:xfrm>
            <a:off x="-1" y="6288587"/>
            <a:ext cx="5981100" cy="3693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chemeClr val="dk1"/>
              </a:buClr>
              <a:buSzPts val="1800"/>
              <a:buFont typeface="Arial"/>
              <a:buNone/>
            </a:pPr>
            <a:r>
              <a:rPr b="0" i="0" lang="en-US" sz="1800" u="none" cap="none" strike="noStrike">
                <a:solidFill>
                  <a:schemeClr val="lt1"/>
                </a:solidFill>
                <a:latin typeface="Times New Roman"/>
                <a:ea typeface="Times New Roman"/>
                <a:cs typeface="Times New Roman"/>
                <a:sym typeface="Times New Roman"/>
              </a:rPr>
              <a:t>Term Paper Presentation | Ronit Dutta</a:t>
            </a:r>
            <a:endParaRPr b="0" i="0" sz="1800" u="none" cap="none" strike="noStrike">
              <a:solidFill>
                <a:schemeClr val="lt1"/>
              </a:solidFill>
              <a:latin typeface="Times New Roman"/>
              <a:ea typeface="Times New Roman"/>
              <a:cs typeface="Times New Roman"/>
              <a:sym typeface="Times New Roman"/>
            </a:endParaRPr>
          </a:p>
        </p:txBody>
      </p:sp>
      <p:sp>
        <p:nvSpPr>
          <p:cNvPr id="267" name="Google Shape;267;g3d19e2b9925_1_369"/>
          <p:cNvSpPr txBox="1"/>
          <p:nvPr/>
        </p:nvSpPr>
        <p:spPr>
          <a:xfrm>
            <a:off x="0" y="0"/>
            <a:ext cx="12192000" cy="6309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3200"/>
              <a:buFont typeface="Arial"/>
              <a:buNone/>
            </a:pPr>
            <a:r>
              <a:rPr b="0" i="0" lang="en-US" sz="3500" u="none" cap="none" strike="noStrike">
                <a:solidFill>
                  <a:schemeClr val="dk1"/>
                </a:solidFill>
                <a:latin typeface="Times New Roman"/>
                <a:ea typeface="Times New Roman"/>
                <a:cs typeface="Times New Roman"/>
                <a:sym typeface="Times New Roman"/>
              </a:rPr>
              <a:t>OUTLINE</a:t>
            </a:r>
            <a:endParaRPr b="0" i="0" sz="3500" u="none" cap="none" strike="noStrike">
              <a:solidFill>
                <a:schemeClr val="dk1"/>
              </a:solidFill>
              <a:latin typeface="Times New Roman"/>
              <a:ea typeface="Times New Roman"/>
              <a:cs typeface="Times New Roman"/>
              <a:sym typeface="Times New Roman"/>
            </a:endParaRPr>
          </a:p>
        </p:txBody>
      </p:sp>
      <p:cxnSp>
        <p:nvCxnSpPr>
          <p:cNvPr id="268" name="Google Shape;268;g3d19e2b9925_1_369"/>
          <p:cNvCxnSpPr/>
          <p:nvPr/>
        </p:nvCxnSpPr>
        <p:spPr>
          <a:xfrm flipH="1" rot="10800000">
            <a:off x="6" y="654189"/>
            <a:ext cx="6318000" cy="30600"/>
          </a:xfrm>
          <a:prstGeom prst="straightConnector1">
            <a:avLst/>
          </a:prstGeom>
          <a:noFill/>
          <a:ln cap="flat" cmpd="sng" w="9525">
            <a:solidFill>
              <a:srgbClr val="0E4D3B"/>
            </a:solidFill>
            <a:prstDash val="solid"/>
            <a:miter lim="800000"/>
            <a:headEnd len="sm" w="sm" type="none"/>
            <a:tailEnd len="sm" w="sm" type="none"/>
          </a:ln>
        </p:spPr>
      </p:cxnSp>
      <p:pic>
        <p:nvPicPr>
          <p:cNvPr id="269" name="Google Shape;269;g3d19e2b9925_1_369"/>
          <p:cNvPicPr preferRelativeResize="0"/>
          <p:nvPr/>
        </p:nvPicPr>
        <p:blipFill rotWithShape="1">
          <a:blip r:embed="rId3">
            <a:alphaModFix/>
          </a:blip>
          <a:srcRect b="0" l="0" r="0" t="0"/>
          <a:stretch/>
        </p:blipFill>
        <p:spPr>
          <a:xfrm>
            <a:off x="10590934" y="6330522"/>
            <a:ext cx="1499906" cy="585000"/>
          </a:xfrm>
          <a:prstGeom prst="rect">
            <a:avLst/>
          </a:prstGeom>
          <a:noFill/>
          <a:ln>
            <a:noFill/>
          </a:ln>
        </p:spPr>
      </p:pic>
      <p:sp>
        <p:nvSpPr>
          <p:cNvPr id="270" name="Google Shape;270;g3d19e2b9925_1_369"/>
          <p:cNvSpPr txBox="1"/>
          <p:nvPr/>
        </p:nvSpPr>
        <p:spPr>
          <a:xfrm>
            <a:off x="-1" y="6288587"/>
            <a:ext cx="5981100" cy="3693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chemeClr val="dk1"/>
              </a:buClr>
              <a:buSzPts val="1800"/>
              <a:buFont typeface="Arial"/>
              <a:buNone/>
            </a:pPr>
            <a:r>
              <a:rPr b="0" i="0" lang="en-US" sz="1800" u="none" cap="none" strike="noStrike">
                <a:solidFill>
                  <a:schemeClr val="lt1"/>
                </a:solidFill>
                <a:latin typeface="Times New Roman"/>
                <a:ea typeface="Times New Roman"/>
                <a:cs typeface="Times New Roman"/>
                <a:sym typeface="Times New Roman"/>
              </a:rPr>
              <a:t>Term Paper Presentation | Ronit Dutta</a:t>
            </a:r>
            <a:endParaRPr b="0" i="0" sz="1800" u="none" cap="none" strike="noStrike">
              <a:solidFill>
                <a:schemeClr val="lt1"/>
              </a:solidFill>
              <a:latin typeface="Times New Roman"/>
              <a:ea typeface="Times New Roman"/>
              <a:cs typeface="Times New Roman"/>
              <a:sym typeface="Times New Roman"/>
            </a:endParaRPr>
          </a:p>
        </p:txBody>
      </p:sp>
      <p:pic>
        <p:nvPicPr>
          <p:cNvPr id="271" name="Google Shape;271;g3d19e2b9925_1_369"/>
          <p:cNvPicPr preferRelativeResize="0"/>
          <p:nvPr/>
        </p:nvPicPr>
        <p:blipFill rotWithShape="1">
          <a:blip r:embed="rId3">
            <a:alphaModFix/>
          </a:blip>
          <a:srcRect b="0" l="0" r="0" t="0"/>
          <a:stretch/>
        </p:blipFill>
        <p:spPr>
          <a:xfrm>
            <a:off x="10590934" y="6330522"/>
            <a:ext cx="1499906" cy="585000"/>
          </a:xfrm>
          <a:prstGeom prst="rect">
            <a:avLst/>
          </a:prstGeom>
          <a:noFill/>
          <a:ln>
            <a:noFill/>
          </a:ln>
        </p:spPr>
      </p:pic>
      <p:sp>
        <p:nvSpPr>
          <p:cNvPr id="272" name="Google Shape;272;g3d19e2b9925_1_369"/>
          <p:cNvSpPr txBox="1"/>
          <p:nvPr/>
        </p:nvSpPr>
        <p:spPr>
          <a:xfrm>
            <a:off x="-1" y="6288587"/>
            <a:ext cx="5981100" cy="6465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chemeClr val="dk1"/>
              </a:buClr>
              <a:buSzPts val="1800"/>
              <a:buFont typeface="Arial"/>
              <a:buNone/>
            </a:pPr>
            <a:r>
              <a:rPr b="0" i="0" lang="en-US" sz="1800" u="none" cap="none" strike="noStrike">
                <a:solidFill>
                  <a:schemeClr val="lt1"/>
                </a:solidFill>
                <a:latin typeface="Times New Roman"/>
                <a:ea typeface="Times New Roman"/>
                <a:cs typeface="Times New Roman"/>
                <a:sym typeface="Times New Roman"/>
              </a:rPr>
              <a:t>Machine Learning Professional</a:t>
            </a:r>
            <a:br>
              <a:rPr b="0" i="0" lang="en-US" sz="1800" u="none" cap="none" strike="noStrike">
                <a:solidFill>
                  <a:schemeClr val="lt1"/>
                </a:solidFill>
                <a:latin typeface="Times New Roman"/>
                <a:ea typeface="Times New Roman"/>
                <a:cs typeface="Times New Roman"/>
                <a:sym typeface="Times New Roman"/>
              </a:rPr>
            </a:br>
            <a:r>
              <a:rPr b="0" i="0" lang="en-US" sz="1800" u="none" cap="none" strike="noStrike">
                <a:solidFill>
                  <a:schemeClr val="lt1"/>
                </a:solidFill>
                <a:latin typeface="Times New Roman"/>
                <a:ea typeface="Times New Roman"/>
                <a:cs typeface="Times New Roman"/>
                <a:sym typeface="Times New Roman"/>
              </a:rPr>
              <a:t>Project Presentation</a:t>
            </a:r>
            <a:endParaRPr b="0" i="0" sz="1800" u="none" cap="none" strike="noStrike">
              <a:solidFill>
                <a:schemeClr val="lt1"/>
              </a:solidFill>
              <a:latin typeface="Times New Roman"/>
              <a:ea typeface="Times New Roman"/>
              <a:cs typeface="Times New Roman"/>
              <a:sym typeface="Times New Roman"/>
            </a:endParaRPr>
          </a:p>
        </p:txBody>
      </p:sp>
      <p:pic>
        <p:nvPicPr>
          <p:cNvPr id="273" name="Google Shape;273;g3d19e2b9925_1_369"/>
          <p:cNvPicPr preferRelativeResize="0"/>
          <p:nvPr/>
        </p:nvPicPr>
        <p:blipFill rotWithShape="1">
          <a:blip r:embed="rId4">
            <a:alphaModFix/>
          </a:blip>
          <a:srcRect b="0" l="0" r="0" t="0"/>
          <a:stretch/>
        </p:blipFill>
        <p:spPr>
          <a:xfrm>
            <a:off x="10590875" y="6341462"/>
            <a:ext cx="1500023" cy="585000"/>
          </a:xfrm>
          <a:prstGeom prst="rect">
            <a:avLst/>
          </a:prstGeom>
          <a:noFill/>
          <a:ln>
            <a:noFill/>
          </a:ln>
        </p:spPr>
      </p:pic>
      <p:sp>
        <p:nvSpPr>
          <p:cNvPr id="274" name="Google Shape;274;g3d19e2b9925_1_369"/>
          <p:cNvSpPr txBox="1"/>
          <p:nvPr/>
        </p:nvSpPr>
        <p:spPr>
          <a:xfrm>
            <a:off x="-1" y="6288587"/>
            <a:ext cx="5981100" cy="6465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chemeClr val="dk1"/>
              </a:buClr>
              <a:buSzPts val="1800"/>
              <a:buFont typeface="Arial"/>
              <a:buNone/>
            </a:pPr>
            <a:r>
              <a:rPr b="0" i="0" lang="en-US" sz="1800" u="none" cap="none" strike="noStrike">
                <a:solidFill>
                  <a:schemeClr val="lt1"/>
                </a:solidFill>
                <a:latin typeface="Times New Roman"/>
                <a:ea typeface="Times New Roman"/>
                <a:cs typeface="Times New Roman"/>
                <a:sym typeface="Times New Roman"/>
              </a:rPr>
              <a:t>Machine Learning Professional</a:t>
            </a:r>
            <a:br>
              <a:rPr b="0" i="0" lang="en-US" sz="1800" u="none" cap="none" strike="noStrike">
                <a:solidFill>
                  <a:schemeClr val="lt1"/>
                </a:solidFill>
                <a:latin typeface="Times New Roman"/>
                <a:ea typeface="Times New Roman"/>
                <a:cs typeface="Times New Roman"/>
                <a:sym typeface="Times New Roman"/>
              </a:rPr>
            </a:br>
            <a:r>
              <a:rPr b="0" i="0" lang="en-US" sz="1800" u="none" cap="none" strike="noStrike">
                <a:solidFill>
                  <a:schemeClr val="lt1"/>
                </a:solidFill>
                <a:latin typeface="Times New Roman"/>
                <a:ea typeface="Times New Roman"/>
                <a:cs typeface="Times New Roman"/>
                <a:sym typeface="Times New Roman"/>
              </a:rPr>
              <a:t>Project Presentation</a:t>
            </a:r>
            <a:endParaRPr b="0" i="0" sz="1800" u="none" cap="none" strike="noStrike">
              <a:solidFill>
                <a:schemeClr val="lt1"/>
              </a:solidFill>
              <a:latin typeface="Times New Roman"/>
              <a:ea typeface="Times New Roman"/>
              <a:cs typeface="Times New Roman"/>
              <a:sym typeface="Times New Roman"/>
            </a:endParaRPr>
          </a:p>
        </p:txBody>
      </p:sp>
      <p:pic>
        <p:nvPicPr>
          <p:cNvPr id="275" name="Google Shape;275;g3d19e2b9925_1_369"/>
          <p:cNvPicPr preferRelativeResize="0"/>
          <p:nvPr/>
        </p:nvPicPr>
        <p:blipFill rotWithShape="1">
          <a:blip r:embed="rId4">
            <a:alphaModFix/>
          </a:blip>
          <a:srcRect b="0" l="0" r="0" t="0"/>
          <a:stretch/>
        </p:blipFill>
        <p:spPr>
          <a:xfrm>
            <a:off x="10590875" y="6330524"/>
            <a:ext cx="1500023" cy="585000"/>
          </a:xfrm>
          <a:prstGeom prst="rect">
            <a:avLst/>
          </a:prstGeom>
          <a:noFill/>
          <a:ln>
            <a:noFill/>
          </a:ln>
        </p:spPr>
      </p:pic>
      <p:sp>
        <p:nvSpPr>
          <p:cNvPr id="276" name="Google Shape;276;g3d19e2b9925_1_369"/>
          <p:cNvSpPr txBox="1"/>
          <p:nvPr/>
        </p:nvSpPr>
        <p:spPr>
          <a:xfrm>
            <a:off x="-1" y="6234672"/>
            <a:ext cx="5981100" cy="6465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chemeClr val="dk1"/>
              </a:buClr>
              <a:buSzPts val="1800"/>
              <a:buFont typeface="Arial"/>
              <a:buNone/>
            </a:pPr>
            <a:r>
              <a:rPr b="0" i="0" lang="en-US" sz="1800" u="none" cap="none" strike="noStrike">
                <a:solidFill>
                  <a:schemeClr val="lt1"/>
                </a:solidFill>
                <a:latin typeface="Times New Roman"/>
                <a:ea typeface="Times New Roman"/>
                <a:cs typeface="Times New Roman"/>
                <a:sym typeface="Times New Roman"/>
              </a:rPr>
              <a:t>Machine Learning Professional</a:t>
            </a:r>
            <a:br>
              <a:rPr b="0" i="0" lang="en-US" sz="1800" u="none" cap="none" strike="noStrike">
                <a:solidFill>
                  <a:schemeClr val="lt1"/>
                </a:solidFill>
                <a:latin typeface="Times New Roman"/>
                <a:ea typeface="Times New Roman"/>
                <a:cs typeface="Times New Roman"/>
                <a:sym typeface="Times New Roman"/>
              </a:rPr>
            </a:br>
            <a:r>
              <a:rPr b="0" i="0" lang="en-US" sz="1800" u="none" cap="none" strike="noStrike">
                <a:solidFill>
                  <a:schemeClr val="lt1"/>
                </a:solidFill>
                <a:latin typeface="Times New Roman"/>
                <a:ea typeface="Times New Roman"/>
                <a:cs typeface="Times New Roman"/>
                <a:sym typeface="Times New Roman"/>
              </a:rPr>
              <a:t>Project Presentation</a:t>
            </a:r>
            <a:endParaRPr b="0" i="0" sz="1800" u="none" cap="none" strike="noStrike">
              <a:solidFill>
                <a:schemeClr val="lt1"/>
              </a:solidFill>
              <a:latin typeface="Times New Roman"/>
              <a:ea typeface="Times New Roman"/>
              <a:cs typeface="Times New Roman"/>
              <a:sym typeface="Times New Roman"/>
            </a:endParaRPr>
          </a:p>
        </p:txBody>
      </p:sp>
      <p:pic>
        <p:nvPicPr>
          <p:cNvPr id="277" name="Google Shape;277;g3d19e2b9925_1_369"/>
          <p:cNvPicPr preferRelativeResize="0"/>
          <p:nvPr/>
        </p:nvPicPr>
        <p:blipFill rotWithShape="1">
          <a:blip r:embed="rId4">
            <a:alphaModFix/>
          </a:blip>
          <a:srcRect b="0" l="0" r="0" t="0"/>
          <a:stretch/>
        </p:blipFill>
        <p:spPr>
          <a:xfrm>
            <a:off x="10590875" y="6330524"/>
            <a:ext cx="1500023" cy="585000"/>
          </a:xfrm>
          <a:prstGeom prst="rect">
            <a:avLst/>
          </a:prstGeom>
          <a:noFill/>
          <a:ln>
            <a:noFill/>
          </a:ln>
        </p:spPr>
      </p:pic>
      <p:sp>
        <p:nvSpPr>
          <p:cNvPr id="278" name="Google Shape;278;g3d19e2b9925_1_369"/>
          <p:cNvSpPr txBox="1"/>
          <p:nvPr/>
        </p:nvSpPr>
        <p:spPr>
          <a:xfrm>
            <a:off x="-1" y="6234672"/>
            <a:ext cx="5981100" cy="6465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chemeClr val="dk1"/>
              </a:buClr>
              <a:buSzPts val="1800"/>
              <a:buFont typeface="Arial"/>
              <a:buNone/>
            </a:pPr>
            <a:r>
              <a:rPr b="0" i="0" lang="en-US" sz="1800" u="none" cap="none" strike="noStrike">
                <a:solidFill>
                  <a:schemeClr val="lt1"/>
                </a:solidFill>
                <a:latin typeface="Times New Roman"/>
                <a:ea typeface="Times New Roman"/>
                <a:cs typeface="Times New Roman"/>
                <a:sym typeface="Times New Roman"/>
              </a:rPr>
              <a:t>Machine Learning Professional</a:t>
            </a:r>
            <a:br>
              <a:rPr b="0" i="0" lang="en-US" sz="1800" u="none" cap="none" strike="noStrike">
                <a:solidFill>
                  <a:schemeClr val="lt1"/>
                </a:solidFill>
                <a:latin typeface="Times New Roman"/>
                <a:ea typeface="Times New Roman"/>
                <a:cs typeface="Times New Roman"/>
                <a:sym typeface="Times New Roman"/>
              </a:rPr>
            </a:br>
            <a:r>
              <a:rPr b="0" i="0" lang="en-US" sz="1800" u="none" cap="none" strike="noStrike">
                <a:solidFill>
                  <a:schemeClr val="lt1"/>
                </a:solidFill>
                <a:latin typeface="Times New Roman"/>
                <a:ea typeface="Times New Roman"/>
                <a:cs typeface="Times New Roman"/>
                <a:sym typeface="Times New Roman"/>
              </a:rPr>
              <a:t>Project Presentation</a:t>
            </a:r>
            <a:endParaRPr b="0" i="0" sz="1800" u="none" cap="none" strike="noStrike">
              <a:solidFill>
                <a:schemeClr val="lt1"/>
              </a:solidFill>
              <a:latin typeface="Times New Roman"/>
              <a:ea typeface="Times New Roman"/>
              <a:cs typeface="Times New Roman"/>
              <a:sym typeface="Times New Roman"/>
            </a:endParaRPr>
          </a:p>
        </p:txBody>
      </p:sp>
      <p:pic>
        <p:nvPicPr>
          <p:cNvPr id="279" name="Google Shape;279;g3d19e2b9925_1_369"/>
          <p:cNvPicPr preferRelativeResize="0"/>
          <p:nvPr/>
        </p:nvPicPr>
        <p:blipFill rotWithShape="1">
          <a:blip r:embed="rId4">
            <a:alphaModFix/>
          </a:blip>
          <a:srcRect b="0" l="0" r="0" t="0"/>
          <a:stretch/>
        </p:blipFill>
        <p:spPr>
          <a:xfrm>
            <a:off x="10590875" y="6330524"/>
            <a:ext cx="1500023" cy="585000"/>
          </a:xfrm>
          <a:prstGeom prst="rect">
            <a:avLst/>
          </a:prstGeom>
          <a:noFill/>
          <a:ln>
            <a:noFill/>
          </a:ln>
        </p:spPr>
      </p:pic>
      <p:sp>
        <p:nvSpPr>
          <p:cNvPr id="280" name="Google Shape;280;g3d19e2b9925_1_369"/>
          <p:cNvSpPr txBox="1"/>
          <p:nvPr/>
        </p:nvSpPr>
        <p:spPr>
          <a:xfrm>
            <a:off x="-1" y="6234672"/>
            <a:ext cx="5981100" cy="6465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chemeClr val="dk1"/>
              </a:buClr>
              <a:buSzPts val="1800"/>
              <a:buFont typeface="Arial"/>
              <a:buNone/>
            </a:pPr>
            <a:r>
              <a:rPr b="0" i="0" lang="en-US" sz="1800" u="none" cap="none" strike="noStrike">
                <a:solidFill>
                  <a:schemeClr val="lt1"/>
                </a:solidFill>
                <a:latin typeface="Times New Roman"/>
                <a:ea typeface="Times New Roman"/>
                <a:cs typeface="Times New Roman"/>
                <a:sym typeface="Times New Roman"/>
              </a:rPr>
              <a:t>Nanoelectronics - Seminar Presentation</a:t>
            </a:r>
            <a:br>
              <a:rPr b="0" i="0" lang="en-US" sz="1800" u="none" cap="none" strike="noStrike">
                <a:solidFill>
                  <a:schemeClr val="lt1"/>
                </a:solidFill>
                <a:latin typeface="Times New Roman"/>
                <a:ea typeface="Times New Roman"/>
                <a:cs typeface="Times New Roman"/>
                <a:sym typeface="Times New Roman"/>
              </a:rPr>
            </a:br>
            <a:r>
              <a:rPr b="0" i="0" lang="en-US" sz="1800" u="none" cap="none" strike="noStrike">
                <a:solidFill>
                  <a:schemeClr val="lt1"/>
                </a:solidFill>
                <a:latin typeface="Times New Roman"/>
                <a:ea typeface="Times New Roman"/>
                <a:cs typeface="Times New Roman"/>
                <a:sym typeface="Times New Roman"/>
              </a:rPr>
              <a:t>Ronit Dutta</a:t>
            </a:r>
            <a:endParaRPr b="0" i="0" sz="1800" u="none" cap="none" strike="noStrike">
              <a:solidFill>
                <a:schemeClr val="lt1"/>
              </a:solidFill>
              <a:latin typeface="Times New Roman"/>
              <a:ea typeface="Times New Roman"/>
              <a:cs typeface="Times New Roman"/>
              <a:sym typeface="Times New Roman"/>
            </a:endParaRPr>
          </a:p>
        </p:txBody>
      </p:sp>
      <p:pic>
        <p:nvPicPr>
          <p:cNvPr id="281" name="Google Shape;281;g3d19e2b9925_1_369"/>
          <p:cNvPicPr preferRelativeResize="0"/>
          <p:nvPr/>
        </p:nvPicPr>
        <p:blipFill rotWithShape="1">
          <a:blip r:embed="rId4">
            <a:alphaModFix/>
          </a:blip>
          <a:srcRect b="0" l="0" r="0" t="0"/>
          <a:stretch/>
        </p:blipFill>
        <p:spPr>
          <a:xfrm>
            <a:off x="10590875" y="6330524"/>
            <a:ext cx="1500023" cy="585000"/>
          </a:xfrm>
          <a:prstGeom prst="rect">
            <a:avLst/>
          </a:prstGeom>
          <a:noFill/>
          <a:ln>
            <a:noFill/>
          </a:ln>
        </p:spPr>
      </p:pic>
      <p:pic>
        <p:nvPicPr>
          <p:cNvPr id="282" name="Google Shape;282;g3d19e2b9925_1_369" title=" .jpg"/>
          <p:cNvPicPr preferRelativeResize="0"/>
          <p:nvPr/>
        </p:nvPicPr>
        <p:blipFill rotWithShape="1">
          <a:blip r:embed="rId5">
            <a:alphaModFix/>
          </a:blip>
          <a:srcRect b="0" l="0" r="0" t="0"/>
          <a:stretch/>
        </p:blipFill>
        <p:spPr>
          <a:xfrm>
            <a:off x="6548525" y="1577650"/>
            <a:ext cx="5276475" cy="3617950"/>
          </a:xfrm>
          <a:prstGeom prst="rect">
            <a:avLst/>
          </a:prstGeom>
          <a:noFill/>
          <a:ln>
            <a:noFill/>
          </a:ln>
        </p:spPr>
      </p:pic>
      <p:pic>
        <p:nvPicPr>
          <p:cNvPr id="283" name="Google Shape;283;g3d19e2b9925_1_369"/>
          <p:cNvPicPr preferRelativeResize="0"/>
          <p:nvPr/>
        </p:nvPicPr>
        <p:blipFill rotWithShape="1">
          <a:blip r:embed="rId6">
            <a:alphaModFix/>
          </a:blip>
          <a:srcRect b="0" l="0" r="0" t="0"/>
          <a:stretch/>
        </p:blipFill>
        <p:spPr>
          <a:xfrm>
            <a:off x="0" y="6288574"/>
            <a:ext cx="12192000" cy="1165875"/>
          </a:xfrm>
          <a:prstGeom prst="rect">
            <a:avLst/>
          </a:prstGeom>
          <a:noFill/>
          <a:ln>
            <a:noFill/>
          </a:ln>
        </p:spPr>
      </p:pic>
      <p:sp>
        <p:nvSpPr>
          <p:cNvPr id="284" name="Google Shape;284;g3d19e2b9925_1_369"/>
          <p:cNvSpPr txBox="1"/>
          <p:nvPr/>
        </p:nvSpPr>
        <p:spPr>
          <a:xfrm>
            <a:off x="-1" y="6445547"/>
            <a:ext cx="5981100" cy="6465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chemeClr val="dk1"/>
              </a:buClr>
              <a:buSzPts val="1800"/>
              <a:buFont typeface="Arial"/>
              <a:buNone/>
            </a:pPr>
            <a:r>
              <a:rPr lang="en-US" sz="1800">
                <a:solidFill>
                  <a:schemeClr val="lt1"/>
                </a:solidFill>
                <a:latin typeface="Times New Roman"/>
                <a:ea typeface="Times New Roman"/>
                <a:cs typeface="Times New Roman"/>
                <a:sym typeface="Times New Roman"/>
              </a:rPr>
              <a:t>Applied Mathematics for Engineering [MIDTERM PROJECT]</a:t>
            </a:r>
            <a:br>
              <a:rPr b="0" i="0" lang="en-US" sz="1800" u="none" cap="none" strike="noStrike">
                <a:solidFill>
                  <a:schemeClr val="lt1"/>
                </a:solidFill>
                <a:latin typeface="Times New Roman"/>
                <a:ea typeface="Times New Roman"/>
                <a:cs typeface="Times New Roman"/>
                <a:sym typeface="Times New Roman"/>
              </a:rPr>
            </a:br>
            <a:r>
              <a:rPr b="0" i="0" lang="en-US" sz="1800" u="none" cap="none" strike="noStrike">
                <a:solidFill>
                  <a:schemeClr val="lt1"/>
                </a:solidFill>
                <a:latin typeface="Times New Roman"/>
                <a:ea typeface="Times New Roman"/>
                <a:cs typeface="Times New Roman"/>
                <a:sym typeface="Times New Roman"/>
              </a:rPr>
              <a:t>Ronit Dutta</a:t>
            </a:r>
            <a:endParaRPr b="0" i="0" sz="1800" u="none" cap="none" strike="noStrike">
              <a:solidFill>
                <a:schemeClr val="lt1"/>
              </a:solidFill>
              <a:latin typeface="Times New Roman"/>
              <a:ea typeface="Times New Roman"/>
              <a:cs typeface="Times New Roman"/>
              <a:sym typeface="Times New Roman"/>
            </a:endParaRPr>
          </a:p>
        </p:txBody>
      </p:sp>
      <p:pic>
        <p:nvPicPr>
          <p:cNvPr id="285" name="Google Shape;285;g3d19e2b9925_1_369"/>
          <p:cNvPicPr preferRelativeResize="0"/>
          <p:nvPr/>
        </p:nvPicPr>
        <p:blipFill rotWithShape="1">
          <a:blip r:embed="rId4">
            <a:alphaModFix/>
          </a:blip>
          <a:srcRect b="0" l="0" r="0" t="0"/>
          <a:stretch/>
        </p:blipFill>
        <p:spPr>
          <a:xfrm>
            <a:off x="10579375" y="6476299"/>
            <a:ext cx="1500023" cy="585000"/>
          </a:xfrm>
          <a:prstGeom prst="rect">
            <a:avLst/>
          </a:prstGeom>
          <a:noFill/>
          <a:ln>
            <a:noFill/>
          </a:ln>
        </p:spPr>
      </p:pic>
      <p:pic>
        <p:nvPicPr>
          <p:cNvPr id="286" name="Google Shape;286;g3d19e2b9925_1_369"/>
          <p:cNvPicPr preferRelativeResize="0"/>
          <p:nvPr/>
        </p:nvPicPr>
        <p:blipFill rotWithShape="1">
          <a:blip r:embed="rId3">
            <a:alphaModFix/>
          </a:blip>
          <a:srcRect b="0" l="0" r="0" t="0"/>
          <a:stretch/>
        </p:blipFill>
        <p:spPr>
          <a:xfrm>
            <a:off x="10590934" y="6330522"/>
            <a:ext cx="1499906" cy="585000"/>
          </a:xfrm>
          <a:prstGeom prst="rect">
            <a:avLst/>
          </a:prstGeom>
          <a:noFill/>
          <a:ln>
            <a:noFill/>
          </a:ln>
        </p:spPr>
      </p:pic>
      <p:sp>
        <p:nvSpPr>
          <p:cNvPr id="287" name="Google Shape;287;g3d19e2b9925_1_369"/>
          <p:cNvSpPr txBox="1"/>
          <p:nvPr/>
        </p:nvSpPr>
        <p:spPr>
          <a:xfrm>
            <a:off x="-1" y="6288587"/>
            <a:ext cx="5981100" cy="3693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chemeClr val="dk1"/>
              </a:buClr>
              <a:buSzPts val="1800"/>
              <a:buFont typeface="Arial"/>
              <a:buNone/>
            </a:pPr>
            <a:r>
              <a:rPr b="0" i="0" lang="en-US" sz="1800" u="none" cap="none" strike="noStrike">
                <a:solidFill>
                  <a:schemeClr val="lt1"/>
                </a:solidFill>
                <a:latin typeface="Times New Roman"/>
                <a:ea typeface="Times New Roman"/>
                <a:cs typeface="Times New Roman"/>
                <a:sym typeface="Times New Roman"/>
              </a:rPr>
              <a:t>Term Paper Presentation | Ronit Dutta</a:t>
            </a:r>
            <a:endParaRPr b="0" i="0" sz="1800" u="none" cap="none" strike="noStrike">
              <a:solidFill>
                <a:schemeClr val="lt1"/>
              </a:solidFill>
              <a:latin typeface="Times New Roman"/>
              <a:ea typeface="Times New Roman"/>
              <a:cs typeface="Times New Roman"/>
              <a:sym typeface="Times New Roman"/>
            </a:endParaRPr>
          </a:p>
        </p:txBody>
      </p:sp>
      <p:pic>
        <p:nvPicPr>
          <p:cNvPr id="288" name="Google Shape;288;g3d19e2b9925_1_369"/>
          <p:cNvPicPr preferRelativeResize="0"/>
          <p:nvPr/>
        </p:nvPicPr>
        <p:blipFill rotWithShape="1">
          <a:blip r:embed="rId3">
            <a:alphaModFix/>
          </a:blip>
          <a:srcRect b="0" l="0" r="0" t="0"/>
          <a:stretch/>
        </p:blipFill>
        <p:spPr>
          <a:xfrm>
            <a:off x="10590934" y="6330522"/>
            <a:ext cx="1499906" cy="585000"/>
          </a:xfrm>
          <a:prstGeom prst="rect">
            <a:avLst/>
          </a:prstGeom>
          <a:noFill/>
          <a:ln>
            <a:noFill/>
          </a:ln>
        </p:spPr>
      </p:pic>
      <p:sp>
        <p:nvSpPr>
          <p:cNvPr id="289" name="Google Shape;289;g3d19e2b9925_1_369"/>
          <p:cNvSpPr txBox="1"/>
          <p:nvPr/>
        </p:nvSpPr>
        <p:spPr>
          <a:xfrm>
            <a:off x="-1" y="6288587"/>
            <a:ext cx="5981100" cy="3693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chemeClr val="dk1"/>
              </a:buClr>
              <a:buSzPts val="1800"/>
              <a:buFont typeface="Arial"/>
              <a:buNone/>
            </a:pPr>
            <a:r>
              <a:rPr b="0" i="0" lang="en-US" sz="1800" u="none" cap="none" strike="noStrike">
                <a:solidFill>
                  <a:schemeClr val="lt1"/>
                </a:solidFill>
                <a:latin typeface="Times New Roman"/>
                <a:ea typeface="Times New Roman"/>
                <a:cs typeface="Times New Roman"/>
                <a:sym typeface="Times New Roman"/>
              </a:rPr>
              <a:t>Term Paper Presentation | Ronit Dutta</a:t>
            </a:r>
            <a:endParaRPr b="0" i="0" sz="1800" u="none" cap="none" strike="noStrike">
              <a:solidFill>
                <a:schemeClr val="lt1"/>
              </a:solidFill>
              <a:latin typeface="Times New Roman"/>
              <a:ea typeface="Times New Roman"/>
              <a:cs typeface="Times New Roman"/>
              <a:sym typeface="Times New Roman"/>
            </a:endParaRPr>
          </a:p>
        </p:txBody>
      </p:sp>
      <p:pic>
        <p:nvPicPr>
          <p:cNvPr id="290" name="Google Shape;290;g3d19e2b9925_1_369"/>
          <p:cNvPicPr preferRelativeResize="0"/>
          <p:nvPr/>
        </p:nvPicPr>
        <p:blipFill rotWithShape="1">
          <a:blip r:embed="rId3">
            <a:alphaModFix/>
          </a:blip>
          <a:srcRect b="0" l="0" r="0" t="0"/>
          <a:stretch/>
        </p:blipFill>
        <p:spPr>
          <a:xfrm>
            <a:off x="10590934" y="6330522"/>
            <a:ext cx="1499906" cy="585000"/>
          </a:xfrm>
          <a:prstGeom prst="rect">
            <a:avLst/>
          </a:prstGeom>
          <a:noFill/>
          <a:ln>
            <a:noFill/>
          </a:ln>
        </p:spPr>
      </p:pic>
      <p:sp>
        <p:nvSpPr>
          <p:cNvPr id="291" name="Google Shape;291;g3d19e2b9925_1_369"/>
          <p:cNvSpPr txBox="1"/>
          <p:nvPr/>
        </p:nvSpPr>
        <p:spPr>
          <a:xfrm>
            <a:off x="-1" y="6288587"/>
            <a:ext cx="5981100" cy="6465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chemeClr val="dk1"/>
              </a:buClr>
              <a:buSzPts val="1800"/>
              <a:buFont typeface="Arial"/>
              <a:buNone/>
            </a:pPr>
            <a:r>
              <a:rPr b="0" i="0" lang="en-US" sz="1800" u="none" cap="none" strike="noStrike">
                <a:solidFill>
                  <a:schemeClr val="lt1"/>
                </a:solidFill>
                <a:latin typeface="Times New Roman"/>
                <a:ea typeface="Times New Roman"/>
                <a:cs typeface="Times New Roman"/>
                <a:sym typeface="Times New Roman"/>
              </a:rPr>
              <a:t>Machine Learning Professional</a:t>
            </a:r>
            <a:br>
              <a:rPr b="0" i="0" lang="en-US" sz="1800" u="none" cap="none" strike="noStrike">
                <a:solidFill>
                  <a:schemeClr val="lt1"/>
                </a:solidFill>
                <a:latin typeface="Times New Roman"/>
                <a:ea typeface="Times New Roman"/>
                <a:cs typeface="Times New Roman"/>
                <a:sym typeface="Times New Roman"/>
              </a:rPr>
            </a:br>
            <a:r>
              <a:rPr b="0" i="0" lang="en-US" sz="1800" u="none" cap="none" strike="noStrike">
                <a:solidFill>
                  <a:schemeClr val="lt1"/>
                </a:solidFill>
                <a:latin typeface="Times New Roman"/>
                <a:ea typeface="Times New Roman"/>
                <a:cs typeface="Times New Roman"/>
                <a:sym typeface="Times New Roman"/>
              </a:rPr>
              <a:t>Project Presentation</a:t>
            </a:r>
            <a:endParaRPr b="0" i="0" sz="1800" u="none" cap="none" strike="noStrike">
              <a:solidFill>
                <a:schemeClr val="lt1"/>
              </a:solidFill>
              <a:latin typeface="Times New Roman"/>
              <a:ea typeface="Times New Roman"/>
              <a:cs typeface="Times New Roman"/>
              <a:sym typeface="Times New Roman"/>
            </a:endParaRPr>
          </a:p>
        </p:txBody>
      </p:sp>
      <p:pic>
        <p:nvPicPr>
          <p:cNvPr id="292" name="Google Shape;292;g3d19e2b9925_1_369"/>
          <p:cNvPicPr preferRelativeResize="0"/>
          <p:nvPr/>
        </p:nvPicPr>
        <p:blipFill rotWithShape="1">
          <a:blip r:embed="rId4">
            <a:alphaModFix/>
          </a:blip>
          <a:srcRect b="0" l="0" r="0" t="0"/>
          <a:stretch/>
        </p:blipFill>
        <p:spPr>
          <a:xfrm>
            <a:off x="10590875" y="6341462"/>
            <a:ext cx="1500023" cy="585000"/>
          </a:xfrm>
          <a:prstGeom prst="rect">
            <a:avLst/>
          </a:prstGeom>
          <a:noFill/>
          <a:ln>
            <a:noFill/>
          </a:ln>
        </p:spPr>
      </p:pic>
      <p:sp>
        <p:nvSpPr>
          <p:cNvPr id="293" name="Google Shape;293;g3d19e2b9925_1_369"/>
          <p:cNvSpPr txBox="1"/>
          <p:nvPr/>
        </p:nvSpPr>
        <p:spPr>
          <a:xfrm>
            <a:off x="-1" y="6288587"/>
            <a:ext cx="5981100" cy="6465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chemeClr val="dk1"/>
              </a:buClr>
              <a:buSzPts val="1800"/>
              <a:buFont typeface="Arial"/>
              <a:buNone/>
            </a:pPr>
            <a:r>
              <a:rPr b="0" i="0" lang="en-US" sz="1800" u="none" cap="none" strike="noStrike">
                <a:solidFill>
                  <a:schemeClr val="lt1"/>
                </a:solidFill>
                <a:latin typeface="Times New Roman"/>
                <a:ea typeface="Times New Roman"/>
                <a:cs typeface="Times New Roman"/>
                <a:sym typeface="Times New Roman"/>
              </a:rPr>
              <a:t>Machine Learning Professional</a:t>
            </a:r>
            <a:br>
              <a:rPr b="0" i="0" lang="en-US" sz="1800" u="none" cap="none" strike="noStrike">
                <a:solidFill>
                  <a:schemeClr val="lt1"/>
                </a:solidFill>
                <a:latin typeface="Times New Roman"/>
                <a:ea typeface="Times New Roman"/>
                <a:cs typeface="Times New Roman"/>
                <a:sym typeface="Times New Roman"/>
              </a:rPr>
            </a:br>
            <a:r>
              <a:rPr b="0" i="0" lang="en-US" sz="1800" u="none" cap="none" strike="noStrike">
                <a:solidFill>
                  <a:schemeClr val="lt1"/>
                </a:solidFill>
                <a:latin typeface="Times New Roman"/>
                <a:ea typeface="Times New Roman"/>
                <a:cs typeface="Times New Roman"/>
                <a:sym typeface="Times New Roman"/>
              </a:rPr>
              <a:t>Project Presentation</a:t>
            </a:r>
            <a:endParaRPr b="0" i="0" sz="1800" u="none" cap="none" strike="noStrike">
              <a:solidFill>
                <a:schemeClr val="lt1"/>
              </a:solidFill>
              <a:latin typeface="Times New Roman"/>
              <a:ea typeface="Times New Roman"/>
              <a:cs typeface="Times New Roman"/>
              <a:sym typeface="Times New Roman"/>
            </a:endParaRPr>
          </a:p>
        </p:txBody>
      </p:sp>
      <p:pic>
        <p:nvPicPr>
          <p:cNvPr id="294" name="Google Shape;294;g3d19e2b9925_1_369"/>
          <p:cNvPicPr preferRelativeResize="0"/>
          <p:nvPr/>
        </p:nvPicPr>
        <p:blipFill rotWithShape="1">
          <a:blip r:embed="rId4">
            <a:alphaModFix/>
          </a:blip>
          <a:srcRect b="0" l="0" r="0" t="0"/>
          <a:stretch/>
        </p:blipFill>
        <p:spPr>
          <a:xfrm>
            <a:off x="10590875" y="6330524"/>
            <a:ext cx="1500023" cy="585000"/>
          </a:xfrm>
          <a:prstGeom prst="rect">
            <a:avLst/>
          </a:prstGeom>
          <a:noFill/>
          <a:ln>
            <a:noFill/>
          </a:ln>
        </p:spPr>
      </p:pic>
      <p:sp>
        <p:nvSpPr>
          <p:cNvPr id="295" name="Google Shape;295;g3d19e2b9925_1_369"/>
          <p:cNvSpPr txBox="1"/>
          <p:nvPr/>
        </p:nvSpPr>
        <p:spPr>
          <a:xfrm>
            <a:off x="-1" y="6234672"/>
            <a:ext cx="5981100" cy="6465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chemeClr val="dk1"/>
              </a:buClr>
              <a:buSzPts val="1800"/>
              <a:buFont typeface="Arial"/>
              <a:buNone/>
            </a:pPr>
            <a:r>
              <a:rPr b="0" i="0" lang="en-US" sz="1800" u="none" cap="none" strike="noStrike">
                <a:solidFill>
                  <a:schemeClr val="lt1"/>
                </a:solidFill>
                <a:latin typeface="Times New Roman"/>
                <a:ea typeface="Times New Roman"/>
                <a:cs typeface="Times New Roman"/>
                <a:sym typeface="Times New Roman"/>
              </a:rPr>
              <a:t>Machine Learning Professional</a:t>
            </a:r>
            <a:br>
              <a:rPr b="0" i="0" lang="en-US" sz="1800" u="none" cap="none" strike="noStrike">
                <a:solidFill>
                  <a:schemeClr val="lt1"/>
                </a:solidFill>
                <a:latin typeface="Times New Roman"/>
                <a:ea typeface="Times New Roman"/>
                <a:cs typeface="Times New Roman"/>
                <a:sym typeface="Times New Roman"/>
              </a:rPr>
            </a:br>
            <a:r>
              <a:rPr b="0" i="0" lang="en-US" sz="1800" u="none" cap="none" strike="noStrike">
                <a:solidFill>
                  <a:schemeClr val="lt1"/>
                </a:solidFill>
                <a:latin typeface="Times New Roman"/>
                <a:ea typeface="Times New Roman"/>
                <a:cs typeface="Times New Roman"/>
                <a:sym typeface="Times New Roman"/>
              </a:rPr>
              <a:t>Project Presentation</a:t>
            </a:r>
            <a:endParaRPr b="0" i="0" sz="1800" u="none" cap="none" strike="noStrike">
              <a:solidFill>
                <a:schemeClr val="lt1"/>
              </a:solidFill>
              <a:latin typeface="Times New Roman"/>
              <a:ea typeface="Times New Roman"/>
              <a:cs typeface="Times New Roman"/>
              <a:sym typeface="Times New Roman"/>
            </a:endParaRPr>
          </a:p>
        </p:txBody>
      </p:sp>
      <p:pic>
        <p:nvPicPr>
          <p:cNvPr id="296" name="Google Shape;296;g3d19e2b9925_1_369"/>
          <p:cNvPicPr preferRelativeResize="0"/>
          <p:nvPr/>
        </p:nvPicPr>
        <p:blipFill rotWithShape="1">
          <a:blip r:embed="rId4">
            <a:alphaModFix/>
          </a:blip>
          <a:srcRect b="0" l="0" r="0" t="0"/>
          <a:stretch/>
        </p:blipFill>
        <p:spPr>
          <a:xfrm>
            <a:off x="10590875" y="6330524"/>
            <a:ext cx="1500023" cy="585000"/>
          </a:xfrm>
          <a:prstGeom prst="rect">
            <a:avLst/>
          </a:prstGeom>
          <a:noFill/>
          <a:ln>
            <a:noFill/>
          </a:ln>
        </p:spPr>
      </p:pic>
      <p:sp>
        <p:nvSpPr>
          <p:cNvPr id="297" name="Google Shape;297;g3d19e2b9925_1_369"/>
          <p:cNvSpPr txBox="1"/>
          <p:nvPr/>
        </p:nvSpPr>
        <p:spPr>
          <a:xfrm>
            <a:off x="-1" y="6234672"/>
            <a:ext cx="5981100" cy="6465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chemeClr val="dk1"/>
              </a:buClr>
              <a:buSzPts val="1800"/>
              <a:buFont typeface="Arial"/>
              <a:buNone/>
            </a:pPr>
            <a:r>
              <a:rPr b="0" i="0" lang="en-US" sz="1800" u="none" cap="none" strike="noStrike">
                <a:solidFill>
                  <a:schemeClr val="lt1"/>
                </a:solidFill>
                <a:latin typeface="Times New Roman"/>
                <a:ea typeface="Times New Roman"/>
                <a:cs typeface="Times New Roman"/>
                <a:sym typeface="Times New Roman"/>
              </a:rPr>
              <a:t>Machine Learning Professional</a:t>
            </a:r>
            <a:br>
              <a:rPr b="0" i="0" lang="en-US" sz="1800" u="none" cap="none" strike="noStrike">
                <a:solidFill>
                  <a:schemeClr val="lt1"/>
                </a:solidFill>
                <a:latin typeface="Times New Roman"/>
                <a:ea typeface="Times New Roman"/>
                <a:cs typeface="Times New Roman"/>
                <a:sym typeface="Times New Roman"/>
              </a:rPr>
            </a:br>
            <a:r>
              <a:rPr b="0" i="0" lang="en-US" sz="1800" u="none" cap="none" strike="noStrike">
                <a:solidFill>
                  <a:schemeClr val="lt1"/>
                </a:solidFill>
                <a:latin typeface="Times New Roman"/>
                <a:ea typeface="Times New Roman"/>
                <a:cs typeface="Times New Roman"/>
                <a:sym typeface="Times New Roman"/>
              </a:rPr>
              <a:t>Project Presentation</a:t>
            </a:r>
            <a:endParaRPr b="0" i="0" sz="1800" u="none" cap="none" strike="noStrike">
              <a:solidFill>
                <a:schemeClr val="lt1"/>
              </a:solidFill>
              <a:latin typeface="Times New Roman"/>
              <a:ea typeface="Times New Roman"/>
              <a:cs typeface="Times New Roman"/>
              <a:sym typeface="Times New Roman"/>
            </a:endParaRPr>
          </a:p>
        </p:txBody>
      </p:sp>
      <p:pic>
        <p:nvPicPr>
          <p:cNvPr id="298" name="Google Shape;298;g3d19e2b9925_1_369"/>
          <p:cNvPicPr preferRelativeResize="0"/>
          <p:nvPr/>
        </p:nvPicPr>
        <p:blipFill rotWithShape="1">
          <a:blip r:embed="rId4">
            <a:alphaModFix/>
          </a:blip>
          <a:srcRect b="0" l="0" r="0" t="0"/>
          <a:stretch/>
        </p:blipFill>
        <p:spPr>
          <a:xfrm>
            <a:off x="10590875" y="6330524"/>
            <a:ext cx="1500023" cy="585000"/>
          </a:xfrm>
          <a:prstGeom prst="rect">
            <a:avLst/>
          </a:prstGeom>
          <a:noFill/>
          <a:ln>
            <a:noFill/>
          </a:ln>
        </p:spPr>
      </p:pic>
      <p:sp>
        <p:nvSpPr>
          <p:cNvPr id="299" name="Google Shape;299;g3d19e2b9925_1_369"/>
          <p:cNvSpPr txBox="1"/>
          <p:nvPr/>
        </p:nvSpPr>
        <p:spPr>
          <a:xfrm>
            <a:off x="-1" y="6234672"/>
            <a:ext cx="5981100" cy="6465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chemeClr val="dk1"/>
              </a:buClr>
              <a:buSzPts val="1800"/>
              <a:buFont typeface="Arial"/>
              <a:buNone/>
            </a:pPr>
            <a:r>
              <a:rPr b="0" i="0" lang="en-US" sz="1800" u="none" cap="none" strike="noStrike">
                <a:solidFill>
                  <a:schemeClr val="lt1"/>
                </a:solidFill>
                <a:latin typeface="Times New Roman"/>
                <a:ea typeface="Times New Roman"/>
                <a:cs typeface="Times New Roman"/>
                <a:sym typeface="Times New Roman"/>
              </a:rPr>
              <a:t>Nanoelectronics - Seminar Presentation</a:t>
            </a:r>
            <a:br>
              <a:rPr b="0" i="0" lang="en-US" sz="1800" u="none" cap="none" strike="noStrike">
                <a:solidFill>
                  <a:schemeClr val="lt1"/>
                </a:solidFill>
                <a:latin typeface="Times New Roman"/>
                <a:ea typeface="Times New Roman"/>
                <a:cs typeface="Times New Roman"/>
                <a:sym typeface="Times New Roman"/>
              </a:rPr>
            </a:br>
            <a:r>
              <a:rPr b="0" i="0" lang="en-US" sz="1800" u="none" cap="none" strike="noStrike">
                <a:solidFill>
                  <a:schemeClr val="lt1"/>
                </a:solidFill>
                <a:latin typeface="Times New Roman"/>
                <a:ea typeface="Times New Roman"/>
                <a:cs typeface="Times New Roman"/>
                <a:sym typeface="Times New Roman"/>
              </a:rPr>
              <a:t>Ronit Dutta</a:t>
            </a:r>
            <a:endParaRPr b="0" i="0" sz="1800" u="none" cap="none" strike="noStrike">
              <a:solidFill>
                <a:schemeClr val="lt1"/>
              </a:solidFill>
              <a:latin typeface="Times New Roman"/>
              <a:ea typeface="Times New Roman"/>
              <a:cs typeface="Times New Roman"/>
              <a:sym typeface="Times New Roman"/>
            </a:endParaRPr>
          </a:p>
        </p:txBody>
      </p:sp>
      <p:pic>
        <p:nvPicPr>
          <p:cNvPr id="300" name="Google Shape;300;g3d19e2b9925_1_369"/>
          <p:cNvPicPr preferRelativeResize="0"/>
          <p:nvPr/>
        </p:nvPicPr>
        <p:blipFill rotWithShape="1">
          <a:blip r:embed="rId4">
            <a:alphaModFix/>
          </a:blip>
          <a:srcRect b="0" l="0" r="0" t="0"/>
          <a:stretch/>
        </p:blipFill>
        <p:spPr>
          <a:xfrm>
            <a:off x="10590875" y="6330524"/>
            <a:ext cx="1500023" cy="585000"/>
          </a:xfrm>
          <a:prstGeom prst="rect">
            <a:avLst/>
          </a:prstGeom>
          <a:noFill/>
          <a:ln>
            <a:noFill/>
          </a:ln>
        </p:spPr>
      </p:pic>
      <p:pic>
        <p:nvPicPr>
          <p:cNvPr id="301" name="Google Shape;301;g3d19e2b9925_1_369"/>
          <p:cNvPicPr preferRelativeResize="0"/>
          <p:nvPr/>
        </p:nvPicPr>
        <p:blipFill rotWithShape="1">
          <a:blip r:embed="rId3">
            <a:alphaModFix/>
          </a:blip>
          <a:srcRect b="0" l="0" r="0" t="0"/>
          <a:stretch/>
        </p:blipFill>
        <p:spPr>
          <a:xfrm>
            <a:off x="10590934" y="6330522"/>
            <a:ext cx="1499906" cy="585000"/>
          </a:xfrm>
          <a:prstGeom prst="rect">
            <a:avLst/>
          </a:prstGeom>
          <a:noFill/>
          <a:ln>
            <a:noFill/>
          </a:ln>
        </p:spPr>
      </p:pic>
      <p:sp>
        <p:nvSpPr>
          <p:cNvPr id="302" name="Google Shape;302;g3d19e2b9925_1_369"/>
          <p:cNvSpPr txBox="1"/>
          <p:nvPr/>
        </p:nvSpPr>
        <p:spPr>
          <a:xfrm>
            <a:off x="-1" y="6288587"/>
            <a:ext cx="5981100" cy="3693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chemeClr val="dk1"/>
              </a:buClr>
              <a:buSzPts val="1800"/>
              <a:buFont typeface="Arial"/>
              <a:buNone/>
            </a:pPr>
            <a:r>
              <a:rPr b="0" i="0" lang="en-US" sz="1800" u="none" cap="none" strike="noStrike">
                <a:solidFill>
                  <a:schemeClr val="lt1"/>
                </a:solidFill>
                <a:latin typeface="Times New Roman"/>
                <a:ea typeface="Times New Roman"/>
                <a:cs typeface="Times New Roman"/>
                <a:sym typeface="Times New Roman"/>
              </a:rPr>
              <a:t>Term Paper Presentation | Ronit Dutta</a:t>
            </a:r>
            <a:endParaRPr b="0" i="0" sz="1800" u="none" cap="none" strike="noStrike">
              <a:solidFill>
                <a:schemeClr val="lt1"/>
              </a:solidFill>
              <a:latin typeface="Times New Roman"/>
              <a:ea typeface="Times New Roman"/>
              <a:cs typeface="Times New Roman"/>
              <a:sym typeface="Times New Roman"/>
            </a:endParaRPr>
          </a:p>
        </p:txBody>
      </p:sp>
      <p:pic>
        <p:nvPicPr>
          <p:cNvPr id="303" name="Google Shape;303;g3d19e2b9925_1_369"/>
          <p:cNvPicPr preferRelativeResize="0"/>
          <p:nvPr/>
        </p:nvPicPr>
        <p:blipFill rotWithShape="1">
          <a:blip r:embed="rId3">
            <a:alphaModFix/>
          </a:blip>
          <a:srcRect b="0" l="0" r="0" t="0"/>
          <a:stretch/>
        </p:blipFill>
        <p:spPr>
          <a:xfrm>
            <a:off x="10590934" y="6330522"/>
            <a:ext cx="1499906" cy="585000"/>
          </a:xfrm>
          <a:prstGeom prst="rect">
            <a:avLst/>
          </a:prstGeom>
          <a:noFill/>
          <a:ln>
            <a:noFill/>
          </a:ln>
        </p:spPr>
      </p:pic>
      <p:sp>
        <p:nvSpPr>
          <p:cNvPr id="304" name="Google Shape;304;g3d19e2b9925_1_369"/>
          <p:cNvSpPr txBox="1"/>
          <p:nvPr/>
        </p:nvSpPr>
        <p:spPr>
          <a:xfrm>
            <a:off x="-1" y="6288587"/>
            <a:ext cx="5981100" cy="3693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chemeClr val="dk1"/>
              </a:buClr>
              <a:buSzPts val="1800"/>
              <a:buFont typeface="Arial"/>
              <a:buNone/>
            </a:pPr>
            <a:r>
              <a:rPr b="0" i="0" lang="en-US" sz="1800" u="none" cap="none" strike="noStrike">
                <a:solidFill>
                  <a:schemeClr val="lt1"/>
                </a:solidFill>
                <a:latin typeface="Times New Roman"/>
                <a:ea typeface="Times New Roman"/>
                <a:cs typeface="Times New Roman"/>
                <a:sym typeface="Times New Roman"/>
              </a:rPr>
              <a:t>Term Paper Presentation | Ronit Dutta</a:t>
            </a:r>
            <a:endParaRPr b="0" i="0" sz="1800" u="none" cap="none" strike="noStrike">
              <a:solidFill>
                <a:schemeClr val="lt1"/>
              </a:solidFill>
              <a:latin typeface="Times New Roman"/>
              <a:ea typeface="Times New Roman"/>
              <a:cs typeface="Times New Roman"/>
              <a:sym typeface="Times New Roman"/>
            </a:endParaRPr>
          </a:p>
        </p:txBody>
      </p:sp>
      <p:pic>
        <p:nvPicPr>
          <p:cNvPr id="305" name="Google Shape;305;g3d19e2b9925_1_369"/>
          <p:cNvPicPr preferRelativeResize="0"/>
          <p:nvPr/>
        </p:nvPicPr>
        <p:blipFill rotWithShape="1">
          <a:blip r:embed="rId3">
            <a:alphaModFix/>
          </a:blip>
          <a:srcRect b="0" l="0" r="0" t="0"/>
          <a:stretch/>
        </p:blipFill>
        <p:spPr>
          <a:xfrm>
            <a:off x="10590934" y="6330522"/>
            <a:ext cx="1499906" cy="585000"/>
          </a:xfrm>
          <a:prstGeom prst="rect">
            <a:avLst/>
          </a:prstGeom>
          <a:noFill/>
          <a:ln>
            <a:noFill/>
          </a:ln>
        </p:spPr>
      </p:pic>
      <p:sp>
        <p:nvSpPr>
          <p:cNvPr id="306" name="Google Shape;306;g3d19e2b9925_1_369"/>
          <p:cNvSpPr txBox="1"/>
          <p:nvPr/>
        </p:nvSpPr>
        <p:spPr>
          <a:xfrm>
            <a:off x="-1" y="6288587"/>
            <a:ext cx="5981100" cy="6465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chemeClr val="dk1"/>
              </a:buClr>
              <a:buSzPts val="1800"/>
              <a:buFont typeface="Arial"/>
              <a:buNone/>
            </a:pPr>
            <a:r>
              <a:rPr b="0" i="0" lang="en-US" sz="1800" u="none" cap="none" strike="noStrike">
                <a:solidFill>
                  <a:schemeClr val="lt1"/>
                </a:solidFill>
                <a:latin typeface="Times New Roman"/>
                <a:ea typeface="Times New Roman"/>
                <a:cs typeface="Times New Roman"/>
                <a:sym typeface="Times New Roman"/>
              </a:rPr>
              <a:t>Machine Learning Professional</a:t>
            </a:r>
            <a:br>
              <a:rPr b="0" i="0" lang="en-US" sz="1800" u="none" cap="none" strike="noStrike">
                <a:solidFill>
                  <a:schemeClr val="lt1"/>
                </a:solidFill>
                <a:latin typeface="Times New Roman"/>
                <a:ea typeface="Times New Roman"/>
                <a:cs typeface="Times New Roman"/>
                <a:sym typeface="Times New Roman"/>
              </a:rPr>
            </a:br>
            <a:r>
              <a:rPr b="0" i="0" lang="en-US" sz="1800" u="none" cap="none" strike="noStrike">
                <a:solidFill>
                  <a:schemeClr val="lt1"/>
                </a:solidFill>
                <a:latin typeface="Times New Roman"/>
                <a:ea typeface="Times New Roman"/>
                <a:cs typeface="Times New Roman"/>
                <a:sym typeface="Times New Roman"/>
              </a:rPr>
              <a:t>Project Presentation</a:t>
            </a:r>
            <a:endParaRPr b="0" i="0" sz="1800" u="none" cap="none" strike="noStrike">
              <a:solidFill>
                <a:schemeClr val="lt1"/>
              </a:solidFill>
              <a:latin typeface="Times New Roman"/>
              <a:ea typeface="Times New Roman"/>
              <a:cs typeface="Times New Roman"/>
              <a:sym typeface="Times New Roman"/>
            </a:endParaRPr>
          </a:p>
        </p:txBody>
      </p:sp>
      <p:pic>
        <p:nvPicPr>
          <p:cNvPr id="307" name="Google Shape;307;g3d19e2b9925_1_369"/>
          <p:cNvPicPr preferRelativeResize="0"/>
          <p:nvPr/>
        </p:nvPicPr>
        <p:blipFill rotWithShape="1">
          <a:blip r:embed="rId4">
            <a:alphaModFix/>
          </a:blip>
          <a:srcRect b="0" l="0" r="0" t="0"/>
          <a:stretch/>
        </p:blipFill>
        <p:spPr>
          <a:xfrm>
            <a:off x="10590875" y="6341462"/>
            <a:ext cx="1500023" cy="585000"/>
          </a:xfrm>
          <a:prstGeom prst="rect">
            <a:avLst/>
          </a:prstGeom>
          <a:noFill/>
          <a:ln>
            <a:noFill/>
          </a:ln>
        </p:spPr>
      </p:pic>
      <p:sp>
        <p:nvSpPr>
          <p:cNvPr id="308" name="Google Shape;308;g3d19e2b9925_1_369"/>
          <p:cNvSpPr txBox="1"/>
          <p:nvPr/>
        </p:nvSpPr>
        <p:spPr>
          <a:xfrm>
            <a:off x="-1" y="6288587"/>
            <a:ext cx="5981100" cy="6465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chemeClr val="dk1"/>
              </a:buClr>
              <a:buSzPts val="1800"/>
              <a:buFont typeface="Arial"/>
              <a:buNone/>
            </a:pPr>
            <a:r>
              <a:rPr b="0" i="0" lang="en-US" sz="1800" u="none" cap="none" strike="noStrike">
                <a:solidFill>
                  <a:schemeClr val="lt1"/>
                </a:solidFill>
                <a:latin typeface="Times New Roman"/>
                <a:ea typeface="Times New Roman"/>
                <a:cs typeface="Times New Roman"/>
                <a:sym typeface="Times New Roman"/>
              </a:rPr>
              <a:t>Machine Learning Professional</a:t>
            </a:r>
            <a:br>
              <a:rPr b="0" i="0" lang="en-US" sz="1800" u="none" cap="none" strike="noStrike">
                <a:solidFill>
                  <a:schemeClr val="lt1"/>
                </a:solidFill>
                <a:latin typeface="Times New Roman"/>
                <a:ea typeface="Times New Roman"/>
                <a:cs typeface="Times New Roman"/>
                <a:sym typeface="Times New Roman"/>
              </a:rPr>
            </a:br>
            <a:r>
              <a:rPr b="0" i="0" lang="en-US" sz="1800" u="none" cap="none" strike="noStrike">
                <a:solidFill>
                  <a:schemeClr val="lt1"/>
                </a:solidFill>
                <a:latin typeface="Times New Roman"/>
                <a:ea typeface="Times New Roman"/>
                <a:cs typeface="Times New Roman"/>
                <a:sym typeface="Times New Roman"/>
              </a:rPr>
              <a:t>Project Presentation</a:t>
            </a:r>
            <a:endParaRPr b="0" i="0" sz="1800" u="none" cap="none" strike="noStrike">
              <a:solidFill>
                <a:schemeClr val="lt1"/>
              </a:solidFill>
              <a:latin typeface="Times New Roman"/>
              <a:ea typeface="Times New Roman"/>
              <a:cs typeface="Times New Roman"/>
              <a:sym typeface="Times New Roman"/>
            </a:endParaRPr>
          </a:p>
        </p:txBody>
      </p:sp>
      <p:pic>
        <p:nvPicPr>
          <p:cNvPr id="309" name="Google Shape;309;g3d19e2b9925_1_369"/>
          <p:cNvPicPr preferRelativeResize="0"/>
          <p:nvPr/>
        </p:nvPicPr>
        <p:blipFill rotWithShape="1">
          <a:blip r:embed="rId4">
            <a:alphaModFix/>
          </a:blip>
          <a:srcRect b="0" l="0" r="0" t="0"/>
          <a:stretch/>
        </p:blipFill>
        <p:spPr>
          <a:xfrm>
            <a:off x="10590875" y="6330524"/>
            <a:ext cx="1500023" cy="585000"/>
          </a:xfrm>
          <a:prstGeom prst="rect">
            <a:avLst/>
          </a:prstGeom>
          <a:noFill/>
          <a:ln>
            <a:noFill/>
          </a:ln>
        </p:spPr>
      </p:pic>
      <p:sp>
        <p:nvSpPr>
          <p:cNvPr id="310" name="Google Shape;310;g3d19e2b9925_1_369"/>
          <p:cNvSpPr txBox="1"/>
          <p:nvPr/>
        </p:nvSpPr>
        <p:spPr>
          <a:xfrm>
            <a:off x="-1" y="6234672"/>
            <a:ext cx="5981100" cy="6465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chemeClr val="dk1"/>
              </a:buClr>
              <a:buSzPts val="1800"/>
              <a:buFont typeface="Arial"/>
              <a:buNone/>
            </a:pPr>
            <a:r>
              <a:rPr b="0" i="0" lang="en-US" sz="1800" u="none" cap="none" strike="noStrike">
                <a:solidFill>
                  <a:schemeClr val="lt1"/>
                </a:solidFill>
                <a:latin typeface="Times New Roman"/>
                <a:ea typeface="Times New Roman"/>
                <a:cs typeface="Times New Roman"/>
                <a:sym typeface="Times New Roman"/>
              </a:rPr>
              <a:t>Machine Learning Professional</a:t>
            </a:r>
            <a:br>
              <a:rPr b="0" i="0" lang="en-US" sz="1800" u="none" cap="none" strike="noStrike">
                <a:solidFill>
                  <a:schemeClr val="lt1"/>
                </a:solidFill>
                <a:latin typeface="Times New Roman"/>
                <a:ea typeface="Times New Roman"/>
                <a:cs typeface="Times New Roman"/>
                <a:sym typeface="Times New Roman"/>
              </a:rPr>
            </a:br>
            <a:r>
              <a:rPr b="0" i="0" lang="en-US" sz="1800" u="none" cap="none" strike="noStrike">
                <a:solidFill>
                  <a:schemeClr val="lt1"/>
                </a:solidFill>
                <a:latin typeface="Times New Roman"/>
                <a:ea typeface="Times New Roman"/>
                <a:cs typeface="Times New Roman"/>
                <a:sym typeface="Times New Roman"/>
              </a:rPr>
              <a:t>Project Presentation</a:t>
            </a:r>
            <a:endParaRPr b="0" i="0" sz="1800" u="none" cap="none" strike="noStrike">
              <a:solidFill>
                <a:schemeClr val="lt1"/>
              </a:solidFill>
              <a:latin typeface="Times New Roman"/>
              <a:ea typeface="Times New Roman"/>
              <a:cs typeface="Times New Roman"/>
              <a:sym typeface="Times New Roman"/>
            </a:endParaRPr>
          </a:p>
        </p:txBody>
      </p:sp>
      <p:pic>
        <p:nvPicPr>
          <p:cNvPr id="311" name="Google Shape;311;g3d19e2b9925_1_369"/>
          <p:cNvPicPr preferRelativeResize="0"/>
          <p:nvPr/>
        </p:nvPicPr>
        <p:blipFill rotWithShape="1">
          <a:blip r:embed="rId4">
            <a:alphaModFix/>
          </a:blip>
          <a:srcRect b="0" l="0" r="0" t="0"/>
          <a:stretch/>
        </p:blipFill>
        <p:spPr>
          <a:xfrm>
            <a:off x="10590875" y="6330524"/>
            <a:ext cx="1500023" cy="585000"/>
          </a:xfrm>
          <a:prstGeom prst="rect">
            <a:avLst/>
          </a:prstGeom>
          <a:noFill/>
          <a:ln>
            <a:noFill/>
          </a:ln>
        </p:spPr>
      </p:pic>
      <p:sp>
        <p:nvSpPr>
          <p:cNvPr id="312" name="Google Shape;312;g3d19e2b9925_1_369"/>
          <p:cNvSpPr txBox="1"/>
          <p:nvPr/>
        </p:nvSpPr>
        <p:spPr>
          <a:xfrm>
            <a:off x="-1" y="6234672"/>
            <a:ext cx="5981100" cy="6465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chemeClr val="dk1"/>
              </a:buClr>
              <a:buSzPts val="1800"/>
              <a:buFont typeface="Arial"/>
              <a:buNone/>
            </a:pPr>
            <a:r>
              <a:rPr b="0" i="0" lang="en-US" sz="1800" u="none" cap="none" strike="noStrike">
                <a:solidFill>
                  <a:schemeClr val="lt1"/>
                </a:solidFill>
                <a:latin typeface="Times New Roman"/>
                <a:ea typeface="Times New Roman"/>
                <a:cs typeface="Times New Roman"/>
                <a:sym typeface="Times New Roman"/>
              </a:rPr>
              <a:t>Machine Learning Professional</a:t>
            </a:r>
            <a:br>
              <a:rPr b="0" i="0" lang="en-US" sz="1800" u="none" cap="none" strike="noStrike">
                <a:solidFill>
                  <a:schemeClr val="lt1"/>
                </a:solidFill>
                <a:latin typeface="Times New Roman"/>
                <a:ea typeface="Times New Roman"/>
                <a:cs typeface="Times New Roman"/>
                <a:sym typeface="Times New Roman"/>
              </a:rPr>
            </a:br>
            <a:r>
              <a:rPr b="0" i="0" lang="en-US" sz="1800" u="none" cap="none" strike="noStrike">
                <a:solidFill>
                  <a:schemeClr val="lt1"/>
                </a:solidFill>
                <a:latin typeface="Times New Roman"/>
                <a:ea typeface="Times New Roman"/>
                <a:cs typeface="Times New Roman"/>
                <a:sym typeface="Times New Roman"/>
              </a:rPr>
              <a:t>Project Presentation</a:t>
            </a:r>
            <a:endParaRPr b="0" i="0" sz="1800" u="none" cap="none" strike="noStrike">
              <a:solidFill>
                <a:schemeClr val="lt1"/>
              </a:solidFill>
              <a:latin typeface="Times New Roman"/>
              <a:ea typeface="Times New Roman"/>
              <a:cs typeface="Times New Roman"/>
              <a:sym typeface="Times New Roman"/>
            </a:endParaRPr>
          </a:p>
        </p:txBody>
      </p:sp>
      <p:pic>
        <p:nvPicPr>
          <p:cNvPr id="313" name="Google Shape;313;g3d19e2b9925_1_369"/>
          <p:cNvPicPr preferRelativeResize="0"/>
          <p:nvPr/>
        </p:nvPicPr>
        <p:blipFill rotWithShape="1">
          <a:blip r:embed="rId4">
            <a:alphaModFix/>
          </a:blip>
          <a:srcRect b="0" l="0" r="0" t="0"/>
          <a:stretch/>
        </p:blipFill>
        <p:spPr>
          <a:xfrm>
            <a:off x="10590875" y="6330524"/>
            <a:ext cx="1500023" cy="585000"/>
          </a:xfrm>
          <a:prstGeom prst="rect">
            <a:avLst/>
          </a:prstGeom>
          <a:noFill/>
          <a:ln>
            <a:noFill/>
          </a:ln>
        </p:spPr>
      </p:pic>
      <p:sp>
        <p:nvSpPr>
          <p:cNvPr id="314" name="Google Shape;314;g3d19e2b9925_1_369"/>
          <p:cNvSpPr txBox="1"/>
          <p:nvPr/>
        </p:nvSpPr>
        <p:spPr>
          <a:xfrm>
            <a:off x="-1" y="6234672"/>
            <a:ext cx="5981100" cy="6465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chemeClr val="dk1"/>
              </a:buClr>
              <a:buSzPts val="1800"/>
              <a:buFont typeface="Arial"/>
              <a:buNone/>
            </a:pPr>
            <a:r>
              <a:rPr b="0" i="0" lang="en-US" sz="1800" u="none" cap="none" strike="noStrike">
                <a:solidFill>
                  <a:schemeClr val="lt1"/>
                </a:solidFill>
                <a:latin typeface="Times New Roman"/>
                <a:ea typeface="Times New Roman"/>
                <a:cs typeface="Times New Roman"/>
                <a:sym typeface="Times New Roman"/>
              </a:rPr>
              <a:t>Nanoelectronics - Seminar Presentation</a:t>
            </a:r>
            <a:br>
              <a:rPr b="0" i="0" lang="en-US" sz="1800" u="none" cap="none" strike="noStrike">
                <a:solidFill>
                  <a:schemeClr val="lt1"/>
                </a:solidFill>
                <a:latin typeface="Times New Roman"/>
                <a:ea typeface="Times New Roman"/>
                <a:cs typeface="Times New Roman"/>
                <a:sym typeface="Times New Roman"/>
              </a:rPr>
            </a:br>
            <a:r>
              <a:rPr b="0" i="0" lang="en-US" sz="1800" u="none" cap="none" strike="noStrike">
                <a:solidFill>
                  <a:schemeClr val="lt1"/>
                </a:solidFill>
                <a:latin typeface="Times New Roman"/>
                <a:ea typeface="Times New Roman"/>
                <a:cs typeface="Times New Roman"/>
                <a:sym typeface="Times New Roman"/>
              </a:rPr>
              <a:t>Ronit Dutta</a:t>
            </a:r>
            <a:endParaRPr b="0" i="0" sz="1800" u="none" cap="none" strike="noStrike">
              <a:solidFill>
                <a:schemeClr val="lt1"/>
              </a:solidFill>
              <a:latin typeface="Times New Roman"/>
              <a:ea typeface="Times New Roman"/>
              <a:cs typeface="Times New Roman"/>
              <a:sym typeface="Times New Roman"/>
            </a:endParaRPr>
          </a:p>
        </p:txBody>
      </p:sp>
      <p:pic>
        <p:nvPicPr>
          <p:cNvPr id="315" name="Google Shape;315;g3d19e2b9925_1_369"/>
          <p:cNvPicPr preferRelativeResize="0"/>
          <p:nvPr/>
        </p:nvPicPr>
        <p:blipFill rotWithShape="1">
          <a:blip r:embed="rId4">
            <a:alphaModFix/>
          </a:blip>
          <a:srcRect b="0" l="0" r="0" t="0"/>
          <a:stretch/>
        </p:blipFill>
        <p:spPr>
          <a:xfrm>
            <a:off x="10590875" y="6330524"/>
            <a:ext cx="1500023" cy="585000"/>
          </a:xfrm>
          <a:prstGeom prst="rect">
            <a:avLst/>
          </a:prstGeom>
          <a:noFill/>
          <a:ln>
            <a:noFill/>
          </a:ln>
        </p:spPr>
      </p:pic>
      <p:pic>
        <p:nvPicPr>
          <p:cNvPr id="316" name="Google Shape;316;g3d19e2b9925_1_369"/>
          <p:cNvPicPr preferRelativeResize="0"/>
          <p:nvPr/>
        </p:nvPicPr>
        <p:blipFill rotWithShape="1">
          <a:blip r:embed="rId6">
            <a:alphaModFix/>
          </a:blip>
          <a:srcRect b="0" l="0" r="0" t="0"/>
          <a:stretch/>
        </p:blipFill>
        <p:spPr>
          <a:xfrm>
            <a:off x="0" y="6234674"/>
            <a:ext cx="12192000" cy="1165875"/>
          </a:xfrm>
          <a:prstGeom prst="rect">
            <a:avLst/>
          </a:prstGeom>
          <a:noFill/>
          <a:ln>
            <a:noFill/>
          </a:ln>
        </p:spPr>
      </p:pic>
      <p:sp>
        <p:nvSpPr>
          <p:cNvPr id="317" name="Google Shape;317;g3d19e2b9925_1_369"/>
          <p:cNvSpPr txBox="1"/>
          <p:nvPr/>
        </p:nvSpPr>
        <p:spPr>
          <a:xfrm>
            <a:off x="-1" y="6445547"/>
            <a:ext cx="5981100" cy="6465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chemeClr val="dk1"/>
              </a:buClr>
              <a:buSzPts val="1800"/>
              <a:buFont typeface="Arial"/>
              <a:buNone/>
            </a:pPr>
            <a:r>
              <a:rPr lang="en-US" sz="1800">
                <a:solidFill>
                  <a:schemeClr val="lt1"/>
                </a:solidFill>
                <a:latin typeface="Times New Roman"/>
                <a:ea typeface="Times New Roman"/>
                <a:cs typeface="Times New Roman"/>
                <a:sym typeface="Times New Roman"/>
              </a:rPr>
              <a:t>Applied Mathematics for Engineering [MIDTERM PROJECT]</a:t>
            </a:r>
            <a:br>
              <a:rPr b="0" i="0" lang="en-US" sz="1800" u="none" cap="none" strike="noStrike">
                <a:solidFill>
                  <a:schemeClr val="lt1"/>
                </a:solidFill>
                <a:latin typeface="Times New Roman"/>
                <a:ea typeface="Times New Roman"/>
                <a:cs typeface="Times New Roman"/>
                <a:sym typeface="Times New Roman"/>
              </a:rPr>
            </a:br>
            <a:r>
              <a:rPr b="0" i="0" lang="en-US" sz="1800" u="none" cap="none" strike="noStrike">
                <a:solidFill>
                  <a:schemeClr val="lt1"/>
                </a:solidFill>
                <a:latin typeface="Times New Roman"/>
                <a:ea typeface="Times New Roman"/>
                <a:cs typeface="Times New Roman"/>
                <a:sym typeface="Times New Roman"/>
              </a:rPr>
              <a:t>Ronit Dutta</a:t>
            </a:r>
            <a:endParaRPr b="0" i="0" sz="1800" u="none" cap="none" strike="noStrike">
              <a:solidFill>
                <a:schemeClr val="lt1"/>
              </a:solidFill>
              <a:latin typeface="Times New Roman"/>
              <a:ea typeface="Times New Roman"/>
              <a:cs typeface="Times New Roman"/>
              <a:sym typeface="Times New Roman"/>
            </a:endParaRPr>
          </a:p>
        </p:txBody>
      </p:sp>
      <p:pic>
        <p:nvPicPr>
          <p:cNvPr id="318" name="Google Shape;318;g3d19e2b9925_1_369"/>
          <p:cNvPicPr preferRelativeResize="0"/>
          <p:nvPr/>
        </p:nvPicPr>
        <p:blipFill rotWithShape="1">
          <a:blip r:embed="rId4">
            <a:alphaModFix/>
          </a:blip>
          <a:srcRect b="0" l="0" r="0" t="0"/>
          <a:stretch/>
        </p:blipFill>
        <p:spPr>
          <a:xfrm>
            <a:off x="10579375" y="6476299"/>
            <a:ext cx="1500023" cy="585000"/>
          </a:xfrm>
          <a:prstGeom prst="rect">
            <a:avLst/>
          </a:prstGeom>
          <a:noFill/>
          <a:ln>
            <a:noFill/>
          </a:ln>
        </p:spPr>
      </p:pic>
      <p:pic>
        <p:nvPicPr>
          <p:cNvPr id="319" name="Google Shape;319;g3d19e2b9925_1_369"/>
          <p:cNvPicPr preferRelativeResize="0"/>
          <p:nvPr/>
        </p:nvPicPr>
        <p:blipFill rotWithShape="1">
          <a:blip r:embed="rId6">
            <a:alphaModFix/>
          </a:blip>
          <a:srcRect b="0" l="0" r="0" t="0"/>
          <a:stretch/>
        </p:blipFill>
        <p:spPr>
          <a:xfrm>
            <a:off x="0" y="6330524"/>
            <a:ext cx="12192000" cy="1165875"/>
          </a:xfrm>
          <a:prstGeom prst="rect">
            <a:avLst/>
          </a:prstGeom>
          <a:noFill/>
          <a:ln>
            <a:noFill/>
          </a:ln>
        </p:spPr>
      </p:pic>
      <p:sp>
        <p:nvSpPr>
          <p:cNvPr id="320" name="Google Shape;320;g3d19e2b9925_1_369"/>
          <p:cNvSpPr txBox="1"/>
          <p:nvPr/>
        </p:nvSpPr>
        <p:spPr>
          <a:xfrm>
            <a:off x="-1" y="6445547"/>
            <a:ext cx="5981100" cy="6465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chemeClr val="dk1"/>
              </a:buClr>
              <a:buSzPts val="1800"/>
              <a:buFont typeface="Arial"/>
              <a:buNone/>
            </a:pPr>
            <a:r>
              <a:rPr lang="en-US" sz="1800">
                <a:solidFill>
                  <a:schemeClr val="lt1"/>
                </a:solidFill>
                <a:latin typeface="Times New Roman"/>
                <a:ea typeface="Times New Roman"/>
                <a:cs typeface="Times New Roman"/>
                <a:sym typeface="Times New Roman"/>
              </a:rPr>
              <a:t>Applied Mathematics for Engineering [MIDTERM PROJECT]</a:t>
            </a:r>
            <a:br>
              <a:rPr b="0" i="0" lang="en-US" sz="1800" u="none" cap="none" strike="noStrike">
                <a:solidFill>
                  <a:schemeClr val="lt1"/>
                </a:solidFill>
                <a:latin typeface="Times New Roman"/>
                <a:ea typeface="Times New Roman"/>
                <a:cs typeface="Times New Roman"/>
                <a:sym typeface="Times New Roman"/>
              </a:rPr>
            </a:br>
            <a:r>
              <a:rPr b="0" i="0" lang="en-US" sz="1800" u="none" cap="none" strike="noStrike">
                <a:solidFill>
                  <a:schemeClr val="lt1"/>
                </a:solidFill>
                <a:latin typeface="Times New Roman"/>
                <a:ea typeface="Times New Roman"/>
                <a:cs typeface="Times New Roman"/>
                <a:sym typeface="Times New Roman"/>
              </a:rPr>
              <a:t>Ronit Dutta</a:t>
            </a:r>
            <a:endParaRPr b="0" i="0" sz="1800" u="none" cap="none" strike="noStrike">
              <a:solidFill>
                <a:schemeClr val="lt1"/>
              </a:solidFill>
              <a:latin typeface="Times New Roman"/>
              <a:ea typeface="Times New Roman"/>
              <a:cs typeface="Times New Roman"/>
              <a:sym typeface="Times New Roman"/>
            </a:endParaRPr>
          </a:p>
        </p:txBody>
      </p:sp>
      <p:pic>
        <p:nvPicPr>
          <p:cNvPr id="321" name="Google Shape;321;g3d19e2b9925_1_369"/>
          <p:cNvPicPr preferRelativeResize="0"/>
          <p:nvPr/>
        </p:nvPicPr>
        <p:blipFill rotWithShape="1">
          <a:blip r:embed="rId4">
            <a:alphaModFix/>
          </a:blip>
          <a:srcRect b="0" l="0" r="0" t="0"/>
          <a:stretch/>
        </p:blipFill>
        <p:spPr>
          <a:xfrm>
            <a:off x="10579375" y="6476299"/>
            <a:ext cx="1500023" cy="585000"/>
          </a:xfrm>
          <a:prstGeom prst="rect">
            <a:avLst/>
          </a:prstGeom>
          <a:noFill/>
          <a:ln>
            <a:noFill/>
          </a:ln>
        </p:spPr>
      </p:pic>
      <p:pic>
        <p:nvPicPr>
          <p:cNvPr id="322" name="Google Shape;322;g3d19e2b9925_1_369"/>
          <p:cNvPicPr preferRelativeResize="0"/>
          <p:nvPr/>
        </p:nvPicPr>
        <p:blipFill rotWithShape="1">
          <a:blip r:embed="rId3">
            <a:alphaModFix/>
          </a:blip>
          <a:srcRect b="0" l="0" r="0" t="0"/>
          <a:stretch/>
        </p:blipFill>
        <p:spPr>
          <a:xfrm>
            <a:off x="10590934" y="6330522"/>
            <a:ext cx="1499906" cy="585000"/>
          </a:xfrm>
          <a:prstGeom prst="rect">
            <a:avLst/>
          </a:prstGeom>
          <a:noFill/>
          <a:ln>
            <a:noFill/>
          </a:ln>
        </p:spPr>
      </p:pic>
      <p:sp>
        <p:nvSpPr>
          <p:cNvPr id="323" name="Google Shape;323;g3d19e2b9925_1_369"/>
          <p:cNvSpPr txBox="1"/>
          <p:nvPr/>
        </p:nvSpPr>
        <p:spPr>
          <a:xfrm>
            <a:off x="-1" y="6288587"/>
            <a:ext cx="5981100" cy="3693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chemeClr val="dk1"/>
              </a:buClr>
              <a:buSzPts val="1800"/>
              <a:buFont typeface="Arial"/>
              <a:buNone/>
            </a:pPr>
            <a:r>
              <a:rPr b="0" i="0" lang="en-US" sz="1800" u="none" cap="none" strike="noStrike">
                <a:solidFill>
                  <a:schemeClr val="lt1"/>
                </a:solidFill>
                <a:latin typeface="Times New Roman"/>
                <a:ea typeface="Times New Roman"/>
                <a:cs typeface="Times New Roman"/>
                <a:sym typeface="Times New Roman"/>
              </a:rPr>
              <a:t>Term Paper Presentation | Ronit Dutta</a:t>
            </a:r>
            <a:endParaRPr b="0" i="0" sz="1800" u="none" cap="none" strike="noStrike">
              <a:solidFill>
                <a:schemeClr val="lt1"/>
              </a:solidFill>
              <a:latin typeface="Times New Roman"/>
              <a:ea typeface="Times New Roman"/>
              <a:cs typeface="Times New Roman"/>
              <a:sym typeface="Times New Roman"/>
            </a:endParaRPr>
          </a:p>
        </p:txBody>
      </p:sp>
      <p:pic>
        <p:nvPicPr>
          <p:cNvPr id="324" name="Google Shape;324;g3d19e2b9925_1_369"/>
          <p:cNvPicPr preferRelativeResize="0"/>
          <p:nvPr/>
        </p:nvPicPr>
        <p:blipFill rotWithShape="1">
          <a:blip r:embed="rId3">
            <a:alphaModFix/>
          </a:blip>
          <a:srcRect b="0" l="0" r="0" t="0"/>
          <a:stretch/>
        </p:blipFill>
        <p:spPr>
          <a:xfrm>
            <a:off x="10590934" y="6330522"/>
            <a:ext cx="1499906" cy="585000"/>
          </a:xfrm>
          <a:prstGeom prst="rect">
            <a:avLst/>
          </a:prstGeom>
          <a:noFill/>
          <a:ln>
            <a:noFill/>
          </a:ln>
        </p:spPr>
      </p:pic>
      <p:sp>
        <p:nvSpPr>
          <p:cNvPr id="325" name="Google Shape;325;g3d19e2b9925_1_369"/>
          <p:cNvSpPr txBox="1"/>
          <p:nvPr/>
        </p:nvSpPr>
        <p:spPr>
          <a:xfrm>
            <a:off x="-1" y="6288587"/>
            <a:ext cx="5981100" cy="3693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chemeClr val="dk1"/>
              </a:buClr>
              <a:buSzPts val="1800"/>
              <a:buFont typeface="Arial"/>
              <a:buNone/>
            </a:pPr>
            <a:r>
              <a:rPr b="0" i="0" lang="en-US" sz="1800" u="none" cap="none" strike="noStrike">
                <a:solidFill>
                  <a:schemeClr val="lt1"/>
                </a:solidFill>
                <a:latin typeface="Times New Roman"/>
                <a:ea typeface="Times New Roman"/>
                <a:cs typeface="Times New Roman"/>
                <a:sym typeface="Times New Roman"/>
              </a:rPr>
              <a:t>Term Paper Presentation | Ronit Dutta</a:t>
            </a:r>
            <a:endParaRPr b="0" i="0" sz="1800" u="none" cap="none" strike="noStrike">
              <a:solidFill>
                <a:schemeClr val="lt1"/>
              </a:solidFill>
              <a:latin typeface="Times New Roman"/>
              <a:ea typeface="Times New Roman"/>
              <a:cs typeface="Times New Roman"/>
              <a:sym typeface="Times New Roman"/>
            </a:endParaRPr>
          </a:p>
        </p:txBody>
      </p:sp>
      <p:pic>
        <p:nvPicPr>
          <p:cNvPr id="326" name="Google Shape;326;g3d19e2b9925_1_369"/>
          <p:cNvPicPr preferRelativeResize="0"/>
          <p:nvPr/>
        </p:nvPicPr>
        <p:blipFill rotWithShape="1">
          <a:blip r:embed="rId3">
            <a:alphaModFix/>
          </a:blip>
          <a:srcRect b="0" l="0" r="0" t="0"/>
          <a:stretch/>
        </p:blipFill>
        <p:spPr>
          <a:xfrm>
            <a:off x="10590934" y="6330522"/>
            <a:ext cx="1499906" cy="585000"/>
          </a:xfrm>
          <a:prstGeom prst="rect">
            <a:avLst/>
          </a:prstGeom>
          <a:noFill/>
          <a:ln>
            <a:noFill/>
          </a:ln>
        </p:spPr>
      </p:pic>
      <p:sp>
        <p:nvSpPr>
          <p:cNvPr id="327" name="Google Shape;327;g3d19e2b9925_1_369"/>
          <p:cNvSpPr txBox="1"/>
          <p:nvPr/>
        </p:nvSpPr>
        <p:spPr>
          <a:xfrm>
            <a:off x="-1" y="6288587"/>
            <a:ext cx="5981100" cy="6465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chemeClr val="dk1"/>
              </a:buClr>
              <a:buSzPts val="1800"/>
              <a:buFont typeface="Arial"/>
              <a:buNone/>
            </a:pPr>
            <a:r>
              <a:rPr b="0" i="0" lang="en-US" sz="1800" u="none" cap="none" strike="noStrike">
                <a:solidFill>
                  <a:schemeClr val="lt1"/>
                </a:solidFill>
                <a:latin typeface="Times New Roman"/>
                <a:ea typeface="Times New Roman"/>
                <a:cs typeface="Times New Roman"/>
                <a:sym typeface="Times New Roman"/>
              </a:rPr>
              <a:t>Machine Learning Professional</a:t>
            </a:r>
            <a:br>
              <a:rPr b="0" i="0" lang="en-US" sz="1800" u="none" cap="none" strike="noStrike">
                <a:solidFill>
                  <a:schemeClr val="lt1"/>
                </a:solidFill>
                <a:latin typeface="Times New Roman"/>
                <a:ea typeface="Times New Roman"/>
                <a:cs typeface="Times New Roman"/>
                <a:sym typeface="Times New Roman"/>
              </a:rPr>
            </a:br>
            <a:r>
              <a:rPr b="0" i="0" lang="en-US" sz="1800" u="none" cap="none" strike="noStrike">
                <a:solidFill>
                  <a:schemeClr val="lt1"/>
                </a:solidFill>
                <a:latin typeface="Times New Roman"/>
                <a:ea typeface="Times New Roman"/>
                <a:cs typeface="Times New Roman"/>
                <a:sym typeface="Times New Roman"/>
              </a:rPr>
              <a:t>Project Presentation</a:t>
            </a:r>
            <a:endParaRPr b="0" i="0" sz="1800" u="none" cap="none" strike="noStrike">
              <a:solidFill>
                <a:schemeClr val="lt1"/>
              </a:solidFill>
              <a:latin typeface="Times New Roman"/>
              <a:ea typeface="Times New Roman"/>
              <a:cs typeface="Times New Roman"/>
              <a:sym typeface="Times New Roman"/>
            </a:endParaRPr>
          </a:p>
        </p:txBody>
      </p:sp>
      <p:pic>
        <p:nvPicPr>
          <p:cNvPr id="328" name="Google Shape;328;g3d19e2b9925_1_369"/>
          <p:cNvPicPr preferRelativeResize="0"/>
          <p:nvPr/>
        </p:nvPicPr>
        <p:blipFill rotWithShape="1">
          <a:blip r:embed="rId4">
            <a:alphaModFix/>
          </a:blip>
          <a:srcRect b="0" l="0" r="0" t="0"/>
          <a:stretch/>
        </p:blipFill>
        <p:spPr>
          <a:xfrm>
            <a:off x="10590875" y="6341462"/>
            <a:ext cx="1500023" cy="585000"/>
          </a:xfrm>
          <a:prstGeom prst="rect">
            <a:avLst/>
          </a:prstGeom>
          <a:noFill/>
          <a:ln>
            <a:noFill/>
          </a:ln>
        </p:spPr>
      </p:pic>
      <p:sp>
        <p:nvSpPr>
          <p:cNvPr id="329" name="Google Shape;329;g3d19e2b9925_1_369"/>
          <p:cNvSpPr txBox="1"/>
          <p:nvPr/>
        </p:nvSpPr>
        <p:spPr>
          <a:xfrm>
            <a:off x="-1" y="6288587"/>
            <a:ext cx="5981100" cy="6465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chemeClr val="dk1"/>
              </a:buClr>
              <a:buSzPts val="1800"/>
              <a:buFont typeface="Arial"/>
              <a:buNone/>
            </a:pPr>
            <a:r>
              <a:rPr b="0" i="0" lang="en-US" sz="1800" u="none" cap="none" strike="noStrike">
                <a:solidFill>
                  <a:schemeClr val="lt1"/>
                </a:solidFill>
                <a:latin typeface="Times New Roman"/>
                <a:ea typeface="Times New Roman"/>
                <a:cs typeface="Times New Roman"/>
                <a:sym typeface="Times New Roman"/>
              </a:rPr>
              <a:t>Machine Learning Professional</a:t>
            </a:r>
            <a:br>
              <a:rPr b="0" i="0" lang="en-US" sz="1800" u="none" cap="none" strike="noStrike">
                <a:solidFill>
                  <a:schemeClr val="lt1"/>
                </a:solidFill>
                <a:latin typeface="Times New Roman"/>
                <a:ea typeface="Times New Roman"/>
                <a:cs typeface="Times New Roman"/>
                <a:sym typeface="Times New Roman"/>
              </a:rPr>
            </a:br>
            <a:r>
              <a:rPr b="0" i="0" lang="en-US" sz="1800" u="none" cap="none" strike="noStrike">
                <a:solidFill>
                  <a:schemeClr val="lt1"/>
                </a:solidFill>
                <a:latin typeface="Times New Roman"/>
                <a:ea typeface="Times New Roman"/>
                <a:cs typeface="Times New Roman"/>
                <a:sym typeface="Times New Roman"/>
              </a:rPr>
              <a:t>Project Presentation</a:t>
            </a:r>
            <a:endParaRPr b="0" i="0" sz="1800" u="none" cap="none" strike="noStrike">
              <a:solidFill>
                <a:schemeClr val="lt1"/>
              </a:solidFill>
              <a:latin typeface="Times New Roman"/>
              <a:ea typeface="Times New Roman"/>
              <a:cs typeface="Times New Roman"/>
              <a:sym typeface="Times New Roman"/>
            </a:endParaRPr>
          </a:p>
        </p:txBody>
      </p:sp>
      <p:pic>
        <p:nvPicPr>
          <p:cNvPr id="330" name="Google Shape;330;g3d19e2b9925_1_369"/>
          <p:cNvPicPr preferRelativeResize="0"/>
          <p:nvPr/>
        </p:nvPicPr>
        <p:blipFill rotWithShape="1">
          <a:blip r:embed="rId4">
            <a:alphaModFix/>
          </a:blip>
          <a:srcRect b="0" l="0" r="0" t="0"/>
          <a:stretch/>
        </p:blipFill>
        <p:spPr>
          <a:xfrm>
            <a:off x="10590875" y="6330524"/>
            <a:ext cx="1500023" cy="585000"/>
          </a:xfrm>
          <a:prstGeom prst="rect">
            <a:avLst/>
          </a:prstGeom>
          <a:noFill/>
          <a:ln>
            <a:noFill/>
          </a:ln>
        </p:spPr>
      </p:pic>
      <p:sp>
        <p:nvSpPr>
          <p:cNvPr id="331" name="Google Shape;331;g3d19e2b9925_1_369"/>
          <p:cNvSpPr txBox="1"/>
          <p:nvPr/>
        </p:nvSpPr>
        <p:spPr>
          <a:xfrm>
            <a:off x="-1" y="6234672"/>
            <a:ext cx="5981100" cy="6465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chemeClr val="dk1"/>
              </a:buClr>
              <a:buSzPts val="1800"/>
              <a:buFont typeface="Arial"/>
              <a:buNone/>
            </a:pPr>
            <a:r>
              <a:rPr b="0" i="0" lang="en-US" sz="1800" u="none" cap="none" strike="noStrike">
                <a:solidFill>
                  <a:schemeClr val="lt1"/>
                </a:solidFill>
                <a:latin typeface="Times New Roman"/>
                <a:ea typeface="Times New Roman"/>
                <a:cs typeface="Times New Roman"/>
                <a:sym typeface="Times New Roman"/>
              </a:rPr>
              <a:t>Machine Learning Professional</a:t>
            </a:r>
            <a:br>
              <a:rPr b="0" i="0" lang="en-US" sz="1800" u="none" cap="none" strike="noStrike">
                <a:solidFill>
                  <a:schemeClr val="lt1"/>
                </a:solidFill>
                <a:latin typeface="Times New Roman"/>
                <a:ea typeface="Times New Roman"/>
                <a:cs typeface="Times New Roman"/>
                <a:sym typeface="Times New Roman"/>
              </a:rPr>
            </a:br>
            <a:r>
              <a:rPr b="0" i="0" lang="en-US" sz="1800" u="none" cap="none" strike="noStrike">
                <a:solidFill>
                  <a:schemeClr val="lt1"/>
                </a:solidFill>
                <a:latin typeface="Times New Roman"/>
                <a:ea typeface="Times New Roman"/>
                <a:cs typeface="Times New Roman"/>
                <a:sym typeface="Times New Roman"/>
              </a:rPr>
              <a:t>Project Presentation</a:t>
            </a:r>
            <a:endParaRPr b="0" i="0" sz="1800" u="none" cap="none" strike="noStrike">
              <a:solidFill>
                <a:schemeClr val="lt1"/>
              </a:solidFill>
              <a:latin typeface="Times New Roman"/>
              <a:ea typeface="Times New Roman"/>
              <a:cs typeface="Times New Roman"/>
              <a:sym typeface="Times New Roman"/>
            </a:endParaRPr>
          </a:p>
        </p:txBody>
      </p:sp>
      <p:pic>
        <p:nvPicPr>
          <p:cNvPr id="332" name="Google Shape;332;g3d19e2b9925_1_369"/>
          <p:cNvPicPr preferRelativeResize="0"/>
          <p:nvPr/>
        </p:nvPicPr>
        <p:blipFill rotWithShape="1">
          <a:blip r:embed="rId4">
            <a:alphaModFix/>
          </a:blip>
          <a:srcRect b="0" l="0" r="0" t="0"/>
          <a:stretch/>
        </p:blipFill>
        <p:spPr>
          <a:xfrm>
            <a:off x="10590875" y="6330524"/>
            <a:ext cx="1500023" cy="585000"/>
          </a:xfrm>
          <a:prstGeom prst="rect">
            <a:avLst/>
          </a:prstGeom>
          <a:noFill/>
          <a:ln>
            <a:noFill/>
          </a:ln>
        </p:spPr>
      </p:pic>
      <p:sp>
        <p:nvSpPr>
          <p:cNvPr id="333" name="Google Shape;333;g3d19e2b9925_1_369"/>
          <p:cNvSpPr txBox="1"/>
          <p:nvPr/>
        </p:nvSpPr>
        <p:spPr>
          <a:xfrm>
            <a:off x="-1" y="6234672"/>
            <a:ext cx="5981100" cy="6465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chemeClr val="dk1"/>
              </a:buClr>
              <a:buSzPts val="1800"/>
              <a:buFont typeface="Arial"/>
              <a:buNone/>
            </a:pPr>
            <a:r>
              <a:rPr b="0" i="0" lang="en-US" sz="1800" u="none" cap="none" strike="noStrike">
                <a:solidFill>
                  <a:schemeClr val="lt1"/>
                </a:solidFill>
                <a:latin typeface="Times New Roman"/>
                <a:ea typeface="Times New Roman"/>
                <a:cs typeface="Times New Roman"/>
                <a:sym typeface="Times New Roman"/>
              </a:rPr>
              <a:t>Machine Learning Professional</a:t>
            </a:r>
            <a:br>
              <a:rPr b="0" i="0" lang="en-US" sz="1800" u="none" cap="none" strike="noStrike">
                <a:solidFill>
                  <a:schemeClr val="lt1"/>
                </a:solidFill>
                <a:latin typeface="Times New Roman"/>
                <a:ea typeface="Times New Roman"/>
                <a:cs typeface="Times New Roman"/>
                <a:sym typeface="Times New Roman"/>
              </a:rPr>
            </a:br>
            <a:r>
              <a:rPr b="0" i="0" lang="en-US" sz="1800" u="none" cap="none" strike="noStrike">
                <a:solidFill>
                  <a:schemeClr val="lt1"/>
                </a:solidFill>
                <a:latin typeface="Times New Roman"/>
                <a:ea typeface="Times New Roman"/>
                <a:cs typeface="Times New Roman"/>
                <a:sym typeface="Times New Roman"/>
              </a:rPr>
              <a:t>Project Presentation</a:t>
            </a:r>
            <a:endParaRPr b="0" i="0" sz="1800" u="none" cap="none" strike="noStrike">
              <a:solidFill>
                <a:schemeClr val="lt1"/>
              </a:solidFill>
              <a:latin typeface="Times New Roman"/>
              <a:ea typeface="Times New Roman"/>
              <a:cs typeface="Times New Roman"/>
              <a:sym typeface="Times New Roman"/>
            </a:endParaRPr>
          </a:p>
        </p:txBody>
      </p:sp>
      <p:pic>
        <p:nvPicPr>
          <p:cNvPr id="334" name="Google Shape;334;g3d19e2b9925_1_369"/>
          <p:cNvPicPr preferRelativeResize="0"/>
          <p:nvPr/>
        </p:nvPicPr>
        <p:blipFill rotWithShape="1">
          <a:blip r:embed="rId4">
            <a:alphaModFix/>
          </a:blip>
          <a:srcRect b="0" l="0" r="0" t="0"/>
          <a:stretch/>
        </p:blipFill>
        <p:spPr>
          <a:xfrm>
            <a:off x="10590875" y="6330524"/>
            <a:ext cx="1500023" cy="585000"/>
          </a:xfrm>
          <a:prstGeom prst="rect">
            <a:avLst/>
          </a:prstGeom>
          <a:noFill/>
          <a:ln>
            <a:noFill/>
          </a:ln>
        </p:spPr>
      </p:pic>
      <p:sp>
        <p:nvSpPr>
          <p:cNvPr id="335" name="Google Shape;335;g3d19e2b9925_1_369"/>
          <p:cNvSpPr txBox="1"/>
          <p:nvPr/>
        </p:nvSpPr>
        <p:spPr>
          <a:xfrm>
            <a:off x="-1" y="6234672"/>
            <a:ext cx="5981100" cy="6465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chemeClr val="dk1"/>
              </a:buClr>
              <a:buSzPts val="1800"/>
              <a:buFont typeface="Arial"/>
              <a:buNone/>
            </a:pPr>
            <a:r>
              <a:rPr b="0" i="0" lang="en-US" sz="1800" u="none" cap="none" strike="noStrike">
                <a:solidFill>
                  <a:schemeClr val="lt1"/>
                </a:solidFill>
                <a:latin typeface="Times New Roman"/>
                <a:ea typeface="Times New Roman"/>
                <a:cs typeface="Times New Roman"/>
                <a:sym typeface="Times New Roman"/>
              </a:rPr>
              <a:t>Nanoelectronics - Seminar Presentation</a:t>
            </a:r>
            <a:br>
              <a:rPr b="0" i="0" lang="en-US" sz="1800" u="none" cap="none" strike="noStrike">
                <a:solidFill>
                  <a:schemeClr val="lt1"/>
                </a:solidFill>
                <a:latin typeface="Times New Roman"/>
                <a:ea typeface="Times New Roman"/>
                <a:cs typeface="Times New Roman"/>
                <a:sym typeface="Times New Roman"/>
              </a:rPr>
            </a:br>
            <a:r>
              <a:rPr b="0" i="0" lang="en-US" sz="1800" u="none" cap="none" strike="noStrike">
                <a:solidFill>
                  <a:schemeClr val="lt1"/>
                </a:solidFill>
                <a:latin typeface="Times New Roman"/>
                <a:ea typeface="Times New Roman"/>
                <a:cs typeface="Times New Roman"/>
                <a:sym typeface="Times New Roman"/>
              </a:rPr>
              <a:t>Ronit Dutta</a:t>
            </a:r>
            <a:endParaRPr b="0" i="0" sz="1800" u="none" cap="none" strike="noStrike">
              <a:solidFill>
                <a:schemeClr val="lt1"/>
              </a:solidFill>
              <a:latin typeface="Times New Roman"/>
              <a:ea typeface="Times New Roman"/>
              <a:cs typeface="Times New Roman"/>
              <a:sym typeface="Times New Roman"/>
            </a:endParaRPr>
          </a:p>
        </p:txBody>
      </p:sp>
      <p:pic>
        <p:nvPicPr>
          <p:cNvPr id="336" name="Google Shape;336;g3d19e2b9925_1_369"/>
          <p:cNvPicPr preferRelativeResize="0"/>
          <p:nvPr/>
        </p:nvPicPr>
        <p:blipFill rotWithShape="1">
          <a:blip r:embed="rId4">
            <a:alphaModFix/>
          </a:blip>
          <a:srcRect b="0" l="0" r="0" t="0"/>
          <a:stretch/>
        </p:blipFill>
        <p:spPr>
          <a:xfrm>
            <a:off x="10590875" y="6330524"/>
            <a:ext cx="1500023" cy="585000"/>
          </a:xfrm>
          <a:prstGeom prst="rect">
            <a:avLst/>
          </a:prstGeom>
          <a:noFill/>
          <a:ln>
            <a:noFill/>
          </a:ln>
        </p:spPr>
      </p:pic>
      <p:pic>
        <p:nvPicPr>
          <p:cNvPr id="337" name="Google Shape;337;g3d19e2b9925_1_369"/>
          <p:cNvPicPr preferRelativeResize="0"/>
          <p:nvPr/>
        </p:nvPicPr>
        <p:blipFill rotWithShape="1">
          <a:blip r:embed="rId3">
            <a:alphaModFix/>
          </a:blip>
          <a:srcRect b="0" l="0" r="0" t="0"/>
          <a:stretch/>
        </p:blipFill>
        <p:spPr>
          <a:xfrm>
            <a:off x="10590934" y="6330522"/>
            <a:ext cx="1499906" cy="585000"/>
          </a:xfrm>
          <a:prstGeom prst="rect">
            <a:avLst/>
          </a:prstGeom>
          <a:noFill/>
          <a:ln>
            <a:noFill/>
          </a:ln>
        </p:spPr>
      </p:pic>
      <p:sp>
        <p:nvSpPr>
          <p:cNvPr id="338" name="Google Shape;338;g3d19e2b9925_1_369"/>
          <p:cNvSpPr txBox="1"/>
          <p:nvPr/>
        </p:nvSpPr>
        <p:spPr>
          <a:xfrm>
            <a:off x="-1" y="6288587"/>
            <a:ext cx="5981100" cy="3693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chemeClr val="dk1"/>
              </a:buClr>
              <a:buSzPts val="1800"/>
              <a:buFont typeface="Arial"/>
              <a:buNone/>
            </a:pPr>
            <a:r>
              <a:rPr b="0" i="0" lang="en-US" sz="1800" u="none" cap="none" strike="noStrike">
                <a:solidFill>
                  <a:schemeClr val="lt1"/>
                </a:solidFill>
                <a:latin typeface="Times New Roman"/>
                <a:ea typeface="Times New Roman"/>
                <a:cs typeface="Times New Roman"/>
                <a:sym typeface="Times New Roman"/>
              </a:rPr>
              <a:t>Term Paper Presentation | Ronit Dutta</a:t>
            </a:r>
            <a:endParaRPr b="0" i="0" sz="1800" u="none" cap="none" strike="noStrike">
              <a:solidFill>
                <a:schemeClr val="lt1"/>
              </a:solidFill>
              <a:latin typeface="Times New Roman"/>
              <a:ea typeface="Times New Roman"/>
              <a:cs typeface="Times New Roman"/>
              <a:sym typeface="Times New Roman"/>
            </a:endParaRPr>
          </a:p>
        </p:txBody>
      </p:sp>
      <p:pic>
        <p:nvPicPr>
          <p:cNvPr id="339" name="Google Shape;339;g3d19e2b9925_1_369"/>
          <p:cNvPicPr preferRelativeResize="0"/>
          <p:nvPr/>
        </p:nvPicPr>
        <p:blipFill rotWithShape="1">
          <a:blip r:embed="rId3">
            <a:alphaModFix/>
          </a:blip>
          <a:srcRect b="0" l="0" r="0" t="0"/>
          <a:stretch/>
        </p:blipFill>
        <p:spPr>
          <a:xfrm>
            <a:off x="10590934" y="6330522"/>
            <a:ext cx="1499906" cy="585000"/>
          </a:xfrm>
          <a:prstGeom prst="rect">
            <a:avLst/>
          </a:prstGeom>
          <a:noFill/>
          <a:ln>
            <a:noFill/>
          </a:ln>
        </p:spPr>
      </p:pic>
      <p:sp>
        <p:nvSpPr>
          <p:cNvPr id="340" name="Google Shape;340;g3d19e2b9925_1_369"/>
          <p:cNvSpPr txBox="1"/>
          <p:nvPr/>
        </p:nvSpPr>
        <p:spPr>
          <a:xfrm>
            <a:off x="-1" y="6288587"/>
            <a:ext cx="5981100" cy="3693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chemeClr val="dk1"/>
              </a:buClr>
              <a:buSzPts val="1800"/>
              <a:buFont typeface="Arial"/>
              <a:buNone/>
            </a:pPr>
            <a:r>
              <a:rPr b="0" i="0" lang="en-US" sz="1800" u="none" cap="none" strike="noStrike">
                <a:solidFill>
                  <a:schemeClr val="lt1"/>
                </a:solidFill>
                <a:latin typeface="Times New Roman"/>
                <a:ea typeface="Times New Roman"/>
                <a:cs typeface="Times New Roman"/>
                <a:sym typeface="Times New Roman"/>
              </a:rPr>
              <a:t>Term Paper Presentation | Ronit Dutta</a:t>
            </a:r>
            <a:endParaRPr b="0" i="0" sz="1800" u="none" cap="none" strike="noStrike">
              <a:solidFill>
                <a:schemeClr val="lt1"/>
              </a:solidFill>
              <a:latin typeface="Times New Roman"/>
              <a:ea typeface="Times New Roman"/>
              <a:cs typeface="Times New Roman"/>
              <a:sym typeface="Times New Roman"/>
            </a:endParaRPr>
          </a:p>
        </p:txBody>
      </p:sp>
      <p:pic>
        <p:nvPicPr>
          <p:cNvPr id="341" name="Google Shape;341;g3d19e2b9925_1_369"/>
          <p:cNvPicPr preferRelativeResize="0"/>
          <p:nvPr/>
        </p:nvPicPr>
        <p:blipFill rotWithShape="1">
          <a:blip r:embed="rId3">
            <a:alphaModFix/>
          </a:blip>
          <a:srcRect b="0" l="0" r="0" t="0"/>
          <a:stretch/>
        </p:blipFill>
        <p:spPr>
          <a:xfrm>
            <a:off x="10590934" y="6330522"/>
            <a:ext cx="1499906" cy="585000"/>
          </a:xfrm>
          <a:prstGeom prst="rect">
            <a:avLst/>
          </a:prstGeom>
          <a:noFill/>
          <a:ln>
            <a:noFill/>
          </a:ln>
        </p:spPr>
      </p:pic>
      <p:sp>
        <p:nvSpPr>
          <p:cNvPr id="342" name="Google Shape;342;g3d19e2b9925_1_369"/>
          <p:cNvSpPr txBox="1"/>
          <p:nvPr/>
        </p:nvSpPr>
        <p:spPr>
          <a:xfrm>
            <a:off x="-1" y="6288587"/>
            <a:ext cx="5981100" cy="6465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chemeClr val="dk1"/>
              </a:buClr>
              <a:buSzPts val="1800"/>
              <a:buFont typeface="Arial"/>
              <a:buNone/>
            </a:pPr>
            <a:r>
              <a:rPr b="0" i="0" lang="en-US" sz="1800" u="none" cap="none" strike="noStrike">
                <a:solidFill>
                  <a:schemeClr val="lt1"/>
                </a:solidFill>
                <a:latin typeface="Times New Roman"/>
                <a:ea typeface="Times New Roman"/>
                <a:cs typeface="Times New Roman"/>
                <a:sym typeface="Times New Roman"/>
              </a:rPr>
              <a:t>Machine Learning Professional</a:t>
            </a:r>
            <a:br>
              <a:rPr b="0" i="0" lang="en-US" sz="1800" u="none" cap="none" strike="noStrike">
                <a:solidFill>
                  <a:schemeClr val="lt1"/>
                </a:solidFill>
                <a:latin typeface="Times New Roman"/>
                <a:ea typeface="Times New Roman"/>
                <a:cs typeface="Times New Roman"/>
                <a:sym typeface="Times New Roman"/>
              </a:rPr>
            </a:br>
            <a:r>
              <a:rPr b="0" i="0" lang="en-US" sz="1800" u="none" cap="none" strike="noStrike">
                <a:solidFill>
                  <a:schemeClr val="lt1"/>
                </a:solidFill>
                <a:latin typeface="Times New Roman"/>
                <a:ea typeface="Times New Roman"/>
                <a:cs typeface="Times New Roman"/>
                <a:sym typeface="Times New Roman"/>
              </a:rPr>
              <a:t>Project Presentation</a:t>
            </a:r>
            <a:endParaRPr b="0" i="0" sz="1800" u="none" cap="none" strike="noStrike">
              <a:solidFill>
                <a:schemeClr val="lt1"/>
              </a:solidFill>
              <a:latin typeface="Times New Roman"/>
              <a:ea typeface="Times New Roman"/>
              <a:cs typeface="Times New Roman"/>
              <a:sym typeface="Times New Roman"/>
            </a:endParaRPr>
          </a:p>
        </p:txBody>
      </p:sp>
      <p:pic>
        <p:nvPicPr>
          <p:cNvPr id="343" name="Google Shape;343;g3d19e2b9925_1_369"/>
          <p:cNvPicPr preferRelativeResize="0"/>
          <p:nvPr/>
        </p:nvPicPr>
        <p:blipFill rotWithShape="1">
          <a:blip r:embed="rId4">
            <a:alphaModFix/>
          </a:blip>
          <a:srcRect b="0" l="0" r="0" t="0"/>
          <a:stretch/>
        </p:blipFill>
        <p:spPr>
          <a:xfrm>
            <a:off x="10590875" y="6341462"/>
            <a:ext cx="1500023" cy="585000"/>
          </a:xfrm>
          <a:prstGeom prst="rect">
            <a:avLst/>
          </a:prstGeom>
          <a:noFill/>
          <a:ln>
            <a:noFill/>
          </a:ln>
        </p:spPr>
      </p:pic>
      <p:sp>
        <p:nvSpPr>
          <p:cNvPr id="344" name="Google Shape;344;g3d19e2b9925_1_369"/>
          <p:cNvSpPr txBox="1"/>
          <p:nvPr/>
        </p:nvSpPr>
        <p:spPr>
          <a:xfrm>
            <a:off x="-1" y="6288587"/>
            <a:ext cx="5981100" cy="6465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chemeClr val="dk1"/>
              </a:buClr>
              <a:buSzPts val="1800"/>
              <a:buFont typeface="Arial"/>
              <a:buNone/>
            </a:pPr>
            <a:r>
              <a:rPr b="0" i="0" lang="en-US" sz="1800" u="none" cap="none" strike="noStrike">
                <a:solidFill>
                  <a:schemeClr val="lt1"/>
                </a:solidFill>
                <a:latin typeface="Times New Roman"/>
                <a:ea typeface="Times New Roman"/>
                <a:cs typeface="Times New Roman"/>
                <a:sym typeface="Times New Roman"/>
              </a:rPr>
              <a:t>Machine Learning Professional</a:t>
            </a:r>
            <a:br>
              <a:rPr b="0" i="0" lang="en-US" sz="1800" u="none" cap="none" strike="noStrike">
                <a:solidFill>
                  <a:schemeClr val="lt1"/>
                </a:solidFill>
                <a:latin typeface="Times New Roman"/>
                <a:ea typeface="Times New Roman"/>
                <a:cs typeface="Times New Roman"/>
                <a:sym typeface="Times New Roman"/>
              </a:rPr>
            </a:br>
            <a:r>
              <a:rPr b="0" i="0" lang="en-US" sz="1800" u="none" cap="none" strike="noStrike">
                <a:solidFill>
                  <a:schemeClr val="lt1"/>
                </a:solidFill>
                <a:latin typeface="Times New Roman"/>
                <a:ea typeface="Times New Roman"/>
                <a:cs typeface="Times New Roman"/>
                <a:sym typeface="Times New Roman"/>
              </a:rPr>
              <a:t>Project Presentation</a:t>
            </a:r>
            <a:endParaRPr b="0" i="0" sz="1800" u="none" cap="none" strike="noStrike">
              <a:solidFill>
                <a:schemeClr val="lt1"/>
              </a:solidFill>
              <a:latin typeface="Times New Roman"/>
              <a:ea typeface="Times New Roman"/>
              <a:cs typeface="Times New Roman"/>
              <a:sym typeface="Times New Roman"/>
            </a:endParaRPr>
          </a:p>
        </p:txBody>
      </p:sp>
      <p:pic>
        <p:nvPicPr>
          <p:cNvPr id="345" name="Google Shape;345;g3d19e2b9925_1_369"/>
          <p:cNvPicPr preferRelativeResize="0"/>
          <p:nvPr/>
        </p:nvPicPr>
        <p:blipFill rotWithShape="1">
          <a:blip r:embed="rId4">
            <a:alphaModFix/>
          </a:blip>
          <a:srcRect b="0" l="0" r="0" t="0"/>
          <a:stretch/>
        </p:blipFill>
        <p:spPr>
          <a:xfrm>
            <a:off x="10590875" y="6330524"/>
            <a:ext cx="1500023" cy="585000"/>
          </a:xfrm>
          <a:prstGeom prst="rect">
            <a:avLst/>
          </a:prstGeom>
          <a:noFill/>
          <a:ln>
            <a:noFill/>
          </a:ln>
        </p:spPr>
      </p:pic>
      <p:sp>
        <p:nvSpPr>
          <p:cNvPr id="346" name="Google Shape;346;g3d19e2b9925_1_369"/>
          <p:cNvSpPr txBox="1"/>
          <p:nvPr/>
        </p:nvSpPr>
        <p:spPr>
          <a:xfrm>
            <a:off x="-1" y="6234672"/>
            <a:ext cx="5981100" cy="6465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chemeClr val="dk1"/>
              </a:buClr>
              <a:buSzPts val="1800"/>
              <a:buFont typeface="Arial"/>
              <a:buNone/>
            </a:pPr>
            <a:r>
              <a:rPr b="0" i="0" lang="en-US" sz="1800" u="none" cap="none" strike="noStrike">
                <a:solidFill>
                  <a:schemeClr val="lt1"/>
                </a:solidFill>
                <a:latin typeface="Times New Roman"/>
                <a:ea typeface="Times New Roman"/>
                <a:cs typeface="Times New Roman"/>
                <a:sym typeface="Times New Roman"/>
              </a:rPr>
              <a:t>Machine Learning Professional</a:t>
            </a:r>
            <a:br>
              <a:rPr b="0" i="0" lang="en-US" sz="1800" u="none" cap="none" strike="noStrike">
                <a:solidFill>
                  <a:schemeClr val="lt1"/>
                </a:solidFill>
                <a:latin typeface="Times New Roman"/>
                <a:ea typeface="Times New Roman"/>
                <a:cs typeface="Times New Roman"/>
                <a:sym typeface="Times New Roman"/>
              </a:rPr>
            </a:br>
            <a:r>
              <a:rPr b="0" i="0" lang="en-US" sz="1800" u="none" cap="none" strike="noStrike">
                <a:solidFill>
                  <a:schemeClr val="lt1"/>
                </a:solidFill>
                <a:latin typeface="Times New Roman"/>
                <a:ea typeface="Times New Roman"/>
                <a:cs typeface="Times New Roman"/>
                <a:sym typeface="Times New Roman"/>
              </a:rPr>
              <a:t>Project Presentation</a:t>
            </a:r>
            <a:endParaRPr b="0" i="0" sz="1800" u="none" cap="none" strike="noStrike">
              <a:solidFill>
                <a:schemeClr val="lt1"/>
              </a:solidFill>
              <a:latin typeface="Times New Roman"/>
              <a:ea typeface="Times New Roman"/>
              <a:cs typeface="Times New Roman"/>
              <a:sym typeface="Times New Roman"/>
            </a:endParaRPr>
          </a:p>
        </p:txBody>
      </p:sp>
      <p:pic>
        <p:nvPicPr>
          <p:cNvPr id="347" name="Google Shape;347;g3d19e2b9925_1_369"/>
          <p:cNvPicPr preferRelativeResize="0"/>
          <p:nvPr/>
        </p:nvPicPr>
        <p:blipFill rotWithShape="1">
          <a:blip r:embed="rId4">
            <a:alphaModFix/>
          </a:blip>
          <a:srcRect b="0" l="0" r="0" t="0"/>
          <a:stretch/>
        </p:blipFill>
        <p:spPr>
          <a:xfrm>
            <a:off x="10590875" y="6330524"/>
            <a:ext cx="1500023" cy="585000"/>
          </a:xfrm>
          <a:prstGeom prst="rect">
            <a:avLst/>
          </a:prstGeom>
          <a:noFill/>
          <a:ln>
            <a:noFill/>
          </a:ln>
        </p:spPr>
      </p:pic>
      <p:sp>
        <p:nvSpPr>
          <p:cNvPr id="348" name="Google Shape;348;g3d19e2b9925_1_369"/>
          <p:cNvSpPr txBox="1"/>
          <p:nvPr/>
        </p:nvSpPr>
        <p:spPr>
          <a:xfrm>
            <a:off x="-1" y="6234672"/>
            <a:ext cx="5981100" cy="6465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chemeClr val="dk1"/>
              </a:buClr>
              <a:buSzPts val="1800"/>
              <a:buFont typeface="Arial"/>
              <a:buNone/>
            </a:pPr>
            <a:r>
              <a:rPr b="0" i="0" lang="en-US" sz="1800" u="none" cap="none" strike="noStrike">
                <a:solidFill>
                  <a:schemeClr val="lt1"/>
                </a:solidFill>
                <a:latin typeface="Times New Roman"/>
                <a:ea typeface="Times New Roman"/>
                <a:cs typeface="Times New Roman"/>
                <a:sym typeface="Times New Roman"/>
              </a:rPr>
              <a:t>Machine Learning Professional</a:t>
            </a:r>
            <a:br>
              <a:rPr b="0" i="0" lang="en-US" sz="1800" u="none" cap="none" strike="noStrike">
                <a:solidFill>
                  <a:schemeClr val="lt1"/>
                </a:solidFill>
                <a:latin typeface="Times New Roman"/>
                <a:ea typeface="Times New Roman"/>
                <a:cs typeface="Times New Roman"/>
                <a:sym typeface="Times New Roman"/>
              </a:rPr>
            </a:br>
            <a:r>
              <a:rPr b="0" i="0" lang="en-US" sz="1800" u="none" cap="none" strike="noStrike">
                <a:solidFill>
                  <a:schemeClr val="lt1"/>
                </a:solidFill>
                <a:latin typeface="Times New Roman"/>
                <a:ea typeface="Times New Roman"/>
                <a:cs typeface="Times New Roman"/>
                <a:sym typeface="Times New Roman"/>
              </a:rPr>
              <a:t>Project Presentation</a:t>
            </a:r>
            <a:endParaRPr b="0" i="0" sz="1800" u="none" cap="none" strike="noStrike">
              <a:solidFill>
                <a:schemeClr val="lt1"/>
              </a:solidFill>
              <a:latin typeface="Times New Roman"/>
              <a:ea typeface="Times New Roman"/>
              <a:cs typeface="Times New Roman"/>
              <a:sym typeface="Times New Roman"/>
            </a:endParaRPr>
          </a:p>
        </p:txBody>
      </p:sp>
      <p:pic>
        <p:nvPicPr>
          <p:cNvPr id="349" name="Google Shape;349;g3d19e2b9925_1_369"/>
          <p:cNvPicPr preferRelativeResize="0"/>
          <p:nvPr/>
        </p:nvPicPr>
        <p:blipFill rotWithShape="1">
          <a:blip r:embed="rId4">
            <a:alphaModFix/>
          </a:blip>
          <a:srcRect b="0" l="0" r="0" t="0"/>
          <a:stretch/>
        </p:blipFill>
        <p:spPr>
          <a:xfrm>
            <a:off x="10590875" y="6330524"/>
            <a:ext cx="1500023" cy="585000"/>
          </a:xfrm>
          <a:prstGeom prst="rect">
            <a:avLst/>
          </a:prstGeom>
          <a:noFill/>
          <a:ln>
            <a:noFill/>
          </a:ln>
        </p:spPr>
      </p:pic>
      <p:sp>
        <p:nvSpPr>
          <p:cNvPr id="350" name="Google Shape;350;g3d19e2b9925_1_369"/>
          <p:cNvSpPr txBox="1"/>
          <p:nvPr/>
        </p:nvSpPr>
        <p:spPr>
          <a:xfrm>
            <a:off x="-1" y="6234672"/>
            <a:ext cx="5981100" cy="6465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chemeClr val="dk1"/>
              </a:buClr>
              <a:buSzPts val="1800"/>
              <a:buFont typeface="Arial"/>
              <a:buNone/>
            </a:pPr>
            <a:r>
              <a:rPr b="0" i="0" lang="en-US" sz="1800" u="none" cap="none" strike="noStrike">
                <a:solidFill>
                  <a:schemeClr val="lt1"/>
                </a:solidFill>
                <a:latin typeface="Times New Roman"/>
                <a:ea typeface="Times New Roman"/>
                <a:cs typeface="Times New Roman"/>
                <a:sym typeface="Times New Roman"/>
              </a:rPr>
              <a:t>Nanoelectronics - Seminar Presentation</a:t>
            </a:r>
            <a:br>
              <a:rPr b="0" i="0" lang="en-US" sz="1800" u="none" cap="none" strike="noStrike">
                <a:solidFill>
                  <a:schemeClr val="lt1"/>
                </a:solidFill>
                <a:latin typeface="Times New Roman"/>
                <a:ea typeface="Times New Roman"/>
                <a:cs typeface="Times New Roman"/>
                <a:sym typeface="Times New Roman"/>
              </a:rPr>
            </a:br>
            <a:r>
              <a:rPr b="0" i="0" lang="en-US" sz="1800" u="none" cap="none" strike="noStrike">
                <a:solidFill>
                  <a:schemeClr val="lt1"/>
                </a:solidFill>
                <a:latin typeface="Times New Roman"/>
                <a:ea typeface="Times New Roman"/>
                <a:cs typeface="Times New Roman"/>
                <a:sym typeface="Times New Roman"/>
              </a:rPr>
              <a:t>Ronit Dutta</a:t>
            </a:r>
            <a:endParaRPr b="0" i="0" sz="1800" u="none" cap="none" strike="noStrike">
              <a:solidFill>
                <a:schemeClr val="lt1"/>
              </a:solidFill>
              <a:latin typeface="Times New Roman"/>
              <a:ea typeface="Times New Roman"/>
              <a:cs typeface="Times New Roman"/>
              <a:sym typeface="Times New Roman"/>
            </a:endParaRPr>
          </a:p>
        </p:txBody>
      </p:sp>
      <p:pic>
        <p:nvPicPr>
          <p:cNvPr id="351" name="Google Shape;351;g3d19e2b9925_1_369"/>
          <p:cNvPicPr preferRelativeResize="0"/>
          <p:nvPr/>
        </p:nvPicPr>
        <p:blipFill rotWithShape="1">
          <a:blip r:embed="rId4">
            <a:alphaModFix/>
          </a:blip>
          <a:srcRect b="0" l="0" r="0" t="0"/>
          <a:stretch/>
        </p:blipFill>
        <p:spPr>
          <a:xfrm>
            <a:off x="10590875" y="6330524"/>
            <a:ext cx="1500023" cy="585000"/>
          </a:xfrm>
          <a:prstGeom prst="rect">
            <a:avLst/>
          </a:prstGeom>
          <a:noFill/>
          <a:ln>
            <a:noFill/>
          </a:ln>
        </p:spPr>
      </p:pic>
      <p:pic>
        <p:nvPicPr>
          <p:cNvPr id="352" name="Google Shape;352;g3d19e2b9925_1_369"/>
          <p:cNvPicPr preferRelativeResize="0"/>
          <p:nvPr/>
        </p:nvPicPr>
        <p:blipFill rotWithShape="1">
          <a:blip r:embed="rId6">
            <a:alphaModFix/>
          </a:blip>
          <a:srcRect b="0" l="0" r="0" t="0"/>
          <a:stretch/>
        </p:blipFill>
        <p:spPr>
          <a:xfrm>
            <a:off x="0" y="6234674"/>
            <a:ext cx="12192000" cy="1165875"/>
          </a:xfrm>
          <a:prstGeom prst="rect">
            <a:avLst/>
          </a:prstGeom>
          <a:noFill/>
          <a:ln>
            <a:noFill/>
          </a:ln>
        </p:spPr>
      </p:pic>
      <p:sp>
        <p:nvSpPr>
          <p:cNvPr id="353" name="Google Shape;353;g3d19e2b9925_1_369"/>
          <p:cNvSpPr txBox="1"/>
          <p:nvPr/>
        </p:nvSpPr>
        <p:spPr>
          <a:xfrm>
            <a:off x="-1" y="6310697"/>
            <a:ext cx="5981100" cy="6465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chemeClr val="dk1"/>
              </a:buClr>
              <a:buSzPts val="1800"/>
              <a:buFont typeface="Arial"/>
              <a:buNone/>
            </a:pPr>
            <a:r>
              <a:rPr lang="en-US" sz="1800">
                <a:solidFill>
                  <a:schemeClr val="lt1"/>
                </a:solidFill>
                <a:latin typeface="Times New Roman"/>
                <a:ea typeface="Times New Roman"/>
                <a:cs typeface="Times New Roman"/>
                <a:sym typeface="Times New Roman"/>
              </a:rPr>
              <a:t>Applied Mathematics for Engineering [MIDTERM PROJECT]</a:t>
            </a:r>
            <a:br>
              <a:rPr b="0" i="0" lang="en-US" sz="1800" u="none" cap="none" strike="noStrike">
                <a:solidFill>
                  <a:schemeClr val="lt1"/>
                </a:solidFill>
                <a:latin typeface="Times New Roman"/>
                <a:ea typeface="Times New Roman"/>
                <a:cs typeface="Times New Roman"/>
                <a:sym typeface="Times New Roman"/>
              </a:rPr>
            </a:br>
            <a:r>
              <a:rPr b="0" i="0" lang="en-US" sz="1800" u="none" cap="none" strike="noStrike">
                <a:solidFill>
                  <a:schemeClr val="lt1"/>
                </a:solidFill>
                <a:latin typeface="Times New Roman"/>
                <a:ea typeface="Times New Roman"/>
                <a:cs typeface="Times New Roman"/>
                <a:sym typeface="Times New Roman"/>
              </a:rPr>
              <a:t>Ronit Dutta</a:t>
            </a:r>
            <a:endParaRPr b="0" i="0" sz="1800" u="none" cap="none" strike="noStrike">
              <a:solidFill>
                <a:schemeClr val="lt1"/>
              </a:solidFill>
              <a:latin typeface="Times New Roman"/>
              <a:ea typeface="Times New Roman"/>
              <a:cs typeface="Times New Roman"/>
              <a:sym typeface="Times New Roman"/>
            </a:endParaRPr>
          </a:p>
        </p:txBody>
      </p:sp>
      <p:pic>
        <p:nvPicPr>
          <p:cNvPr id="354" name="Google Shape;354;g3d19e2b9925_1_369"/>
          <p:cNvPicPr preferRelativeResize="0"/>
          <p:nvPr/>
        </p:nvPicPr>
        <p:blipFill rotWithShape="1">
          <a:blip r:embed="rId4">
            <a:alphaModFix/>
          </a:blip>
          <a:srcRect b="0" l="0" r="0" t="0"/>
          <a:stretch/>
        </p:blipFill>
        <p:spPr>
          <a:xfrm>
            <a:off x="10579375" y="6341449"/>
            <a:ext cx="1500023" cy="585000"/>
          </a:xfrm>
          <a:prstGeom prst="rect">
            <a:avLst/>
          </a:prstGeom>
          <a:noFill/>
          <a:ln>
            <a:noFill/>
          </a:ln>
        </p:spPr>
      </p:pic>
      <p:pic>
        <p:nvPicPr>
          <p:cNvPr id="355" name="Google Shape;355;g3d19e2b9925_1_369"/>
          <p:cNvPicPr preferRelativeResize="0"/>
          <p:nvPr/>
        </p:nvPicPr>
        <p:blipFill rotWithShape="1">
          <a:blip r:embed="rId6">
            <a:alphaModFix/>
          </a:blip>
          <a:srcRect b="0" l="0" r="0" t="0"/>
          <a:stretch/>
        </p:blipFill>
        <p:spPr>
          <a:xfrm>
            <a:off x="0" y="6330524"/>
            <a:ext cx="12192000" cy="1165875"/>
          </a:xfrm>
          <a:prstGeom prst="rect">
            <a:avLst/>
          </a:prstGeom>
          <a:noFill/>
          <a:ln>
            <a:noFill/>
          </a:ln>
        </p:spPr>
      </p:pic>
      <p:sp>
        <p:nvSpPr>
          <p:cNvPr id="356" name="Google Shape;356;g3d19e2b9925_1_369"/>
          <p:cNvSpPr txBox="1"/>
          <p:nvPr/>
        </p:nvSpPr>
        <p:spPr>
          <a:xfrm>
            <a:off x="-1" y="6445547"/>
            <a:ext cx="5981100" cy="6465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chemeClr val="dk1"/>
              </a:buClr>
              <a:buSzPts val="1800"/>
              <a:buFont typeface="Arial"/>
              <a:buNone/>
            </a:pPr>
            <a:r>
              <a:rPr lang="en-US" sz="1800">
                <a:solidFill>
                  <a:schemeClr val="lt1"/>
                </a:solidFill>
                <a:latin typeface="Times New Roman"/>
                <a:ea typeface="Times New Roman"/>
                <a:cs typeface="Times New Roman"/>
                <a:sym typeface="Times New Roman"/>
              </a:rPr>
              <a:t>Applied Mathematics for Engineering [MIDTERM PROJECT]</a:t>
            </a:r>
            <a:br>
              <a:rPr b="0" i="0" lang="en-US" sz="1800" u="none" cap="none" strike="noStrike">
                <a:solidFill>
                  <a:schemeClr val="lt1"/>
                </a:solidFill>
                <a:latin typeface="Times New Roman"/>
                <a:ea typeface="Times New Roman"/>
                <a:cs typeface="Times New Roman"/>
                <a:sym typeface="Times New Roman"/>
              </a:rPr>
            </a:br>
            <a:r>
              <a:rPr b="0" i="0" lang="en-US" sz="1800" u="none" cap="none" strike="noStrike">
                <a:solidFill>
                  <a:schemeClr val="lt1"/>
                </a:solidFill>
                <a:latin typeface="Times New Roman"/>
                <a:ea typeface="Times New Roman"/>
                <a:cs typeface="Times New Roman"/>
                <a:sym typeface="Times New Roman"/>
              </a:rPr>
              <a:t>Ronit Dutta</a:t>
            </a:r>
            <a:endParaRPr b="0" i="0" sz="1800" u="none" cap="none" strike="noStrike">
              <a:solidFill>
                <a:schemeClr val="lt1"/>
              </a:solidFill>
              <a:latin typeface="Times New Roman"/>
              <a:ea typeface="Times New Roman"/>
              <a:cs typeface="Times New Roman"/>
              <a:sym typeface="Times New Roman"/>
            </a:endParaRPr>
          </a:p>
        </p:txBody>
      </p:sp>
      <p:pic>
        <p:nvPicPr>
          <p:cNvPr id="357" name="Google Shape;357;g3d19e2b9925_1_369"/>
          <p:cNvPicPr preferRelativeResize="0"/>
          <p:nvPr/>
        </p:nvPicPr>
        <p:blipFill rotWithShape="1">
          <a:blip r:embed="rId4">
            <a:alphaModFix/>
          </a:blip>
          <a:srcRect b="0" l="0" r="0" t="0"/>
          <a:stretch/>
        </p:blipFill>
        <p:spPr>
          <a:xfrm>
            <a:off x="10579375" y="6476299"/>
            <a:ext cx="1500023" cy="585000"/>
          </a:xfrm>
          <a:prstGeom prst="rect">
            <a:avLst/>
          </a:prstGeom>
          <a:noFill/>
          <a:ln>
            <a:noFill/>
          </a:ln>
        </p:spPr>
      </p:pic>
      <p:pic>
        <p:nvPicPr>
          <p:cNvPr id="358" name="Google Shape;358;g3d19e2b9925_1_369"/>
          <p:cNvPicPr preferRelativeResize="0"/>
          <p:nvPr/>
        </p:nvPicPr>
        <p:blipFill rotWithShape="1">
          <a:blip r:embed="rId3">
            <a:alphaModFix/>
          </a:blip>
          <a:srcRect b="0" l="0" r="0" t="0"/>
          <a:stretch/>
        </p:blipFill>
        <p:spPr>
          <a:xfrm>
            <a:off x="10590934" y="6330522"/>
            <a:ext cx="1499906" cy="585000"/>
          </a:xfrm>
          <a:prstGeom prst="rect">
            <a:avLst/>
          </a:prstGeom>
          <a:noFill/>
          <a:ln>
            <a:noFill/>
          </a:ln>
        </p:spPr>
      </p:pic>
      <p:sp>
        <p:nvSpPr>
          <p:cNvPr id="359" name="Google Shape;359;g3d19e2b9925_1_369"/>
          <p:cNvSpPr txBox="1"/>
          <p:nvPr/>
        </p:nvSpPr>
        <p:spPr>
          <a:xfrm>
            <a:off x="-1" y="6288587"/>
            <a:ext cx="5981100" cy="3693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chemeClr val="dk1"/>
              </a:buClr>
              <a:buSzPts val="1800"/>
              <a:buFont typeface="Arial"/>
              <a:buNone/>
            </a:pPr>
            <a:r>
              <a:rPr b="0" i="0" lang="en-US" sz="1800" u="none" cap="none" strike="noStrike">
                <a:solidFill>
                  <a:schemeClr val="lt1"/>
                </a:solidFill>
                <a:latin typeface="Times New Roman"/>
                <a:ea typeface="Times New Roman"/>
                <a:cs typeface="Times New Roman"/>
                <a:sym typeface="Times New Roman"/>
              </a:rPr>
              <a:t>Term Paper Presentation | Ronit Dutta</a:t>
            </a:r>
            <a:endParaRPr b="0" i="0" sz="1800" u="none" cap="none" strike="noStrike">
              <a:solidFill>
                <a:schemeClr val="lt1"/>
              </a:solidFill>
              <a:latin typeface="Times New Roman"/>
              <a:ea typeface="Times New Roman"/>
              <a:cs typeface="Times New Roman"/>
              <a:sym typeface="Times New Roman"/>
            </a:endParaRPr>
          </a:p>
        </p:txBody>
      </p:sp>
      <p:pic>
        <p:nvPicPr>
          <p:cNvPr id="360" name="Google Shape;360;g3d19e2b9925_1_369"/>
          <p:cNvPicPr preferRelativeResize="0"/>
          <p:nvPr/>
        </p:nvPicPr>
        <p:blipFill rotWithShape="1">
          <a:blip r:embed="rId3">
            <a:alphaModFix/>
          </a:blip>
          <a:srcRect b="0" l="0" r="0" t="0"/>
          <a:stretch/>
        </p:blipFill>
        <p:spPr>
          <a:xfrm>
            <a:off x="10590934" y="6330522"/>
            <a:ext cx="1499906" cy="585000"/>
          </a:xfrm>
          <a:prstGeom prst="rect">
            <a:avLst/>
          </a:prstGeom>
          <a:noFill/>
          <a:ln>
            <a:noFill/>
          </a:ln>
        </p:spPr>
      </p:pic>
      <p:sp>
        <p:nvSpPr>
          <p:cNvPr id="361" name="Google Shape;361;g3d19e2b9925_1_369"/>
          <p:cNvSpPr txBox="1"/>
          <p:nvPr/>
        </p:nvSpPr>
        <p:spPr>
          <a:xfrm>
            <a:off x="-1" y="6288587"/>
            <a:ext cx="5981100" cy="3693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chemeClr val="dk1"/>
              </a:buClr>
              <a:buSzPts val="1800"/>
              <a:buFont typeface="Arial"/>
              <a:buNone/>
            </a:pPr>
            <a:r>
              <a:rPr b="0" i="0" lang="en-US" sz="1800" u="none" cap="none" strike="noStrike">
                <a:solidFill>
                  <a:schemeClr val="lt1"/>
                </a:solidFill>
                <a:latin typeface="Times New Roman"/>
                <a:ea typeface="Times New Roman"/>
                <a:cs typeface="Times New Roman"/>
                <a:sym typeface="Times New Roman"/>
              </a:rPr>
              <a:t>Term Paper Presentation | Ronit Dutta</a:t>
            </a:r>
            <a:endParaRPr b="0" i="0" sz="1800" u="none" cap="none" strike="noStrike">
              <a:solidFill>
                <a:schemeClr val="lt1"/>
              </a:solidFill>
              <a:latin typeface="Times New Roman"/>
              <a:ea typeface="Times New Roman"/>
              <a:cs typeface="Times New Roman"/>
              <a:sym typeface="Times New Roman"/>
            </a:endParaRPr>
          </a:p>
        </p:txBody>
      </p:sp>
      <p:pic>
        <p:nvPicPr>
          <p:cNvPr id="362" name="Google Shape;362;g3d19e2b9925_1_369"/>
          <p:cNvPicPr preferRelativeResize="0"/>
          <p:nvPr/>
        </p:nvPicPr>
        <p:blipFill rotWithShape="1">
          <a:blip r:embed="rId3">
            <a:alphaModFix/>
          </a:blip>
          <a:srcRect b="0" l="0" r="0" t="0"/>
          <a:stretch/>
        </p:blipFill>
        <p:spPr>
          <a:xfrm>
            <a:off x="10590934" y="6330522"/>
            <a:ext cx="1499906" cy="585000"/>
          </a:xfrm>
          <a:prstGeom prst="rect">
            <a:avLst/>
          </a:prstGeom>
          <a:noFill/>
          <a:ln>
            <a:noFill/>
          </a:ln>
        </p:spPr>
      </p:pic>
      <p:sp>
        <p:nvSpPr>
          <p:cNvPr id="363" name="Google Shape;363;g3d19e2b9925_1_369"/>
          <p:cNvSpPr txBox="1"/>
          <p:nvPr/>
        </p:nvSpPr>
        <p:spPr>
          <a:xfrm>
            <a:off x="-1" y="6288587"/>
            <a:ext cx="5981100" cy="6465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chemeClr val="dk1"/>
              </a:buClr>
              <a:buSzPts val="1800"/>
              <a:buFont typeface="Arial"/>
              <a:buNone/>
            </a:pPr>
            <a:r>
              <a:rPr b="0" i="0" lang="en-US" sz="1800" u="none" cap="none" strike="noStrike">
                <a:solidFill>
                  <a:schemeClr val="lt1"/>
                </a:solidFill>
                <a:latin typeface="Times New Roman"/>
                <a:ea typeface="Times New Roman"/>
                <a:cs typeface="Times New Roman"/>
                <a:sym typeface="Times New Roman"/>
              </a:rPr>
              <a:t>Machine Learning Professional</a:t>
            </a:r>
            <a:br>
              <a:rPr b="0" i="0" lang="en-US" sz="1800" u="none" cap="none" strike="noStrike">
                <a:solidFill>
                  <a:schemeClr val="lt1"/>
                </a:solidFill>
                <a:latin typeface="Times New Roman"/>
                <a:ea typeface="Times New Roman"/>
                <a:cs typeface="Times New Roman"/>
                <a:sym typeface="Times New Roman"/>
              </a:rPr>
            </a:br>
            <a:r>
              <a:rPr b="0" i="0" lang="en-US" sz="1800" u="none" cap="none" strike="noStrike">
                <a:solidFill>
                  <a:schemeClr val="lt1"/>
                </a:solidFill>
                <a:latin typeface="Times New Roman"/>
                <a:ea typeface="Times New Roman"/>
                <a:cs typeface="Times New Roman"/>
                <a:sym typeface="Times New Roman"/>
              </a:rPr>
              <a:t>Project Presentation</a:t>
            </a:r>
            <a:endParaRPr b="0" i="0" sz="1800" u="none" cap="none" strike="noStrike">
              <a:solidFill>
                <a:schemeClr val="lt1"/>
              </a:solidFill>
              <a:latin typeface="Times New Roman"/>
              <a:ea typeface="Times New Roman"/>
              <a:cs typeface="Times New Roman"/>
              <a:sym typeface="Times New Roman"/>
            </a:endParaRPr>
          </a:p>
        </p:txBody>
      </p:sp>
      <p:pic>
        <p:nvPicPr>
          <p:cNvPr id="364" name="Google Shape;364;g3d19e2b9925_1_369"/>
          <p:cNvPicPr preferRelativeResize="0"/>
          <p:nvPr/>
        </p:nvPicPr>
        <p:blipFill rotWithShape="1">
          <a:blip r:embed="rId4">
            <a:alphaModFix/>
          </a:blip>
          <a:srcRect b="0" l="0" r="0" t="0"/>
          <a:stretch/>
        </p:blipFill>
        <p:spPr>
          <a:xfrm>
            <a:off x="10590875" y="6341462"/>
            <a:ext cx="1500023" cy="585000"/>
          </a:xfrm>
          <a:prstGeom prst="rect">
            <a:avLst/>
          </a:prstGeom>
          <a:noFill/>
          <a:ln>
            <a:noFill/>
          </a:ln>
        </p:spPr>
      </p:pic>
      <p:sp>
        <p:nvSpPr>
          <p:cNvPr id="365" name="Google Shape;365;g3d19e2b9925_1_369"/>
          <p:cNvSpPr txBox="1"/>
          <p:nvPr/>
        </p:nvSpPr>
        <p:spPr>
          <a:xfrm>
            <a:off x="-1" y="6288587"/>
            <a:ext cx="5981100" cy="6465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chemeClr val="dk1"/>
              </a:buClr>
              <a:buSzPts val="1800"/>
              <a:buFont typeface="Arial"/>
              <a:buNone/>
            </a:pPr>
            <a:r>
              <a:rPr b="0" i="0" lang="en-US" sz="1800" u="none" cap="none" strike="noStrike">
                <a:solidFill>
                  <a:schemeClr val="lt1"/>
                </a:solidFill>
                <a:latin typeface="Times New Roman"/>
                <a:ea typeface="Times New Roman"/>
                <a:cs typeface="Times New Roman"/>
                <a:sym typeface="Times New Roman"/>
              </a:rPr>
              <a:t>Machine Learning Professional</a:t>
            </a:r>
            <a:br>
              <a:rPr b="0" i="0" lang="en-US" sz="1800" u="none" cap="none" strike="noStrike">
                <a:solidFill>
                  <a:schemeClr val="lt1"/>
                </a:solidFill>
                <a:latin typeface="Times New Roman"/>
                <a:ea typeface="Times New Roman"/>
                <a:cs typeface="Times New Roman"/>
                <a:sym typeface="Times New Roman"/>
              </a:rPr>
            </a:br>
            <a:r>
              <a:rPr b="0" i="0" lang="en-US" sz="1800" u="none" cap="none" strike="noStrike">
                <a:solidFill>
                  <a:schemeClr val="lt1"/>
                </a:solidFill>
                <a:latin typeface="Times New Roman"/>
                <a:ea typeface="Times New Roman"/>
                <a:cs typeface="Times New Roman"/>
                <a:sym typeface="Times New Roman"/>
              </a:rPr>
              <a:t>Project Presentation</a:t>
            </a:r>
            <a:endParaRPr b="0" i="0" sz="1800" u="none" cap="none" strike="noStrike">
              <a:solidFill>
                <a:schemeClr val="lt1"/>
              </a:solidFill>
              <a:latin typeface="Times New Roman"/>
              <a:ea typeface="Times New Roman"/>
              <a:cs typeface="Times New Roman"/>
              <a:sym typeface="Times New Roman"/>
            </a:endParaRPr>
          </a:p>
        </p:txBody>
      </p:sp>
      <p:pic>
        <p:nvPicPr>
          <p:cNvPr id="366" name="Google Shape;366;g3d19e2b9925_1_369"/>
          <p:cNvPicPr preferRelativeResize="0"/>
          <p:nvPr/>
        </p:nvPicPr>
        <p:blipFill rotWithShape="1">
          <a:blip r:embed="rId4">
            <a:alphaModFix/>
          </a:blip>
          <a:srcRect b="0" l="0" r="0" t="0"/>
          <a:stretch/>
        </p:blipFill>
        <p:spPr>
          <a:xfrm>
            <a:off x="10590875" y="6330524"/>
            <a:ext cx="1500023" cy="585000"/>
          </a:xfrm>
          <a:prstGeom prst="rect">
            <a:avLst/>
          </a:prstGeom>
          <a:noFill/>
          <a:ln>
            <a:noFill/>
          </a:ln>
        </p:spPr>
      </p:pic>
      <p:sp>
        <p:nvSpPr>
          <p:cNvPr id="367" name="Google Shape;367;g3d19e2b9925_1_369"/>
          <p:cNvSpPr txBox="1"/>
          <p:nvPr/>
        </p:nvSpPr>
        <p:spPr>
          <a:xfrm>
            <a:off x="-1" y="6234672"/>
            <a:ext cx="5981100" cy="6465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chemeClr val="dk1"/>
              </a:buClr>
              <a:buSzPts val="1800"/>
              <a:buFont typeface="Arial"/>
              <a:buNone/>
            </a:pPr>
            <a:r>
              <a:rPr b="0" i="0" lang="en-US" sz="1800" u="none" cap="none" strike="noStrike">
                <a:solidFill>
                  <a:schemeClr val="lt1"/>
                </a:solidFill>
                <a:latin typeface="Times New Roman"/>
                <a:ea typeface="Times New Roman"/>
                <a:cs typeface="Times New Roman"/>
                <a:sym typeface="Times New Roman"/>
              </a:rPr>
              <a:t>Machine Learning Professional</a:t>
            </a:r>
            <a:br>
              <a:rPr b="0" i="0" lang="en-US" sz="1800" u="none" cap="none" strike="noStrike">
                <a:solidFill>
                  <a:schemeClr val="lt1"/>
                </a:solidFill>
                <a:latin typeface="Times New Roman"/>
                <a:ea typeface="Times New Roman"/>
                <a:cs typeface="Times New Roman"/>
                <a:sym typeface="Times New Roman"/>
              </a:rPr>
            </a:br>
            <a:r>
              <a:rPr b="0" i="0" lang="en-US" sz="1800" u="none" cap="none" strike="noStrike">
                <a:solidFill>
                  <a:schemeClr val="lt1"/>
                </a:solidFill>
                <a:latin typeface="Times New Roman"/>
                <a:ea typeface="Times New Roman"/>
                <a:cs typeface="Times New Roman"/>
                <a:sym typeface="Times New Roman"/>
              </a:rPr>
              <a:t>Project Presentation</a:t>
            </a:r>
            <a:endParaRPr b="0" i="0" sz="1800" u="none" cap="none" strike="noStrike">
              <a:solidFill>
                <a:schemeClr val="lt1"/>
              </a:solidFill>
              <a:latin typeface="Times New Roman"/>
              <a:ea typeface="Times New Roman"/>
              <a:cs typeface="Times New Roman"/>
              <a:sym typeface="Times New Roman"/>
            </a:endParaRPr>
          </a:p>
        </p:txBody>
      </p:sp>
      <p:pic>
        <p:nvPicPr>
          <p:cNvPr id="368" name="Google Shape;368;g3d19e2b9925_1_369"/>
          <p:cNvPicPr preferRelativeResize="0"/>
          <p:nvPr/>
        </p:nvPicPr>
        <p:blipFill rotWithShape="1">
          <a:blip r:embed="rId4">
            <a:alphaModFix/>
          </a:blip>
          <a:srcRect b="0" l="0" r="0" t="0"/>
          <a:stretch/>
        </p:blipFill>
        <p:spPr>
          <a:xfrm>
            <a:off x="10590875" y="6330524"/>
            <a:ext cx="1500023" cy="585000"/>
          </a:xfrm>
          <a:prstGeom prst="rect">
            <a:avLst/>
          </a:prstGeom>
          <a:noFill/>
          <a:ln>
            <a:noFill/>
          </a:ln>
        </p:spPr>
      </p:pic>
      <p:sp>
        <p:nvSpPr>
          <p:cNvPr id="369" name="Google Shape;369;g3d19e2b9925_1_369"/>
          <p:cNvSpPr txBox="1"/>
          <p:nvPr/>
        </p:nvSpPr>
        <p:spPr>
          <a:xfrm>
            <a:off x="-1" y="6234672"/>
            <a:ext cx="5981100" cy="6465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chemeClr val="dk1"/>
              </a:buClr>
              <a:buSzPts val="1800"/>
              <a:buFont typeface="Arial"/>
              <a:buNone/>
            </a:pPr>
            <a:r>
              <a:rPr b="0" i="0" lang="en-US" sz="1800" u="none" cap="none" strike="noStrike">
                <a:solidFill>
                  <a:schemeClr val="lt1"/>
                </a:solidFill>
                <a:latin typeface="Times New Roman"/>
                <a:ea typeface="Times New Roman"/>
                <a:cs typeface="Times New Roman"/>
                <a:sym typeface="Times New Roman"/>
              </a:rPr>
              <a:t>Machine Learning Professional</a:t>
            </a:r>
            <a:br>
              <a:rPr b="0" i="0" lang="en-US" sz="1800" u="none" cap="none" strike="noStrike">
                <a:solidFill>
                  <a:schemeClr val="lt1"/>
                </a:solidFill>
                <a:latin typeface="Times New Roman"/>
                <a:ea typeface="Times New Roman"/>
                <a:cs typeface="Times New Roman"/>
                <a:sym typeface="Times New Roman"/>
              </a:rPr>
            </a:br>
            <a:r>
              <a:rPr b="0" i="0" lang="en-US" sz="1800" u="none" cap="none" strike="noStrike">
                <a:solidFill>
                  <a:schemeClr val="lt1"/>
                </a:solidFill>
                <a:latin typeface="Times New Roman"/>
                <a:ea typeface="Times New Roman"/>
                <a:cs typeface="Times New Roman"/>
                <a:sym typeface="Times New Roman"/>
              </a:rPr>
              <a:t>Project Presentation</a:t>
            </a:r>
            <a:endParaRPr b="0" i="0" sz="1800" u="none" cap="none" strike="noStrike">
              <a:solidFill>
                <a:schemeClr val="lt1"/>
              </a:solidFill>
              <a:latin typeface="Times New Roman"/>
              <a:ea typeface="Times New Roman"/>
              <a:cs typeface="Times New Roman"/>
              <a:sym typeface="Times New Roman"/>
            </a:endParaRPr>
          </a:p>
        </p:txBody>
      </p:sp>
      <p:pic>
        <p:nvPicPr>
          <p:cNvPr id="370" name="Google Shape;370;g3d19e2b9925_1_369"/>
          <p:cNvPicPr preferRelativeResize="0"/>
          <p:nvPr/>
        </p:nvPicPr>
        <p:blipFill rotWithShape="1">
          <a:blip r:embed="rId4">
            <a:alphaModFix/>
          </a:blip>
          <a:srcRect b="0" l="0" r="0" t="0"/>
          <a:stretch/>
        </p:blipFill>
        <p:spPr>
          <a:xfrm>
            <a:off x="10590875" y="6330524"/>
            <a:ext cx="1500023" cy="585000"/>
          </a:xfrm>
          <a:prstGeom prst="rect">
            <a:avLst/>
          </a:prstGeom>
          <a:noFill/>
          <a:ln>
            <a:noFill/>
          </a:ln>
        </p:spPr>
      </p:pic>
      <p:sp>
        <p:nvSpPr>
          <p:cNvPr id="371" name="Google Shape;371;g3d19e2b9925_1_369"/>
          <p:cNvSpPr txBox="1"/>
          <p:nvPr/>
        </p:nvSpPr>
        <p:spPr>
          <a:xfrm>
            <a:off x="-1" y="6234672"/>
            <a:ext cx="5981100" cy="6465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chemeClr val="dk1"/>
              </a:buClr>
              <a:buSzPts val="1800"/>
              <a:buFont typeface="Arial"/>
              <a:buNone/>
            </a:pPr>
            <a:r>
              <a:rPr b="0" i="0" lang="en-US" sz="1800" u="none" cap="none" strike="noStrike">
                <a:solidFill>
                  <a:schemeClr val="lt1"/>
                </a:solidFill>
                <a:latin typeface="Times New Roman"/>
                <a:ea typeface="Times New Roman"/>
                <a:cs typeface="Times New Roman"/>
                <a:sym typeface="Times New Roman"/>
              </a:rPr>
              <a:t>Nanoelectronics - Seminar Presentation</a:t>
            </a:r>
            <a:br>
              <a:rPr b="0" i="0" lang="en-US" sz="1800" u="none" cap="none" strike="noStrike">
                <a:solidFill>
                  <a:schemeClr val="lt1"/>
                </a:solidFill>
                <a:latin typeface="Times New Roman"/>
                <a:ea typeface="Times New Roman"/>
                <a:cs typeface="Times New Roman"/>
                <a:sym typeface="Times New Roman"/>
              </a:rPr>
            </a:br>
            <a:r>
              <a:rPr b="0" i="0" lang="en-US" sz="1800" u="none" cap="none" strike="noStrike">
                <a:solidFill>
                  <a:schemeClr val="lt1"/>
                </a:solidFill>
                <a:latin typeface="Times New Roman"/>
                <a:ea typeface="Times New Roman"/>
                <a:cs typeface="Times New Roman"/>
                <a:sym typeface="Times New Roman"/>
              </a:rPr>
              <a:t>Ronit Dutta</a:t>
            </a:r>
            <a:endParaRPr b="0" i="0" sz="1800" u="none" cap="none" strike="noStrike">
              <a:solidFill>
                <a:schemeClr val="lt1"/>
              </a:solidFill>
              <a:latin typeface="Times New Roman"/>
              <a:ea typeface="Times New Roman"/>
              <a:cs typeface="Times New Roman"/>
              <a:sym typeface="Times New Roman"/>
            </a:endParaRPr>
          </a:p>
        </p:txBody>
      </p:sp>
      <p:pic>
        <p:nvPicPr>
          <p:cNvPr id="372" name="Google Shape;372;g3d19e2b9925_1_369"/>
          <p:cNvPicPr preferRelativeResize="0"/>
          <p:nvPr/>
        </p:nvPicPr>
        <p:blipFill rotWithShape="1">
          <a:blip r:embed="rId4">
            <a:alphaModFix/>
          </a:blip>
          <a:srcRect b="0" l="0" r="0" t="0"/>
          <a:stretch/>
        </p:blipFill>
        <p:spPr>
          <a:xfrm>
            <a:off x="10590875" y="6330524"/>
            <a:ext cx="1500023" cy="585000"/>
          </a:xfrm>
          <a:prstGeom prst="rect">
            <a:avLst/>
          </a:prstGeom>
          <a:noFill/>
          <a:ln>
            <a:noFill/>
          </a:ln>
        </p:spPr>
      </p:pic>
      <p:pic>
        <p:nvPicPr>
          <p:cNvPr id="373" name="Google Shape;373;g3d19e2b9925_1_369"/>
          <p:cNvPicPr preferRelativeResize="0"/>
          <p:nvPr/>
        </p:nvPicPr>
        <p:blipFill rotWithShape="1">
          <a:blip r:embed="rId3">
            <a:alphaModFix/>
          </a:blip>
          <a:srcRect b="0" l="0" r="0" t="0"/>
          <a:stretch/>
        </p:blipFill>
        <p:spPr>
          <a:xfrm>
            <a:off x="10590934" y="6330522"/>
            <a:ext cx="1499906" cy="585000"/>
          </a:xfrm>
          <a:prstGeom prst="rect">
            <a:avLst/>
          </a:prstGeom>
          <a:noFill/>
          <a:ln>
            <a:noFill/>
          </a:ln>
        </p:spPr>
      </p:pic>
      <p:sp>
        <p:nvSpPr>
          <p:cNvPr id="374" name="Google Shape;374;g3d19e2b9925_1_369"/>
          <p:cNvSpPr txBox="1"/>
          <p:nvPr/>
        </p:nvSpPr>
        <p:spPr>
          <a:xfrm>
            <a:off x="-1" y="6288587"/>
            <a:ext cx="5981100" cy="3693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chemeClr val="dk1"/>
              </a:buClr>
              <a:buSzPts val="1800"/>
              <a:buFont typeface="Arial"/>
              <a:buNone/>
            </a:pPr>
            <a:r>
              <a:rPr b="0" i="0" lang="en-US" sz="1800" u="none" cap="none" strike="noStrike">
                <a:solidFill>
                  <a:schemeClr val="lt1"/>
                </a:solidFill>
                <a:latin typeface="Times New Roman"/>
                <a:ea typeface="Times New Roman"/>
                <a:cs typeface="Times New Roman"/>
                <a:sym typeface="Times New Roman"/>
              </a:rPr>
              <a:t>Term Paper Presentation | Ronit Dutta</a:t>
            </a:r>
            <a:endParaRPr b="0" i="0" sz="1800" u="none" cap="none" strike="noStrike">
              <a:solidFill>
                <a:schemeClr val="lt1"/>
              </a:solidFill>
              <a:latin typeface="Times New Roman"/>
              <a:ea typeface="Times New Roman"/>
              <a:cs typeface="Times New Roman"/>
              <a:sym typeface="Times New Roman"/>
            </a:endParaRPr>
          </a:p>
        </p:txBody>
      </p:sp>
      <p:pic>
        <p:nvPicPr>
          <p:cNvPr id="375" name="Google Shape;375;g3d19e2b9925_1_369"/>
          <p:cNvPicPr preferRelativeResize="0"/>
          <p:nvPr/>
        </p:nvPicPr>
        <p:blipFill rotWithShape="1">
          <a:blip r:embed="rId3">
            <a:alphaModFix/>
          </a:blip>
          <a:srcRect b="0" l="0" r="0" t="0"/>
          <a:stretch/>
        </p:blipFill>
        <p:spPr>
          <a:xfrm>
            <a:off x="10590934" y="6330522"/>
            <a:ext cx="1499906" cy="585000"/>
          </a:xfrm>
          <a:prstGeom prst="rect">
            <a:avLst/>
          </a:prstGeom>
          <a:noFill/>
          <a:ln>
            <a:noFill/>
          </a:ln>
        </p:spPr>
      </p:pic>
      <p:sp>
        <p:nvSpPr>
          <p:cNvPr id="376" name="Google Shape;376;g3d19e2b9925_1_369"/>
          <p:cNvSpPr txBox="1"/>
          <p:nvPr/>
        </p:nvSpPr>
        <p:spPr>
          <a:xfrm>
            <a:off x="-1" y="6288587"/>
            <a:ext cx="5981100" cy="3693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chemeClr val="dk1"/>
              </a:buClr>
              <a:buSzPts val="1800"/>
              <a:buFont typeface="Arial"/>
              <a:buNone/>
            </a:pPr>
            <a:r>
              <a:rPr b="0" i="0" lang="en-US" sz="1800" u="none" cap="none" strike="noStrike">
                <a:solidFill>
                  <a:schemeClr val="lt1"/>
                </a:solidFill>
                <a:latin typeface="Times New Roman"/>
                <a:ea typeface="Times New Roman"/>
                <a:cs typeface="Times New Roman"/>
                <a:sym typeface="Times New Roman"/>
              </a:rPr>
              <a:t>Term Paper Presentation | Ronit Dutta</a:t>
            </a:r>
            <a:endParaRPr b="0" i="0" sz="1800" u="none" cap="none" strike="noStrike">
              <a:solidFill>
                <a:schemeClr val="lt1"/>
              </a:solidFill>
              <a:latin typeface="Times New Roman"/>
              <a:ea typeface="Times New Roman"/>
              <a:cs typeface="Times New Roman"/>
              <a:sym typeface="Times New Roman"/>
            </a:endParaRPr>
          </a:p>
        </p:txBody>
      </p:sp>
      <p:pic>
        <p:nvPicPr>
          <p:cNvPr id="377" name="Google Shape;377;g3d19e2b9925_1_369"/>
          <p:cNvPicPr preferRelativeResize="0"/>
          <p:nvPr/>
        </p:nvPicPr>
        <p:blipFill rotWithShape="1">
          <a:blip r:embed="rId3">
            <a:alphaModFix/>
          </a:blip>
          <a:srcRect b="0" l="0" r="0" t="0"/>
          <a:stretch/>
        </p:blipFill>
        <p:spPr>
          <a:xfrm>
            <a:off x="10590934" y="6330522"/>
            <a:ext cx="1499906" cy="585000"/>
          </a:xfrm>
          <a:prstGeom prst="rect">
            <a:avLst/>
          </a:prstGeom>
          <a:noFill/>
          <a:ln>
            <a:noFill/>
          </a:ln>
        </p:spPr>
      </p:pic>
      <p:sp>
        <p:nvSpPr>
          <p:cNvPr id="378" name="Google Shape;378;g3d19e2b9925_1_369"/>
          <p:cNvSpPr txBox="1"/>
          <p:nvPr/>
        </p:nvSpPr>
        <p:spPr>
          <a:xfrm>
            <a:off x="-1" y="6288587"/>
            <a:ext cx="5981100" cy="6465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chemeClr val="dk1"/>
              </a:buClr>
              <a:buSzPts val="1800"/>
              <a:buFont typeface="Arial"/>
              <a:buNone/>
            </a:pPr>
            <a:r>
              <a:rPr b="0" i="0" lang="en-US" sz="1800" u="none" cap="none" strike="noStrike">
                <a:solidFill>
                  <a:schemeClr val="lt1"/>
                </a:solidFill>
                <a:latin typeface="Times New Roman"/>
                <a:ea typeface="Times New Roman"/>
                <a:cs typeface="Times New Roman"/>
                <a:sym typeface="Times New Roman"/>
              </a:rPr>
              <a:t>Machine Learning Professional</a:t>
            </a:r>
            <a:br>
              <a:rPr b="0" i="0" lang="en-US" sz="1800" u="none" cap="none" strike="noStrike">
                <a:solidFill>
                  <a:schemeClr val="lt1"/>
                </a:solidFill>
                <a:latin typeface="Times New Roman"/>
                <a:ea typeface="Times New Roman"/>
                <a:cs typeface="Times New Roman"/>
                <a:sym typeface="Times New Roman"/>
              </a:rPr>
            </a:br>
            <a:r>
              <a:rPr b="0" i="0" lang="en-US" sz="1800" u="none" cap="none" strike="noStrike">
                <a:solidFill>
                  <a:schemeClr val="lt1"/>
                </a:solidFill>
                <a:latin typeface="Times New Roman"/>
                <a:ea typeface="Times New Roman"/>
                <a:cs typeface="Times New Roman"/>
                <a:sym typeface="Times New Roman"/>
              </a:rPr>
              <a:t>Project Presentation</a:t>
            </a:r>
            <a:endParaRPr b="0" i="0" sz="1800" u="none" cap="none" strike="noStrike">
              <a:solidFill>
                <a:schemeClr val="lt1"/>
              </a:solidFill>
              <a:latin typeface="Times New Roman"/>
              <a:ea typeface="Times New Roman"/>
              <a:cs typeface="Times New Roman"/>
              <a:sym typeface="Times New Roman"/>
            </a:endParaRPr>
          </a:p>
        </p:txBody>
      </p:sp>
      <p:pic>
        <p:nvPicPr>
          <p:cNvPr id="379" name="Google Shape;379;g3d19e2b9925_1_369"/>
          <p:cNvPicPr preferRelativeResize="0"/>
          <p:nvPr/>
        </p:nvPicPr>
        <p:blipFill rotWithShape="1">
          <a:blip r:embed="rId4">
            <a:alphaModFix/>
          </a:blip>
          <a:srcRect b="0" l="0" r="0" t="0"/>
          <a:stretch/>
        </p:blipFill>
        <p:spPr>
          <a:xfrm>
            <a:off x="10590875" y="6341462"/>
            <a:ext cx="1500023" cy="585000"/>
          </a:xfrm>
          <a:prstGeom prst="rect">
            <a:avLst/>
          </a:prstGeom>
          <a:noFill/>
          <a:ln>
            <a:noFill/>
          </a:ln>
        </p:spPr>
      </p:pic>
      <p:sp>
        <p:nvSpPr>
          <p:cNvPr id="380" name="Google Shape;380;g3d19e2b9925_1_369"/>
          <p:cNvSpPr txBox="1"/>
          <p:nvPr/>
        </p:nvSpPr>
        <p:spPr>
          <a:xfrm>
            <a:off x="-1" y="6288587"/>
            <a:ext cx="5981100" cy="6465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chemeClr val="dk1"/>
              </a:buClr>
              <a:buSzPts val="1800"/>
              <a:buFont typeface="Arial"/>
              <a:buNone/>
            </a:pPr>
            <a:r>
              <a:rPr b="0" i="0" lang="en-US" sz="1800" u="none" cap="none" strike="noStrike">
                <a:solidFill>
                  <a:schemeClr val="lt1"/>
                </a:solidFill>
                <a:latin typeface="Times New Roman"/>
                <a:ea typeface="Times New Roman"/>
                <a:cs typeface="Times New Roman"/>
                <a:sym typeface="Times New Roman"/>
              </a:rPr>
              <a:t>Machine Learning Professional</a:t>
            </a:r>
            <a:br>
              <a:rPr b="0" i="0" lang="en-US" sz="1800" u="none" cap="none" strike="noStrike">
                <a:solidFill>
                  <a:schemeClr val="lt1"/>
                </a:solidFill>
                <a:latin typeface="Times New Roman"/>
                <a:ea typeface="Times New Roman"/>
                <a:cs typeface="Times New Roman"/>
                <a:sym typeface="Times New Roman"/>
              </a:rPr>
            </a:br>
            <a:r>
              <a:rPr b="0" i="0" lang="en-US" sz="1800" u="none" cap="none" strike="noStrike">
                <a:solidFill>
                  <a:schemeClr val="lt1"/>
                </a:solidFill>
                <a:latin typeface="Times New Roman"/>
                <a:ea typeface="Times New Roman"/>
                <a:cs typeface="Times New Roman"/>
                <a:sym typeface="Times New Roman"/>
              </a:rPr>
              <a:t>Project Presentation</a:t>
            </a:r>
            <a:endParaRPr b="0" i="0" sz="1800" u="none" cap="none" strike="noStrike">
              <a:solidFill>
                <a:schemeClr val="lt1"/>
              </a:solidFill>
              <a:latin typeface="Times New Roman"/>
              <a:ea typeface="Times New Roman"/>
              <a:cs typeface="Times New Roman"/>
              <a:sym typeface="Times New Roman"/>
            </a:endParaRPr>
          </a:p>
        </p:txBody>
      </p:sp>
      <p:pic>
        <p:nvPicPr>
          <p:cNvPr id="381" name="Google Shape;381;g3d19e2b9925_1_369"/>
          <p:cNvPicPr preferRelativeResize="0"/>
          <p:nvPr/>
        </p:nvPicPr>
        <p:blipFill rotWithShape="1">
          <a:blip r:embed="rId4">
            <a:alphaModFix/>
          </a:blip>
          <a:srcRect b="0" l="0" r="0" t="0"/>
          <a:stretch/>
        </p:blipFill>
        <p:spPr>
          <a:xfrm>
            <a:off x="10590875" y="6330524"/>
            <a:ext cx="1500023" cy="585000"/>
          </a:xfrm>
          <a:prstGeom prst="rect">
            <a:avLst/>
          </a:prstGeom>
          <a:noFill/>
          <a:ln>
            <a:noFill/>
          </a:ln>
        </p:spPr>
      </p:pic>
      <p:sp>
        <p:nvSpPr>
          <p:cNvPr id="382" name="Google Shape;382;g3d19e2b9925_1_369"/>
          <p:cNvSpPr txBox="1"/>
          <p:nvPr/>
        </p:nvSpPr>
        <p:spPr>
          <a:xfrm>
            <a:off x="-1" y="6234672"/>
            <a:ext cx="5981100" cy="6465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chemeClr val="dk1"/>
              </a:buClr>
              <a:buSzPts val="1800"/>
              <a:buFont typeface="Arial"/>
              <a:buNone/>
            </a:pPr>
            <a:r>
              <a:rPr b="0" i="0" lang="en-US" sz="1800" u="none" cap="none" strike="noStrike">
                <a:solidFill>
                  <a:schemeClr val="lt1"/>
                </a:solidFill>
                <a:latin typeface="Times New Roman"/>
                <a:ea typeface="Times New Roman"/>
                <a:cs typeface="Times New Roman"/>
                <a:sym typeface="Times New Roman"/>
              </a:rPr>
              <a:t>Machine Learning Professional</a:t>
            </a:r>
            <a:br>
              <a:rPr b="0" i="0" lang="en-US" sz="1800" u="none" cap="none" strike="noStrike">
                <a:solidFill>
                  <a:schemeClr val="lt1"/>
                </a:solidFill>
                <a:latin typeface="Times New Roman"/>
                <a:ea typeface="Times New Roman"/>
                <a:cs typeface="Times New Roman"/>
                <a:sym typeface="Times New Roman"/>
              </a:rPr>
            </a:br>
            <a:r>
              <a:rPr b="0" i="0" lang="en-US" sz="1800" u="none" cap="none" strike="noStrike">
                <a:solidFill>
                  <a:schemeClr val="lt1"/>
                </a:solidFill>
                <a:latin typeface="Times New Roman"/>
                <a:ea typeface="Times New Roman"/>
                <a:cs typeface="Times New Roman"/>
                <a:sym typeface="Times New Roman"/>
              </a:rPr>
              <a:t>Project Presentation</a:t>
            </a:r>
            <a:endParaRPr b="0" i="0" sz="1800" u="none" cap="none" strike="noStrike">
              <a:solidFill>
                <a:schemeClr val="lt1"/>
              </a:solidFill>
              <a:latin typeface="Times New Roman"/>
              <a:ea typeface="Times New Roman"/>
              <a:cs typeface="Times New Roman"/>
              <a:sym typeface="Times New Roman"/>
            </a:endParaRPr>
          </a:p>
        </p:txBody>
      </p:sp>
      <p:pic>
        <p:nvPicPr>
          <p:cNvPr id="383" name="Google Shape;383;g3d19e2b9925_1_369"/>
          <p:cNvPicPr preferRelativeResize="0"/>
          <p:nvPr/>
        </p:nvPicPr>
        <p:blipFill rotWithShape="1">
          <a:blip r:embed="rId4">
            <a:alphaModFix/>
          </a:blip>
          <a:srcRect b="0" l="0" r="0" t="0"/>
          <a:stretch/>
        </p:blipFill>
        <p:spPr>
          <a:xfrm>
            <a:off x="10590875" y="6330524"/>
            <a:ext cx="1500023" cy="585000"/>
          </a:xfrm>
          <a:prstGeom prst="rect">
            <a:avLst/>
          </a:prstGeom>
          <a:noFill/>
          <a:ln>
            <a:noFill/>
          </a:ln>
        </p:spPr>
      </p:pic>
      <p:sp>
        <p:nvSpPr>
          <p:cNvPr id="384" name="Google Shape;384;g3d19e2b9925_1_369"/>
          <p:cNvSpPr txBox="1"/>
          <p:nvPr/>
        </p:nvSpPr>
        <p:spPr>
          <a:xfrm>
            <a:off x="-1" y="6234672"/>
            <a:ext cx="5981100" cy="6465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chemeClr val="dk1"/>
              </a:buClr>
              <a:buSzPts val="1800"/>
              <a:buFont typeface="Arial"/>
              <a:buNone/>
            </a:pPr>
            <a:r>
              <a:rPr b="0" i="0" lang="en-US" sz="1800" u="none" cap="none" strike="noStrike">
                <a:solidFill>
                  <a:schemeClr val="lt1"/>
                </a:solidFill>
                <a:latin typeface="Times New Roman"/>
                <a:ea typeface="Times New Roman"/>
                <a:cs typeface="Times New Roman"/>
                <a:sym typeface="Times New Roman"/>
              </a:rPr>
              <a:t>Machine Learning Professional</a:t>
            </a:r>
            <a:br>
              <a:rPr b="0" i="0" lang="en-US" sz="1800" u="none" cap="none" strike="noStrike">
                <a:solidFill>
                  <a:schemeClr val="lt1"/>
                </a:solidFill>
                <a:latin typeface="Times New Roman"/>
                <a:ea typeface="Times New Roman"/>
                <a:cs typeface="Times New Roman"/>
                <a:sym typeface="Times New Roman"/>
              </a:rPr>
            </a:br>
            <a:r>
              <a:rPr b="0" i="0" lang="en-US" sz="1800" u="none" cap="none" strike="noStrike">
                <a:solidFill>
                  <a:schemeClr val="lt1"/>
                </a:solidFill>
                <a:latin typeface="Times New Roman"/>
                <a:ea typeface="Times New Roman"/>
                <a:cs typeface="Times New Roman"/>
                <a:sym typeface="Times New Roman"/>
              </a:rPr>
              <a:t>Project Presentation</a:t>
            </a:r>
            <a:endParaRPr b="0" i="0" sz="1800" u="none" cap="none" strike="noStrike">
              <a:solidFill>
                <a:schemeClr val="lt1"/>
              </a:solidFill>
              <a:latin typeface="Times New Roman"/>
              <a:ea typeface="Times New Roman"/>
              <a:cs typeface="Times New Roman"/>
              <a:sym typeface="Times New Roman"/>
            </a:endParaRPr>
          </a:p>
        </p:txBody>
      </p:sp>
      <p:pic>
        <p:nvPicPr>
          <p:cNvPr id="385" name="Google Shape;385;g3d19e2b9925_1_369"/>
          <p:cNvPicPr preferRelativeResize="0"/>
          <p:nvPr/>
        </p:nvPicPr>
        <p:blipFill rotWithShape="1">
          <a:blip r:embed="rId4">
            <a:alphaModFix/>
          </a:blip>
          <a:srcRect b="0" l="0" r="0" t="0"/>
          <a:stretch/>
        </p:blipFill>
        <p:spPr>
          <a:xfrm>
            <a:off x="10590875" y="6330524"/>
            <a:ext cx="1500023" cy="585000"/>
          </a:xfrm>
          <a:prstGeom prst="rect">
            <a:avLst/>
          </a:prstGeom>
          <a:noFill/>
          <a:ln>
            <a:noFill/>
          </a:ln>
        </p:spPr>
      </p:pic>
      <p:sp>
        <p:nvSpPr>
          <p:cNvPr id="386" name="Google Shape;386;g3d19e2b9925_1_369"/>
          <p:cNvSpPr txBox="1"/>
          <p:nvPr/>
        </p:nvSpPr>
        <p:spPr>
          <a:xfrm>
            <a:off x="-1" y="6234672"/>
            <a:ext cx="5981100" cy="6465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chemeClr val="dk1"/>
              </a:buClr>
              <a:buSzPts val="1800"/>
              <a:buFont typeface="Arial"/>
              <a:buNone/>
            </a:pPr>
            <a:r>
              <a:rPr b="0" i="0" lang="en-US" sz="1800" u="none" cap="none" strike="noStrike">
                <a:solidFill>
                  <a:schemeClr val="lt1"/>
                </a:solidFill>
                <a:latin typeface="Times New Roman"/>
                <a:ea typeface="Times New Roman"/>
                <a:cs typeface="Times New Roman"/>
                <a:sym typeface="Times New Roman"/>
              </a:rPr>
              <a:t>Nanoelectronics - Seminar Presentation</a:t>
            </a:r>
            <a:br>
              <a:rPr b="0" i="0" lang="en-US" sz="1800" u="none" cap="none" strike="noStrike">
                <a:solidFill>
                  <a:schemeClr val="lt1"/>
                </a:solidFill>
                <a:latin typeface="Times New Roman"/>
                <a:ea typeface="Times New Roman"/>
                <a:cs typeface="Times New Roman"/>
                <a:sym typeface="Times New Roman"/>
              </a:rPr>
            </a:br>
            <a:r>
              <a:rPr b="0" i="0" lang="en-US" sz="1800" u="none" cap="none" strike="noStrike">
                <a:solidFill>
                  <a:schemeClr val="lt1"/>
                </a:solidFill>
                <a:latin typeface="Times New Roman"/>
                <a:ea typeface="Times New Roman"/>
                <a:cs typeface="Times New Roman"/>
                <a:sym typeface="Times New Roman"/>
              </a:rPr>
              <a:t>Ronit Dutta</a:t>
            </a:r>
            <a:endParaRPr b="0" i="0" sz="1800" u="none" cap="none" strike="noStrike">
              <a:solidFill>
                <a:schemeClr val="lt1"/>
              </a:solidFill>
              <a:latin typeface="Times New Roman"/>
              <a:ea typeface="Times New Roman"/>
              <a:cs typeface="Times New Roman"/>
              <a:sym typeface="Times New Roman"/>
            </a:endParaRPr>
          </a:p>
        </p:txBody>
      </p:sp>
      <p:pic>
        <p:nvPicPr>
          <p:cNvPr id="387" name="Google Shape;387;g3d19e2b9925_1_369"/>
          <p:cNvPicPr preferRelativeResize="0"/>
          <p:nvPr/>
        </p:nvPicPr>
        <p:blipFill rotWithShape="1">
          <a:blip r:embed="rId4">
            <a:alphaModFix/>
          </a:blip>
          <a:srcRect b="0" l="0" r="0" t="0"/>
          <a:stretch/>
        </p:blipFill>
        <p:spPr>
          <a:xfrm>
            <a:off x="10590875" y="6330524"/>
            <a:ext cx="1500023" cy="585000"/>
          </a:xfrm>
          <a:prstGeom prst="rect">
            <a:avLst/>
          </a:prstGeom>
          <a:noFill/>
          <a:ln>
            <a:noFill/>
          </a:ln>
        </p:spPr>
      </p:pic>
      <p:pic>
        <p:nvPicPr>
          <p:cNvPr id="388" name="Google Shape;388;g3d19e2b9925_1_369"/>
          <p:cNvPicPr preferRelativeResize="0"/>
          <p:nvPr/>
        </p:nvPicPr>
        <p:blipFill rotWithShape="1">
          <a:blip r:embed="rId7">
            <a:alphaModFix/>
          </a:blip>
          <a:srcRect b="0" l="0" r="0" t="0"/>
          <a:stretch/>
        </p:blipFill>
        <p:spPr>
          <a:xfrm>
            <a:off x="0" y="6234674"/>
            <a:ext cx="12192000" cy="1165875"/>
          </a:xfrm>
          <a:prstGeom prst="rect">
            <a:avLst/>
          </a:prstGeom>
          <a:noFill/>
          <a:ln>
            <a:noFill/>
          </a:ln>
        </p:spPr>
      </p:pic>
      <p:sp>
        <p:nvSpPr>
          <p:cNvPr id="389" name="Google Shape;389;g3d19e2b9925_1_369"/>
          <p:cNvSpPr txBox="1"/>
          <p:nvPr/>
        </p:nvSpPr>
        <p:spPr>
          <a:xfrm>
            <a:off x="-1" y="6310697"/>
            <a:ext cx="5981100" cy="6465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chemeClr val="dk1"/>
              </a:buClr>
              <a:buSzPts val="1800"/>
              <a:buFont typeface="Arial"/>
              <a:buNone/>
            </a:pPr>
            <a:r>
              <a:rPr lang="en-US" sz="1800">
                <a:solidFill>
                  <a:schemeClr val="lt1"/>
                </a:solidFill>
                <a:latin typeface="Times New Roman"/>
                <a:ea typeface="Times New Roman"/>
                <a:cs typeface="Times New Roman"/>
                <a:sym typeface="Times New Roman"/>
              </a:rPr>
              <a:t>Applied Mathematics for Engineering [MIDTERM PROJECT]</a:t>
            </a:r>
            <a:br>
              <a:rPr b="0" i="0" lang="en-US" sz="1800" u="none" cap="none" strike="noStrike">
                <a:solidFill>
                  <a:schemeClr val="lt1"/>
                </a:solidFill>
                <a:latin typeface="Times New Roman"/>
                <a:ea typeface="Times New Roman"/>
                <a:cs typeface="Times New Roman"/>
                <a:sym typeface="Times New Roman"/>
              </a:rPr>
            </a:br>
            <a:r>
              <a:rPr b="0" i="0" lang="en-US" sz="1800" u="none" cap="none" strike="noStrike">
                <a:solidFill>
                  <a:schemeClr val="lt1"/>
                </a:solidFill>
                <a:latin typeface="Times New Roman"/>
                <a:ea typeface="Times New Roman"/>
                <a:cs typeface="Times New Roman"/>
                <a:sym typeface="Times New Roman"/>
              </a:rPr>
              <a:t>Ronit Dutta</a:t>
            </a:r>
            <a:endParaRPr b="0" i="0" sz="1800" u="none" cap="none" strike="noStrike">
              <a:solidFill>
                <a:schemeClr val="lt1"/>
              </a:solidFill>
              <a:latin typeface="Times New Roman"/>
              <a:ea typeface="Times New Roman"/>
              <a:cs typeface="Times New Roman"/>
              <a:sym typeface="Times New Roman"/>
            </a:endParaRPr>
          </a:p>
        </p:txBody>
      </p:sp>
      <p:sp>
        <p:nvSpPr>
          <p:cNvPr id="390" name="Google Shape;390;g3d19e2b9925_1_369"/>
          <p:cNvSpPr txBox="1"/>
          <p:nvPr/>
        </p:nvSpPr>
        <p:spPr>
          <a:xfrm>
            <a:off x="444475" y="975175"/>
            <a:ext cx="5820000" cy="4992300"/>
          </a:xfrm>
          <a:prstGeom prst="rect">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228600" lvl="0" marL="800100" marR="0" rtl="0" algn="l">
              <a:lnSpc>
                <a:spcPct val="115000"/>
              </a:lnSpc>
              <a:spcBef>
                <a:spcPts val="0"/>
              </a:spcBef>
              <a:spcAft>
                <a:spcPts val="0"/>
              </a:spcAft>
              <a:buClr>
                <a:schemeClr val="dk1"/>
              </a:buClr>
              <a:buSzPts val="1800"/>
              <a:buFont typeface="Georgia"/>
              <a:buAutoNum type="arabicPeriod"/>
            </a:pPr>
            <a:r>
              <a:rPr b="0" i="0" lang="en-US" sz="1800" u="none" cap="none" strike="noStrike">
                <a:solidFill>
                  <a:schemeClr val="dk1"/>
                </a:solidFill>
                <a:latin typeface="Georgia"/>
                <a:ea typeface="Georgia"/>
                <a:cs typeface="Georgia"/>
                <a:sym typeface="Georgia"/>
              </a:rPr>
              <a:t>Introduction</a:t>
            </a:r>
            <a:endParaRPr b="0" i="0" sz="1800" u="none" cap="none" strike="noStrike">
              <a:solidFill>
                <a:schemeClr val="dk1"/>
              </a:solidFill>
              <a:latin typeface="Georgia"/>
              <a:ea typeface="Georgia"/>
              <a:cs typeface="Georgia"/>
              <a:sym typeface="Georgia"/>
            </a:endParaRPr>
          </a:p>
          <a:p>
            <a:pPr indent="-228600" lvl="1" marL="1028700" marR="0" rtl="0" algn="l">
              <a:lnSpc>
                <a:spcPct val="80000"/>
              </a:lnSpc>
              <a:spcBef>
                <a:spcPts val="1000"/>
              </a:spcBef>
              <a:spcAft>
                <a:spcPts val="0"/>
              </a:spcAft>
              <a:buClr>
                <a:schemeClr val="dk1"/>
              </a:buClr>
              <a:buSzPts val="1800"/>
              <a:buFont typeface="Georgia"/>
              <a:buChar char="○"/>
            </a:pPr>
            <a:r>
              <a:rPr lang="en-US" sz="1800">
                <a:solidFill>
                  <a:schemeClr val="dk1"/>
                </a:solidFill>
                <a:latin typeface="Georgia"/>
                <a:ea typeface="Georgia"/>
                <a:cs typeface="Georgia"/>
                <a:sym typeface="Georgia"/>
              </a:rPr>
              <a:t>Schrodinger equation as energy</a:t>
            </a:r>
            <a:br>
              <a:rPr lang="en-US" sz="1800">
                <a:solidFill>
                  <a:schemeClr val="dk1"/>
                </a:solidFill>
                <a:latin typeface="Georgia"/>
                <a:ea typeface="Georgia"/>
                <a:cs typeface="Georgia"/>
                <a:sym typeface="Georgia"/>
              </a:rPr>
            </a:br>
            <a:r>
              <a:rPr lang="en-US" sz="1800">
                <a:solidFill>
                  <a:schemeClr val="dk1"/>
                </a:solidFill>
                <a:latin typeface="Georgia"/>
                <a:ea typeface="Georgia"/>
                <a:cs typeface="Georgia"/>
                <a:sym typeface="Georgia"/>
              </a:rPr>
              <a:t>conservation and eigenvalue equation</a:t>
            </a:r>
            <a:endParaRPr sz="1800">
              <a:solidFill>
                <a:schemeClr val="dk1"/>
              </a:solidFill>
              <a:latin typeface="Georgia"/>
              <a:ea typeface="Georgia"/>
              <a:cs typeface="Georgia"/>
              <a:sym typeface="Georgia"/>
            </a:endParaRPr>
          </a:p>
          <a:p>
            <a:pPr indent="-228600" lvl="1" marL="1028700" marR="0" rtl="0" algn="l">
              <a:lnSpc>
                <a:spcPct val="80000"/>
              </a:lnSpc>
              <a:spcBef>
                <a:spcPts val="1000"/>
              </a:spcBef>
              <a:spcAft>
                <a:spcPts val="0"/>
              </a:spcAft>
              <a:buClr>
                <a:schemeClr val="dk1"/>
              </a:buClr>
              <a:buSzPts val="1800"/>
              <a:buFont typeface="Georgia"/>
              <a:buChar char="○"/>
            </a:pPr>
            <a:r>
              <a:rPr lang="en-US" sz="1800">
                <a:solidFill>
                  <a:schemeClr val="dk1"/>
                </a:solidFill>
                <a:latin typeface="Georgia"/>
                <a:ea typeface="Georgia"/>
                <a:cs typeface="Georgia"/>
                <a:sym typeface="Georgia"/>
              </a:rPr>
              <a:t>Fourier conjugates &amp; uncertainty principle</a:t>
            </a:r>
            <a:endParaRPr sz="1800">
              <a:solidFill>
                <a:schemeClr val="dk1"/>
              </a:solidFill>
              <a:latin typeface="Georgia"/>
              <a:ea typeface="Georgia"/>
              <a:cs typeface="Georgia"/>
              <a:sym typeface="Georgia"/>
            </a:endParaRPr>
          </a:p>
          <a:p>
            <a:pPr indent="-228600" lvl="1" marL="1028700" marR="0" rtl="0" algn="l">
              <a:lnSpc>
                <a:spcPct val="80000"/>
              </a:lnSpc>
              <a:spcBef>
                <a:spcPts val="1000"/>
              </a:spcBef>
              <a:spcAft>
                <a:spcPts val="0"/>
              </a:spcAft>
              <a:buClr>
                <a:schemeClr val="dk1"/>
              </a:buClr>
              <a:buSzPts val="1800"/>
              <a:buFont typeface="Georgia"/>
              <a:buChar char="○"/>
            </a:pPr>
            <a:r>
              <a:rPr lang="en-US" sz="1800">
                <a:solidFill>
                  <a:schemeClr val="dk1"/>
                </a:solidFill>
                <a:latin typeface="Georgia"/>
                <a:ea typeface="Georgia"/>
                <a:cs typeface="Georgia"/>
                <a:sym typeface="Georgia"/>
              </a:rPr>
              <a:t>Confined vs scattering states</a:t>
            </a:r>
            <a:endParaRPr sz="1800">
              <a:solidFill>
                <a:schemeClr val="dk1"/>
              </a:solidFill>
              <a:latin typeface="Georgia"/>
              <a:ea typeface="Georgia"/>
              <a:cs typeface="Georgia"/>
              <a:sym typeface="Georgia"/>
            </a:endParaRPr>
          </a:p>
          <a:p>
            <a:pPr indent="-228600" lvl="1" marL="1028700" marR="0" rtl="0" algn="l">
              <a:lnSpc>
                <a:spcPct val="80000"/>
              </a:lnSpc>
              <a:spcBef>
                <a:spcPts val="1000"/>
              </a:spcBef>
              <a:spcAft>
                <a:spcPts val="0"/>
              </a:spcAft>
              <a:buClr>
                <a:schemeClr val="dk1"/>
              </a:buClr>
              <a:buSzPts val="1800"/>
              <a:buFont typeface="Georgia"/>
              <a:buChar char="○"/>
            </a:pPr>
            <a:r>
              <a:rPr lang="en-US" sz="1800">
                <a:solidFill>
                  <a:schemeClr val="dk1"/>
                </a:solidFill>
                <a:latin typeface="Georgia"/>
                <a:ea typeface="Georgia"/>
                <a:cs typeface="Georgia"/>
                <a:sym typeface="Georgia"/>
              </a:rPr>
              <a:t>Common 1D scattering</a:t>
            </a:r>
            <a:endParaRPr sz="1800">
              <a:solidFill>
                <a:schemeClr val="dk1"/>
              </a:solidFill>
              <a:latin typeface="Georgia"/>
              <a:ea typeface="Georgia"/>
              <a:cs typeface="Georgia"/>
              <a:sym typeface="Georgia"/>
            </a:endParaRPr>
          </a:p>
          <a:p>
            <a:pPr indent="-228600" lvl="0" marL="800100" marR="0" rtl="0" algn="l">
              <a:lnSpc>
                <a:spcPct val="115000"/>
              </a:lnSpc>
              <a:spcBef>
                <a:spcPts val="1000"/>
              </a:spcBef>
              <a:spcAft>
                <a:spcPts val="0"/>
              </a:spcAft>
              <a:buClr>
                <a:srgbClr val="B7B7B7"/>
              </a:buClr>
              <a:buSzPts val="1800"/>
              <a:buFont typeface="Georgia"/>
              <a:buAutoNum type="arabicPeriod"/>
            </a:pPr>
            <a:r>
              <a:rPr lang="en-US" sz="1800">
                <a:solidFill>
                  <a:srgbClr val="B7B7B7"/>
                </a:solidFill>
                <a:latin typeface="Georgia"/>
                <a:ea typeface="Georgia"/>
                <a:cs typeface="Georgia"/>
                <a:sym typeface="Georgia"/>
              </a:rPr>
              <a:t>S-matrix and its properties</a:t>
            </a:r>
            <a:endParaRPr sz="1800">
              <a:solidFill>
                <a:srgbClr val="B7B7B7"/>
              </a:solidFill>
              <a:latin typeface="Georgia"/>
              <a:ea typeface="Georgia"/>
              <a:cs typeface="Georgia"/>
              <a:sym typeface="Georgia"/>
            </a:endParaRPr>
          </a:p>
          <a:p>
            <a:pPr indent="-228600" lvl="1" marL="1028700" marR="0" rtl="0" algn="l">
              <a:lnSpc>
                <a:spcPct val="80000"/>
              </a:lnSpc>
              <a:spcBef>
                <a:spcPts val="1000"/>
              </a:spcBef>
              <a:spcAft>
                <a:spcPts val="0"/>
              </a:spcAft>
              <a:buClr>
                <a:srgbClr val="B7B7B7"/>
              </a:buClr>
              <a:buSzPts val="1800"/>
              <a:buFont typeface="Georgia"/>
              <a:buChar char="○"/>
            </a:pPr>
            <a:r>
              <a:rPr lang="en-US" sz="1800">
                <a:solidFill>
                  <a:srgbClr val="B7B7B7"/>
                </a:solidFill>
                <a:latin typeface="Georgia"/>
                <a:ea typeface="Georgia"/>
                <a:cs typeface="Georgia"/>
                <a:sym typeface="Georgia"/>
              </a:rPr>
              <a:t>1D solutions using S matrix</a:t>
            </a:r>
            <a:endParaRPr sz="1800">
              <a:solidFill>
                <a:srgbClr val="B7B7B7"/>
              </a:solidFill>
              <a:latin typeface="Georgia"/>
              <a:ea typeface="Georgia"/>
              <a:cs typeface="Georgia"/>
              <a:sym typeface="Georgia"/>
            </a:endParaRPr>
          </a:p>
          <a:p>
            <a:pPr indent="-228600" lvl="1" marL="1028700" marR="0" rtl="0" algn="l">
              <a:lnSpc>
                <a:spcPct val="80000"/>
              </a:lnSpc>
              <a:spcBef>
                <a:spcPts val="1000"/>
              </a:spcBef>
              <a:spcAft>
                <a:spcPts val="0"/>
              </a:spcAft>
              <a:buClr>
                <a:srgbClr val="B7B7B7"/>
              </a:buClr>
              <a:buSzPts val="1800"/>
              <a:buFont typeface="Georgia"/>
              <a:buChar char="○"/>
            </a:pPr>
            <a:r>
              <a:rPr lang="en-US" sz="1800">
                <a:solidFill>
                  <a:srgbClr val="B7B7B7"/>
                </a:solidFill>
                <a:latin typeface="Georgia"/>
                <a:ea typeface="Georgia"/>
                <a:cs typeface="Georgia"/>
                <a:sym typeface="Georgia"/>
              </a:rPr>
              <a:t>Resonances</a:t>
            </a:r>
            <a:endParaRPr sz="1800">
              <a:solidFill>
                <a:srgbClr val="B7B7B7"/>
              </a:solidFill>
              <a:latin typeface="Georgia"/>
              <a:ea typeface="Georgia"/>
              <a:cs typeface="Georgia"/>
              <a:sym typeface="Georgia"/>
            </a:endParaRPr>
          </a:p>
          <a:p>
            <a:pPr indent="-228600" lvl="0" marL="800100" marR="0" rtl="0" algn="l">
              <a:lnSpc>
                <a:spcPct val="115000"/>
              </a:lnSpc>
              <a:spcBef>
                <a:spcPts val="1000"/>
              </a:spcBef>
              <a:spcAft>
                <a:spcPts val="0"/>
              </a:spcAft>
              <a:buClr>
                <a:srgbClr val="B7B7B7"/>
              </a:buClr>
              <a:buSzPts val="1800"/>
              <a:buFont typeface="Georgia"/>
              <a:buAutoNum type="arabicPeriod"/>
            </a:pPr>
            <a:r>
              <a:rPr lang="en-US" sz="1800">
                <a:solidFill>
                  <a:srgbClr val="B7B7B7"/>
                </a:solidFill>
                <a:latin typeface="Georgia"/>
                <a:ea typeface="Georgia"/>
                <a:cs typeface="Georgia"/>
                <a:sym typeface="Georgia"/>
              </a:rPr>
              <a:t>3D potentials and cross section formula</a:t>
            </a:r>
            <a:endParaRPr sz="1800">
              <a:solidFill>
                <a:srgbClr val="B7B7B7"/>
              </a:solidFill>
              <a:latin typeface="Georgia"/>
              <a:ea typeface="Georgia"/>
              <a:cs typeface="Georgia"/>
              <a:sym typeface="Georgia"/>
            </a:endParaRPr>
          </a:p>
          <a:p>
            <a:pPr indent="-228600" lvl="1" marL="1028700" marR="0" rtl="0" algn="l">
              <a:lnSpc>
                <a:spcPct val="80000"/>
              </a:lnSpc>
              <a:spcBef>
                <a:spcPts val="1000"/>
              </a:spcBef>
              <a:spcAft>
                <a:spcPts val="0"/>
              </a:spcAft>
              <a:buClr>
                <a:srgbClr val="B7B7B7"/>
              </a:buClr>
              <a:buSzPts val="1800"/>
              <a:buFont typeface="Georgia"/>
              <a:buChar char="○"/>
            </a:pPr>
            <a:r>
              <a:rPr lang="en-US" sz="1800">
                <a:solidFill>
                  <a:srgbClr val="B7B7B7"/>
                </a:solidFill>
                <a:latin typeface="Georgia"/>
                <a:ea typeface="Georgia"/>
                <a:cs typeface="Georgia"/>
                <a:sym typeface="Georgia"/>
              </a:rPr>
              <a:t>Partial waves &amp; Phase shifts</a:t>
            </a:r>
            <a:endParaRPr sz="1800">
              <a:solidFill>
                <a:srgbClr val="B7B7B7"/>
              </a:solidFill>
              <a:latin typeface="Georgia"/>
              <a:ea typeface="Georgia"/>
              <a:cs typeface="Georgia"/>
              <a:sym typeface="Georgia"/>
            </a:endParaRPr>
          </a:p>
          <a:p>
            <a:pPr indent="-228600" lvl="1" marL="1028700" marR="0" rtl="0" algn="l">
              <a:lnSpc>
                <a:spcPct val="80000"/>
              </a:lnSpc>
              <a:spcBef>
                <a:spcPts val="1000"/>
              </a:spcBef>
              <a:spcAft>
                <a:spcPts val="0"/>
              </a:spcAft>
              <a:buClr>
                <a:srgbClr val="B7B7B7"/>
              </a:buClr>
              <a:buSzPts val="1800"/>
              <a:buFont typeface="Georgia"/>
              <a:buChar char="○"/>
            </a:pPr>
            <a:r>
              <a:rPr lang="en-US" sz="1800">
                <a:solidFill>
                  <a:srgbClr val="B7B7B7"/>
                </a:solidFill>
                <a:latin typeface="Georgia"/>
                <a:ea typeface="Georgia"/>
                <a:cs typeface="Georgia"/>
                <a:sym typeface="Georgia"/>
              </a:rPr>
              <a:t>Hard sphere solution</a:t>
            </a:r>
            <a:endParaRPr sz="1800">
              <a:solidFill>
                <a:srgbClr val="B7B7B7"/>
              </a:solidFill>
              <a:latin typeface="Georgia"/>
              <a:ea typeface="Georgia"/>
              <a:cs typeface="Georgia"/>
              <a:sym typeface="Georgia"/>
            </a:endParaRPr>
          </a:p>
          <a:p>
            <a:pPr indent="-228600" lvl="1" marL="1028700" marR="0" rtl="0" algn="l">
              <a:lnSpc>
                <a:spcPct val="80000"/>
              </a:lnSpc>
              <a:spcBef>
                <a:spcPts val="1000"/>
              </a:spcBef>
              <a:spcAft>
                <a:spcPts val="1000"/>
              </a:spcAft>
              <a:buClr>
                <a:srgbClr val="B7B7B7"/>
              </a:buClr>
              <a:buSzPts val="1800"/>
              <a:buFont typeface="Georgia"/>
              <a:buChar char="○"/>
            </a:pPr>
            <a:r>
              <a:rPr lang="en-US" sz="1800">
                <a:solidFill>
                  <a:srgbClr val="B7B7B7"/>
                </a:solidFill>
                <a:latin typeface="Georgia"/>
                <a:ea typeface="Georgia"/>
                <a:cs typeface="Georgia"/>
                <a:sym typeface="Georgia"/>
              </a:rPr>
              <a:t>Bound states </a:t>
            </a:r>
            <a:r>
              <a:rPr lang="en-US" sz="1800">
                <a:solidFill>
                  <a:srgbClr val="B7B7B7"/>
                </a:solidFill>
                <a:latin typeface="Georgia"/>
                <a:ea typeface="Georgia"/>
                <a:cs typeface="Georgia"/>
                <a:sym typeface="Georgia"/>
              </a:rPr>
              <a:t>&amp; scattering length</a:t>
            </a:r>
            <a:endParaRPr sz="1800">
              <a:solidFill>
                <a:srgbClr val="B7B7B7"/>
              </a:solidFill>
              <a:latin typeface="Georgia"/>
              <a:ea typeface="Georgia"/>
              <a:cs typeface="Georgia"/>
              <a:sym typeface="Georgia"/>
            </a:endParaRPr>
          </a:p>
        </p:txBody>
      </p:sp>
      <p:pic>
        <p:nvPicPr>
          <p:cNvPr id="391" name="Google Shape;391;g3d19e2b9925_1_369"/>
          <p:cNvPicPr preferRelativeResize="0"/>
          <p:nvPr/>
        </p:nvPicPr>
        <p:blipFill rotWithShape="1">
          <a:blip r:embed="rId4">
            <a:alphaModFix/>
          </a:blip>
          <a:srcRect b="0" l="0" r="0" t="0"/>
          <a:stretch/>
        </p:blipFill>
        <p:spPr>
          <a:xfrm>
            <a:off x="10579375" y="6341449"/>
            <a:ext cx="1500023" cy="585000"/>
          </a:xfrm>
          <a:prstGeom prst="rect">
            <a:avLst/>
          </a:prstGeom>
          <a:noFill/>
          <a:ln>
            <a:noFill/>
          </a:ln>
        </p:spPr>
      </p:pic>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95" name="Shape 395"/>
        <p:cNvGrpSpPr/>
        <p:nvPr/>
      </p:nvGrpSpPr>
      <p:grpSpPr>
        <a:xfrm>
          <a:off x="0" y="0"/>
          <a:ext cx="0" cy="0"/>
          <a:chOff x="0" y="0"/>
          <a:chExt cx="0" cy="0"/>
        </a:xfrm>
      </p:grpSpPr>
      <p:pic>
        <p:nvPicPr>
          <p:cNvPr id="396" name="Google Shape;396;g3aa7e3fc8be_0_22"/>
          <p:cNvPicPr preferRelativeResize="0"/>
          <p:nvPr/>
        </p:nvPicPr>
        <p:blipFill rotWithShape="1">
          <a:blip r:embed="rId3">
            <a:alphaModFix/>
          </a:blip>
          <a:srcRect b="0" l="0" r="0" t="0"/>
          <a:stretch/>
        </p:blipFill>
        <p:spPr>
          <a:xfrm>
            <a:off x="0" y="6330524"/>
            <a:ext cx="12192000" cy="1165875"/>
          </a:xfrm>
          <a:prstGeom prst="rect">
            <a:avLst/>
          </a:prstGeom>
          <a:noFill/>
          <a:ln>
            <a:noFill/>
          </a:ln>
        </p:spPr>
      </p:pic>
      <p:sp>
        <p:nvSpPr>
          <p:cNvPr id="397" name="Google Shape;397;g3aa7e3fc8be_0_22"/>
          <p:cNvSpPr txBox="1"/>
          <p:nvPr/>
        </p:nvSpPr>
        <p:spPr>
          <a:xfrm>
            <a:off x="-1" y="6445547"/>
            <a:ext cx="5981100" cy="6465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chemeClr val="dk1"/>
              </a:buClr>
              <a:buSzPts val="1800"/>
              <a:buFont typeface="Arial"/>
              <a:buNone/>
            </a:pPr>
            <a:r>
              <a:rPr lang="en-US" sz="1800">
                <a:solidFill>
                  <a:schemeClr val="lt1"/>
                </a:solidFill>
                <a:latin typeface="Times New Roman"/>
                <a:ea typeface="Times New Roman"/>
                <a:cs typeface="Times New Roman"/>
                <a:sym typeface="Times New Roman"/>
              </a:rPr>
              <a:t>Applied Mathematics for Engineering [MIDTERM PROJECT]</a:t>
            </a:r>
            <a:br>
              <a:rPr b="0" i="0" lang="en-US" sz="1800" u="none" cap="none" strike="noStrike">
                <a:solidFill>
                  <a:schemeClr val="lt1"/>
                </a:solidFill>
                <a:latin typeface="Times New Roman"/>
                <a:ea typeface="Times New Roman"/>
                <a:cs typeface="Times New Roman"/>
                <a:sym typeface="Times New Roman"/>
              </a:rPr>
            </a:br>
            <a:r>
              <a:rPr b="0" i="0" lang="en-US" sz="1800" u="none" cap="none" strike="noStrike">
                <a:solidFill>
                  <a:schemeClr val="lt1"/>
                </a:solidFill>
                <a:latin typeface="Times New Roman"/>
                <a:ea typeface="Times New Roman"/>
                <a:cs typeface="Times New Roman"/>
                <a:sym typeface="Times New Roman"/>
              </a:rPr>
              <a:t>Ronit Dutta</a:t>
            </a:r>
            <a:endParaRPr b="0" i="0" sz="1800" u="none" cap="none" strike="noStrike">
              <a:solidFill>
                <a:schemeClr val="lt1"/>
              </a:solidFill>
              <a:latin typeface="Times New Roman"/>
              <a:ea typeface="Times New Roman"/>
              <a:cs typeface="Times New Roman"/>
              <a:sym typeface="Times New Roman"/>
            </a:endParaRPr>
          </a:p>
        </p:txBody>
      </p:sp>
      <p:pic>
        <p:nvPicPr>
          <p:cNvPr id="398" name="Google Shape;398;g3aa7e3fc8be_0_22"/>
          <p:cNvPicPr preferRelativeResize="0"/>
          <p:nvPr/>
        </p:nvPicPr>
        <p:blipFill rotWithShape="1">
          <a:blip r:embed="rId4">
            <a:alphaModFix/>
          </a:blip>
          <a:srcRect b="0" l="0" r="0" t="0"/>
          <a:stretch/>
        </p:blipFill>
        <p:spPr>
          <a:xfrm>
            <a:off x="10579375" y="6476299"/>
            <a:ext cx="1500023" cy="585000"/>
          </a:xfrm>
          <a:prstGeom prst="rect">
            <a:avLst/>
          </a:prstGeom>
          <a:noFill/>
          <a:ln>
            <a:noFill/>
          </a:ln>
        </p:spPr>
      </p:pic>
      <p:pic>
        <p:nvPicPr>
          <p:cNvPr id="399" name="Google Shape;399;g3aa7e3fc8be_0_22"/>
          <p:cNvPicPr preferRelativeResize="0"/>
          <p:nvPr/>
        </p:nvPicPr>
        <p:blipFill rotWithShape="1">
          <a:blip r:embed="rId5">
            <a:alphaModFix/>
          </a:blip>
          <a:srcRect b="0" l="0" r="0" t="0"/>
          <a:stretch/>
        </p:blipFill>
        <p:spPr>
          <a:xfrm>
            <a:off x="10590934" y="6330522"/>
            <a:ext cx="1499906" cy="585000"/>
          </a:xfrm>
          <a:prstGeom prst="rect">
            <a:avLst/>
          </a:prstGeom>
          <a:noFill/>
          <a:ln>
            <a:noFill/>
          </a:ln>
        </p:spPr>
      </p:pic>
      <p:sp>
        <p:nvSpPr>
          <p:cNvPr id="400" name="Google Shape;400;g3aa7e3fc8be_0_22"/>
          <p:cNvSpPr txBox="1"/>
          <p:nvPr/>
        </p:nvSpPr>
        <p:spPr>
          <a:xfrm>
            <a:off x="-1" y="6288587"/>
            <a:ext cx="5981100" cy="3693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chemeClr val="dk1"/>
              </a:buClr>
              <a:buSzPts val="1800"/>
              <a:buFont typeface="Arial"/>
              <a:buNone/>
            </a:pPr>
            <a:r>
              <a:rPr b="0" i="0" lang="en-US" sz="1800" u="none" cap="none" strike="noStrike">
                <a:solidFill>
                  <a:schemeClr val="lt1"/>
                </a:solidFill>
                <a:latin typeface="Times New Roman"/>
                <a:ea typeface="Times New Roman"/>
                <a:cs typeface="Times New Roman"/>
                <a:sym typeface="Times New Roman"/>
              </a:rPr>
              <a:t>Term Paper Presentation | Ronit Dutta</a:t>
            </a:r>
            <a:endParaRPr b="0" i="0" sz="1800" u="none" cap="none" strike="noStrike">
              <a:solidFill>
                <a:schemeClr val="lt1"/>
              </a:solidFill>
              <a:latin typeface="Times New Roman"/>
              <a:ea typeface="Times New Roman"/>
              <a:cs typeface="Times New Roman"/>
              <a:sym typeface="Times New Roman"/>
            </a:endParaRPr>
          </a:p>
        </p:txBody>
      </p:sp>
      <p:pic>
        <p:nvPicPr>
          <p:cNvPr id="401" name="Google Shape;401;g3aa7e3fc8be_0_22"/>
          <p:cNvPicPr preferRelativeResize="0"/>
          <p:nvPr/>
        </p:nvPicPr>
        <p:blipFill rotWithShape="1">
          <a:blip r:embed="rId5">
            <a:alphaModFix/>
          </a:blip>
          <a:srcRect b="0" l="0" r="0" t="0"/>
          <a:stretch/>
        </p:blipFill>
        <p:spPr>
          <a:xfrm>
            <a:off x="10590934" y="6330522"/>
            <a:ext cx="1499906" cy="585000"/>
          </a:xfrm>
          <a:prstGeom prst="rect">
            <a:avLst/>
          </a:prstGeom>
          <a:noFill/>
          <a:ln>
            <a:noFill/>
          </a:ln>
        </p:spPr>
      </p:pic>
      <p:sp>
        <p:nvSpPr>
          <p:cNvPr id="402" name="Google Shape;402;g3aa7e3fc8be_0_22"/>
          <p:cNvSpPr txBox="1"/>
          <p:nvPr/>
        </p:nvSpPr>
        <p:spPr>
          <a:xfrm>
            <a:off x="-1" y="6288587"/>
            <a:ext cx="5981100" cy="3693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chemeClr val="dk1"/>
              </a:buClr>
              <a:buSzPts val="1800"/>
              <a:buFont typeface="Arial"/>
              <a:buNone/>
            </a:pPr>
            <a:r>
              <a:rPr b="0" i="0" lang="en-US" sz="1800" u="none" cap="none" strike="noStrike">
                <a:solidFill>
                  <a:schemeClr val="lt1"/>
                </a:solidFill>
                <a:latin typeface="Times New Roman"/>
                <a:ea typeface="Times New Roman"/>
                <a:cs typeface="Times New Roman"/>
                <a:sym typeface="Times New Roman"/>
              </a:rPr>
              <a:t>Term Paper Presentation | Ronit Dutta</a:t>
            </a:r>
            <a:endParaRPr b="0" i="0" sz="1800" u="none" cap="none" strike="noStrike">
              <a:solidFill>
                <a:schemeClr val="lt1"/>
              </a:solidFill>
              <a:latin typeface="Times New Roman"/>
              <a:ea typeface="Times New Roman"/>
              <a:cs typeface="Times New Roman"/>
              <a:sym typeface="Times New Roman"/>
            </a:endParaRPr>
          </a:p>
        </p:txBody>
      </p:sp>
      <p:pic>
        <p:nvPicPr>
          <p:cNvPr id="403" name="Google Shape;403;g3aa7e3fc8be_0_22"/>
          <p:cNvPicPr preferRelativeResize="0"/>
          <p:nvPr/>
        </p:nvPicPr>
        <p:blipFill rotWithShape="1">
          <a:blip r:embed="rId5">
            <a:alphaModFix/>
          </a:blip>
          <a:srcRect b="0" l="0" r="0" t="0"/>
          <a:stretch/>
        </p:blipFill>
        <p:spPr>
          <a:xfrm>
            <a:off x="10590934" y="6330522"/>
            <a:ext cx="1499906" cy="585000"/>
          </a:xfrm>
          <a:prstGeom prst="rect">
            <a:avLst/>
          </a:prstGeom>
          <a:noFill/>
          <a:ln>
            <a:noFill/>
          </a:ln>
        </p:spPr>
      </p:pic>
      <p:sp>
        <p:nvSpPr>
          <p:cNvPr id="404" name="Google Shape;404;g3aa7e3fc8be_0_22"/>
          <p:cNvSpPr txBox="1"/>
          <p:nvPr/>
        </p:nvSpPr>
        <p:spPr>
          <a:xfrm>
            <a:off x="-1" y="6288587"/>
            <a:ext cx="5981100" cy="6465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chemeClr val="dk1"/>
              </a:buClr>
              <a:buSzPts val="1800"/>
              <a:buFont typeface="Arial"/>
              <a:buNone/>
            </a:pPr>
            <a:r>
              <a:rPr b="0" i="0" lang="en-US" sz="1800" u="none" cap="none" strike="noStrike">
                <a:solidFill>
                  <a:schemeClr val="lt1"/>
                </a:solidFill>
                <a:latin typeface="Times New Roman"/>
                <a:ea typeface="Times New Roman"/>
                <a:cs typeface="Times New Roman"/>
                <a:sym typeface="Times New Roman"/>
              </a:rPr>
              <a:t>Machine Learning Professional</a:t>
            </a:r>
            <a:br>
              <a:rPr b="0" i="0" lang="en-US" sz="1800" u="none" cap="none" strike="noStrike">
                <a:solidFill>
                  <a:schemeClr val="lt1"/>
                </a:solidFill>
                <a:latin typeface="Times New Roman"/>
                <a:ea typeface="Times New Roman"/>
                <a:cs typeface="Times New Roman"/>
                <a:sym typeface="Times New Roman"/>
              </a:rPr>
            </a:br>
            <a:r>
              <a:rPr b="0" i="0" lang="en-US" sz="1800" u="none" cap="none" strike="noStrike">
                <a:solidFill>
                  <a:schemeClr val="lt1"/>
                </a:solidFill>
                <a:latin typeface="Times New Roman"/>
                <a:ea typeface="Times New Roman"/>
                <a:cs typeface="Times New Roman"/>
                <a:sym typeface="Times New Roman"/>
              </a:rPr>
              <a:t>Project Presentation</a:t>
            </a:r>
            <a:endParaRPr b="0" i="0" sz="1800" u="none" cap="none" strike="noStrike">
              <a:solidFill>
                <a:schemeClr val="lt1"/>
              </a:solidFill>
              <a:latin typeface="Times New Roman"/>
              <a:ea typeface="Times New Roman"/>
              <a:cs typeface="Times New Roman"/>
              <a:sym typeface="Times New Roman"/>
            </a:endParaRPr>
          </a:p>
        </p:txBody>
      </p:sp>
      <p:pic>
        <p:nvPicPr>
          <p:cNvPr id="405" name="Google Shape;405;g3aa7e3fc8be_0_22"/>
          <p:cNvPicPr preferRelativeResize="0"/>
          <p:nvPr/>
        </p:nvPicPr>
        <p:blipFill rotWithShape="1">
          <a:blip r:embed="rId4">
            <a:alphaModFix/>
          </a:blip>
          <a:srcRect b="0" l="0" r="0" t="0"/>
          <a:stretch/>
        </p:blipFill>
        <p:spPr>
          <a:xfrm>
            <a:off x="10590875" y="6341462"/>
            <a:ext cx="1500023" cy="585000"/>
          </a:xfrm>
          <a:prstGeom prst="rect">
            <a:avLst/>
          </a:prstGeom>
          <a:noFill/>
          <a:ln>
            <a:noFill/>
          </a:ln>
        </p:spPr>
      </p:pic>
      <p:sp>
        <p:nvSpPr>
          <p:cNvPr id="406" name="Google Shape;406;g3aa7e3fc8be_0_22"/>
          <p:cNvSpPr txBox="1"/>
          <p:nvPr/>
        </p:nvSpPr>
        <p:spPr>
          <a:xfrm>
            <a:off x="-1" y="6288587"/>
            <a:ext cx="5981100" cy="6465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chemeClr val="dk1"/>
              </a:buClr>
              <a:buSzPts val="1800"/>
              <a:buFont typeface="Arial"/>
              <a:buNone/>
            </a:pPr>
            <a:r>
              <a:rPr b="0" i="0" lang="en-US" sz="1800" u="none" cap="none" strike="noStrike">
                <a:solidFill>
                  <a:schemeClr val="lt1"/>
                </a:solidFill>
                <a:latin typeface="Times New Roman"/>
                <a:ea typeface="Times New Roman"/>
                <a:cs typeface="Times New Roman"/>
                <a:sym typeface="Times New Roman"/>
              </a:rPr>
              <a:t>Machine Learning Professional</a:t>
            </a:r>
            <a:br>
              <a:rPr b="0" i="0" lang="en-US" sz="1800" u="none" cap="none" strike="noStrike">
                <a:solidFill>
                  <a:schemeClr val="lt1"/>
                </a:solidFill>
                <a:latin typeface="Times New Roman"/>
                <a:ea typeface="Times New Roman"/>
                <a:cs typeface="Times New Roman"/>
                <a:sym typeface="Times New Roman"/>
              </a:rPr>
            </a:br>
            <a:r>
              <a:rPr b="0" i="0" lang="en-US" sz="1800" u="none" cap="none" strike="noStrike">
                <a:solidFill>
                  <a:schemeClr val="lt1"/>
                </a:solidFill>
                <a:latin typeface="Times New Roman"/>
                <a:ea typeface="Times New Roman"/>
                <a:cs typeface="Times New Roman"/>
                <a:sym typeface="Times New Roman"/>
              </a:rPr>
              <a:t>Project Presentation</a:t>
            </a:r>
            <a:endParaRPr b="0" i="0" sz="1800" u="none" cap="none" strike="noStrike">
              <a:solidFill>
                <a:schemeClr val="lt1"/>
              </a:solidFill>
              <a:latin typeface="Times New Roman"/>
              <a:ea typeface="Times New Roman"/>
              <a:cs typeface="Times New Roman"/>
              <a:sym typeface="Times New Roman"/>
            </a:endParaRPr>
          </a:p>
        </p:txBody>
      </p:sp>
      <p:pic>
        <p:nvPicPr>
          <p:cNvPr id="407" name="Google Shape;407;g3aa7e3fc8be_0_22"/>
          <p:cNvPicPr preferRelativeResize="0"/>
          <p:nvPr/>
        </p:nvPicPr>
        <p:blipFill rotWithShape="1">
          <a:blip r:embed="rId4">
            <a:alphaModFix/>
          </a:blip>
          <a:srcRect b="0" l="0" r="0" t="0"/>
          <a:stretch/>
        </p:blipFill>
        <p:spPr>
          <a:xfrm>
            <a:off x="10590875" y="6330524"/>
            <a:ext cx="1500023" cy="585000"/>
          </a:xfrm>
          <a:prstGeom prst="rect">
            <a:avLst/>
          </a:prstGeom>
          <a:noFill/>
          <a:ln>
            <a:noFill/>
          </a:ln>
        </p:spPr>
      </p:pic>
      <p:sp>
        <p:nvSpPr>
          <p:cNvPr id="408" name="Google Shape;408;g3aa7e3fc8be_0_22"/>
          <p:cNvSpPr txBox="1"/>
          <p:nvPr/>
        </p:nvSpPr>
        <p:spPr>
          <a:xfrm>
            <a:off x="-1" y="6234672"/>
            <a:ext cx="5981100" cy="6465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chemeClr val="dk1"/>
              </a:buClr>
              <a:buSzPts val="1800"/>
              <a:buFont typeface="Arial"/>
              <a:buNone/>
            </a:pPr>
            <a:r>
              <a:rPr b="0" i="0" lang="en-US" sz="1800" u="none" cap="none" strike="noStrike">
                <a:solidFill>
                  <a:schemeClr val="lt1"/>
                </a:solidFill>
                <a:latin typeface="Times New Roman"/>
                <a:ea typeface="Times New Roman"/>
                <a:cs typeface="Times New Roman"/>
                <a:sym typeface="Times New Roman"/>
              </a:rPr>
              <a:t>Machine Learning Professional</a:t>
            </a:r>
            <a:br>
              <a:rPr b="0" i="0" lang="en-US" sz="1800" u="none" cap="none" strike="noStrike">
                <a:solidFill>
                  <a:schemeClr val="lt1"/>
                </a:solidFill>
                <a:latin typeface="Times New Roman"/>
                <a:ea typeface="Times New Roman"/>
                <a:cs typeface="Times New Roman"/>
                <a:sym typeface="Times New Roman"/>
              </a:rPr>
            </a:br>
            <a:r>
              <a:rPr b="0" i="0" lang="en-US" sz="1800" u="none" cap="none" strike="noStrike">
                <a:solidFill>
                  <a:schemeClr val="lt1"/>
                </a:solidFill>
                <a:latin typeface="Times New Roman"/>
                <a:ea typeface="Times New Roman"/>
                <a:cs typeface="Times New Roman"/>
                <a:sym typeface="Times New Roman"/>
              </a:rPr>
              <a:t>Project Presentation</a:t>
            </a:r>
            <a:endParaRPr b="0" i="0" sz="1800" u="none" cap="none" strike="noStrike">
              <a:solidFill>
                <a:schemeClr val="lt1"/>
              </a:solidFill>
              <a:latin typeface="Times New Roman"/>
              <a:ea typeface="Times New Roman"/>
              <a:cs typeface="Times New Roman"/>
              <a:sym typeface="Times New Roman"/>
            </a:endParaRPr>
          </a:p>
        </p:txBody>
      </p:sp>
      <p:pic>
        <p:nvPicPr>
          <p:cNvPr id="409" name="Google Shape;409;g3aa7e3fc8be_0_22"/>
          <p:cNvPicPr preferRelativeResize="0"/>
          <p:nvPr/>
        </p:nvPicPr>
        <p:blipFill rotWithShape="1">
          <a:blip r:embed="rId4">
            <a:alphaModFix/>
          </a:blip>
          <a:srcRect b="0" l="0" r="0" t="0"/>
          <a:stretch/>
        </p:blipFill>
        <p:spPr>
          <a:xfrm>
            <a:off x="10590875" y="6330524"/>
            <a:ext cx="1500023" cy="585000"/>
          </a:xfrm>
          <a:prstGeom prst="rect">
            <a:avLst/>
          </a:prstGeom>
          <a:noFill/>
          <a:ln>
            <a:noFill/>
          </a:ln>
        </p:spPr>
      </p:pic>
      <p:sp>
        <p:nvSpPr>
          <p:cNvPr id="410" name="Google Shape;410;g3aa7e3fc8be_0_22"/>
          <p:cNvSpPr txBox="1"/>
          <p:nvPr/>
        </p:nvSpPr>
        <p:spPr>
          <a:xfrm>
            <a:off x="-1" y="6234672"/>
            <a:ext cx="5981100" cy="6465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chemeClr val="dk1"/>
              </a:buClr>
              <a:buSzPts val="1800"/>
              <a:buFont typeface="Arial"/>
              <a:buNone/>
            </a:pPr>
            <a:r>
              <a:rPr b="0" i="0" lang="en-US" sz="1800" u="none" cap="none" strike="noStrike">
                <a:solidFill>
                  <a:schemeClr val="lt1"/>
                </a:solidFill>
                <a:latin typeface="Times New Roman"/>
                <a:ea typeface="Times New Roman"/>
                <a:cs typeface="Times New Roman"/>
                <a:sym typeface="Times New Roman"/>
              </a:rPr>
              <a:t>Machine Learning Professional</a:t>
            </a:r>
            <a:br>
              <a:rPr b="0" i="0" lang="en-US" sz="1800" u="none" cap="none" strike="noStrike">
                <a:solidFill>
                  <a:schemeClr val="lt1"/>
                </a:solidFill>
                <a:latin typeface="Times New Roman"/>
                <a:ea typeface="Times New Roman"/>
                <a:cs typeface="Times New Roman"/>
                <a:sym typeface="Times New Roman"/>
              </a:rPr>
            </a:br>
            <a:r>
              <a:rPr b="0" i="0" lang="en-US" sz="1800" u="none" cap="none" strike="noStrike">
                <a:solidFill>
                  <a:schemeClr val="lt1"/>
                </a:solidFill>
                <a:latin typeface="Times New Roman"/>
                <a:ea typeface="Times New Roman"/>
                <a:cs typeface="Times New Roman"/>
                <a:sym typeface="Times New Roman"/>
              </a:rPr>
              <a:t>Project Presentation</a:t>
            </a:r>
            <a:endParaRPr b="0" i="0" sz="1800" u="none" cap="none" strike="noStrike">
              <a:solidFill>
                <a:schemeClr val="lt1"/>
              </a:solidFill>
              <a:latin typeface="Times New Roman"/>
              <a:ea typeface="Times New Roman"/>
              <a:cs typeface="Times New Roman"/>
              <a:sym typeface="Times New Roman"/>
            </a:endParaRPr>
          </a:p>
        </p:txBody>
      </p:sp>
      <p:pic>
        <p:nvPicPr>
          <p:cNvPr id="411" name="Google Shape;411;g3aa7e3fc8be_0_22"/>
          <p:cNvPicPr preferRelativeResize="0"/>
          <p:nvPr/>
        </p:nvPicPr>
        <p:blipFill rotWithShape="1">
          <a:blip r:embed="rId4">
            <a:alphaModFix/>
          </a:blip>
          <a:srcRect b="0" l="0" r="0" t="0"/>
          <a:stretch/>
        </p:blipFill>
        <p:spPr>
          <a:xfrm>
            <a:off x="10590875" y="6330524"/>
            <a:ext cx="1500023" cy="585000"/>
          </a:xfrm>
          <a:prstGeom prst="rect">
            <a:avLst/>
          </a:prstGeom>
          <a:noFill/>
          <a:ln>
            <a:noFill/>
          </a:ln>
        </p:spPr>
      </p:pic>
      <p:sp>
        <p:nvSpPr>
          <p:cNvPr id="412" name="Google Shape;412;g3aa7e3fc8be_0_22"/>
          <p:cNvSpPr txBox="1"/>
          <p:nvPr/>
        </p:nvSpPr>
        <p:spPr>
          <a:xfrm>
            <a:off x="-1" y="6234672"/>
            <a:ext cx="5981100" cy="6465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chemeClr val="dk1"/>
              </a:buClr>
              <a:buSzPts val="1800"/>
              <a:buFont typeface="Arial"/>
              <a:buNone/>
            </a:pPr>
            <a:r>
              <a:rPr b="0" i="0" lang="en-US" sz="1800" u="none" cap="none" strike="noStrike">
                <a:solidFill>
                  <a:schemeClr val="lt1"/>
                </a:solidFill>
                <a:latin typeface="Times New Roman"/>
                <a:ea typeface="Times New Roman"/>
                <a:cs typeface="Times New Roman"/>
                <a:sym typeface="Times New Roman"/>
              </a:rPr>
              <a:t>Nanoelectronics - Seminar Presentation</a:t>
            </a:r>
            <a:br>
              <a:rPr b="0" i="0" lang="en-US" sz="1800" u="none" cap="none" strike="noStrike">
                <a:solidFill>
                  <a:schemeClr val="lt1"/>
                </a:solidFill>
                <a:latin typeface="Times New Roman"/>
                <a:ea typeface="Times New Roman"/>
                <a:cs typeface="Times New Roman"/>
                <a:sym typeface="Times New Roman"/>
              </a:rPr>
            </a:br>
            <a:r>
              <a:rPr b="0" i="0" lang="en-US" sz="1800" u="none" cap="none" strike="noStrike">
                <a:solidFill>
                  <a:schemeClr val="lt1"/>
                </a:solidFill>
                <a:latin typeface="Times New Roman"/>
                <a:ea typeface="Times New Roman"/>
                <a:cs typeface="Times New Roman"/>
                <a:sym typeface="Times New Roman"/>
              </a:rPr>
              <a:t>Ronit Dutta</a:t>
            </a:r>
            <a:endParaRPr b="0" i="0" sz="1800" u="none" cap="none" strike="noStrike">
              <a:solidFill>
                <a:schemeClr val="lt1"/>
              </a:solidFill>
              <a:latin typeface="Times New Roman"/>
              <a:ea typeface="Times New Roman"/>
              <a:cs typeface="Times New Roman"/>
              <a:sym typeface="Times New Roman"/>
            </a:endParaRPr>
          </a:p>
        </p:txBody>
      </p:sp>
      <p:pic>
        <p:nvPicPr>
          <p:cNvPr id="413" name="Google Shape;413;g3aa7e3fc8be_0_22"/>
          <p:cNvPicPr preferRelativeResize="0"/>
          <p:nvPr/>
        </p:nvPicPr>
        <p:blipFill rotWithShape="1">
          <a:blip r:embed="rId4">
            <a:alphaModFix/>
          </a:blip>
          <a:srcRect b="0" l="0" r="0" t="0"/>
          <a:stretch/>
        </p:blipFill>
        <p:spPr>
          <a:xfrm>
            <a:off x="10590875" y="6330524"/>
            <a:ext cx="1500023" cy="585000"/>
          </a:xfrm>
          <a:prstGeom prst="rect">
            <a:avLst/>
          </a:prstGeom>
          <a:noFill/>
          <a:ln>
            <a:noFill/>
          </a:ln>
        </p:spPr>
      </p:pic>
      <p:pic>
        <p:nvPicPr>
          <p:cNvPr id="414" name="Google Shape;414;g3aa7e3fc8be_0_22"/>
          <p:cNvPicPr preferRelativeResize="0"/>
          <p:nvPr/>
        </p:nvPicPr>
        <p:blipFill rotWithShape="1">
          <a:blip r:embed="rId5">
            <a:alphaModFix/>
          </a:blip>
          <a:srcRect b="0" l="0" r="0" t="0"/>
          <a:stretch/>
        </p:blipFill>
        <p:spPr>
          <a:xfrm>
            <a:off x="10590934" y="6330522"/>
            <a:ext cx="1499906" cy="585000"/>
          </a:xfrm>
          <a:prstGeom prst="rect">
            <a:avLst/>
          </a:prstGeom>
          <a:noFill/>
          <a:ln>
            <a:noFill/>
          </a:ln>
        </p:spPr>
      </p:pic>
      <p:sp>
        <p:nvSpPr>
          <p:cNvPr id="415" name="Google Shape;415;g3aa7e3fc8be_0_22"/>
          <p:cNvSpPr txBox="1"/>
          <p:nvPr/>
        </p:nvSpPr>
        <p:spPr>
          <a:xfrm>
            <a:off x="-1" y="6288587"/>
            <a:ext cx="5981100" cy="3693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chemeClr val="dk1"/>
              </a:buClr>
              <a:buSzPts val="1800"/>
              <a:buFont typeface="Arial"/>
              <a:buNone/>
            </a:pPr>
            <a:r>
              <a:rPr b="0" i="0" lang="en-US" sz="1800" u="none" cap="none" strike="noStrike">
                <a:solidFill>
                  <a:schemeClr val="lt1"/>
                </a:solidFill>
                <a:latin typeface="Times New Roman"/>
                <a:ea typeface="Times New Roman"/>
                <a:cs typeface="Times New Roman"/>
                <a:sym typeface="Times New Roman"/>
              </a:rPr>
              <a:t>Term Paper Presentation | Ronit Dutta</a:t>
            </a:r>
            <a:endParaRPr b="0" i="0" sz="1800" u="none" cap="none" strike="noStrike">
              <a:solidFill>
                <a:schemeClr val="lt1"/>
              </a:solidFill>
              <a:latin typeface="Times New Roman"/>
              <a:ea typeface="Times New Roman"/>
              <a:cs typeface="Times New Roman"/>
              <a:sym typeface="Times New Roman"/>
            </a:endParaRPr>
          </a:p>
        </p:txBody>
      </p:sp>
      <p:pic>
        <p:nvPicPr>
          <p:cNvPr id="416" name="Google Shape;416;g3aa7e3fc8be_0_22"/>
          <p:cNvPicPr preferRelativeResize="0"/>
          <p:nvPr/>
        </p:nvPicPr>
        <p:blipFill rotWithShape="1">
          <a:blip r:embed="rId5">
            <a:alphaModFix/>
          </a:blip>
          <a:srcRect b="0" l="0" r="0" t="0"/>
          <a:stretch/>
        </p:blipFill>
        <p:spPr>
          <a:xfrm>
            <a:off x="10590934" y="6330522"/>
            <a:ext cx="1499906" cy="585000"/>
          </a:xfrm>
          <a:prstGeom prst="rect">
            <a:avLst/>
          </a:prstGeom>
          <a:noFill/>
          <a:ln>
            <a:noFill/>
          </a:ln>
        </p:spPr>
      </p:pic>
      <p:sp>
        <p:nvSpPr>
          <p:cNvPr id="417" name="Google Shape;417;g3aa7e3fc8be_0_22"/>
          <p:cNvSpPr txBox="1"/>
          <p:nvPr/>
        </p:nvSpPr>
        <p:spPr>
          <a:xfrm>
            <a:off x="-1" y="6288587"/>
            <a:ext cx="5981100" cy="3693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chemeClr val="dk1"/>
              </a:buClr>
              <a:buSzPts val="1800"/>
              <a:buFont typeface="Arial"/>
              <a:buNone/>
            </a:pPr>
            <a:r>
              <a:rPr b="0" i="0" lang="en-US" sz="1800" u="none" cap="none" strike="noStrike">
                <a:solidFill>
                  <a:schemeClr val="lt1"/>
                </a:solidFill>
                <a:latin typeface="Times New Roman"/>
                <a:ea typeface="Times New Roman"/>
                <a:cs typeface="Times New Roman"/>
                <a:sym typeface="Times New Roman"/>
              </a:rPr>
              <a:t>Term Paper Presentation | Ronit Dutta</a:t>
            </a:r>
            <a:endParaRPr b="0" i="0" sz="1800" u="none" cap="none" strike="noStrike">
              <a:solidFill>
                <a:schemeClr val="lt1"/>
              </a:solidFill>
              <a:latin typeface="Times New Roman"/>
              <a:ea typeface="Times New Roman"/>
              <a:cs typeface="Times New Roman"/>
              <a:sym typeface="Times New Roman"/>
            </a:endParaRPr>
          </a:p>
        </p:txBody>
      </p:sp>
      <p:pic>
        <p:nvPicPr>
          <p:cNvPr id="418" name="Google Shape;418;g3aa7e3fc8be_0_22"/>
          <p:cNvPicPr preferRelativeResize="0"/>
          <p:nvPr/>
        </p:nvPicPr>
        <p:blipFill rotWithShape="1">
          <a:blip r:embed="rId5">
            <a:alphaModFix/>
          </a:blip>
          <a:srcRect b="0" l="0" r="0" t="0"/>
          <a:stretch/>
        </p:blipFill>
        <p:spPr>
          <a:xfrm>
            <a:off x="10590934" y="6330522"/>
            <a:ext cx="1499906" cy="585000"/>
          </a:xfrm>
          <a:prstGeom prst="rect">
            <a:avLst/>
          </a:prstGeom>
          <a:noFill/>
          <a:ln>
            <a:noFill/>
          </a:ln>
        </p:spPr>
      </p:pic>
      <p:sp>
        <p:nvSpPr>
          <p:cNvPr id="419" name="Google Shape;419;g3aa7e3fc8be_0_22"/>
          <p:cNvSpPr txBox="1"/>
          <p:nvPr/>
        </p:nvSpPr>
        <p:spPr>
          <a:xfrm>
            <a:off x="-1" y="6288587"/>
            <a:ext cx="5981100" cy="6465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chemeClr val="dk1"/>
              </a:buClr>
              <a:buSzPts val="1800"/>
              <a:buFont typeface="Arial"/>
              <a:buNone/>
            </a:pPr>
            <a:r>
              <a:rPr b="0" i="0" lang="en-US" sz="1800" u="none" cap="none" strike="noStrike">
                <a:solidFill>
                  <a:schemeClr val="lt1"/>
                </a:solidFill>
                <a:latin typeface="Times New Roman"/>
                <a:ea typeface="Times New Roman"/>
                <a:cs typeface="Times New Roman"/>
                <a:sym typeface="Times New Roman"/>
              </a:rPr>
              <a:t>Machine Learning Professional</a:t>
            </a:r>
            <a:br>
              <a:rPr b="0" i="0" lang="en-US" sz="1800" u="none" cap="none" strike="noStrike">
                <a:solidFill>
                  <a:schemeClr val="lt1"/>
                </a:solidFill>
                <a:latin typeface="Times New Roman"/>
                <a:ea typeface="Times New Roman"/>
                <a:cs typeface="Times New Roman"/>
                <a:sym typeface="Times New Roman"/>
              </a:rPr>
            </a:br>
            <a:r>
              <a:rPr b="0" i="0" lang="en-US" sz="1800" u="none" cap="none" strike="noStrike">
                <a:solidFill>
                  <a:schemeClr val="lt1"/>
                </a:solidFill>
                <a:latin typeface="Times New Roman"/>
                <a:ea typeface="Times New Roman"/>
                <a:cs typeface="Times New Roman"/>
                <a:sym typeface="Times New Roman"/>
              </a:rPr>
              <a:t>Project Presentation</a:t>
            </a:r>
            <a:endParaRPr b="0" i="0" sz="1800" u="none" cap="none" strike="noStrike">
              <a:solidFill>
                <a:schemeClr val="lt1"/>
              </a:solidFill>
              <a:latin typeface="Times New Roman"/>
              <a:ea typeface="Times New Roman"/>
              <a:cs typeface="Times New Roman"/>
              <a:sym typeface="Times New Roman"/>
            </a:endParaRPr>
          </a:p>
        </p:txBody>
      </p:sp>
      <p:pic>
        <p:nvPicPr>
          <p:cNvPr id="420" name="Google Shape;420;g3aa7e3fc8be_0_22"/>
          <p:cNvPicPr preferRelativeResize="0"/>
          <p:nvPr/>
        </p:nvPicPr>
        <p:blipFill rotWithShape="1">
          <a:blip r:embed="rId4">
            <a:alphaModFix/>
          </a:blip>
          <a:srcRect b="0" l="0" r="0" t="0"/>
          <a:stretch/>
        </p:blipFill>
        <p:spPr>
          <a:xfrm>
            <a:off x="10590875" y="6341462"/>
            <a:ext cx="1500023" cy="585000"/>
          </a:xfrm>
          <a:prstGeom prst="rect">
            <a:avLst/>
          </a:prstGeom>
          <a:noFill/>
          <a:ln>
            <a:noFill/>
          </a:ln>
        </p:spPr>
      </p:pic>
      <p:sp>
        <p:nvSpPr>
          <p:cNvPr id="421" name="Google Shape;421;g3aa7e3fc8be_0_22"/>
          <p:cNvSpPr txBox="1"/>
          <p:nvPr/>
        </p:nvSpPr>
        <p:spPr>
          <a:xfrm>
            <a:off x="-1" y="6288587"/>
            <a:ext cx="5981100" cy="6465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chemeClr val="dk1"/>
              </a:buClr>
              <a:buSzPts val="1800"/>
              <a:buFont typeface="Arial"/>
              <a:buNone/>
            </a:pPr>
            <a:r>
              <a:rPr b="0" i="0" lang="en-US" sz="1800" u="none" cap="none" strike="noStrike">
                <a:solidFill>
                  <a:schemeClr val="lt1"/>
                </a:solidFill>
                <a:latin typeface="Times New Roman"/>
                <a:ea typeface="Times New Roman"/>
                <a:cs typeface="Times New Roman"/>
                <a:sym typeface="Times New Roman"/>
              </a:rPr>
              <a:t>Machine Learning Professional</a:t>
            </a:r>
            <a:br>
              <a:rPr b="0" i="0" lang="en-US" sz="1800" u="none" cap="none" strike="noStrike">
                <a:solidFill>
                  <a:schemeClr val="lt1"/>
                </a:solidFill>
                <a:latin typeface="Times New Roman"/>
                <a:ea typeface="Times New Roman"/>
                <a:cs typeface="Times New Roman"/>
                <a:sym typeface="Times New Roman"/>
              </a:rPr>
            </a:br>
            <a:r>
              <a:rPr b="0" i="0" lang="en-US" sz="1800" u="none" cap="none" strike="noStrike">
                <a:solidFill>
                  <a:schemeClr val="lt1"/>
                </a:solidFill>
                <a:latin typeface="Times New Roman"/>
                <a:ea typeface="Times New Roman"/>
                <a:cs typeface="Times New Roman"/>
                <a:sym typeface="Times New Roman"/>
              </a:rPr>
              <a:t>Project Presentation</a:t>
            </a:r>
            <a:endParaRPr b="0" i="0" sz="1800" u="none" cap="none" strike="noStrike">
              <a:solidFill>
                <a:schemeClr val="lt1"/>
              </a:solidFill>
              <a:latin typeface="Times New Roman"/>
              <a:ea typeface="Times New Roman"/>
              <a:cs typeface="Times New Roman"/>
              <a:sym typeface="Times New Roman"/>
            </a:endParaRPr>
          </a:p>
        </p:txBody>
      </p:sp>
      <p:pic>
        <p:nvPicPr>
          <p:cNvPr id="422" name="Google Shape;422;g3aa7e3fc8be_0_22"/>
          <p:cNvPicPr preferRelativeResize="0"/>
          <p:nvPr/>
        </p:nvPicPr>
        <p:blipFill rotWithShape="1">
          <a:blip r:embed="rId4">
            <a:alphaModFix/>
          </a:blip>
          <a:srcRect b="0" l="0" r="0" t="0"/>
          <a:stretch/>
        </p:blipFill>
        <p:spPr>
          <a:xfrm>
            <a:off x="10590875" y="6330524"/>
            <a:ext cx="1500023" cy="585000"/>
          </a:xfrm>
          <a:prstGeom prst="rect">
            <a:avLst/>
          </a:prstGeom>
          <a:noFill/>
          <a:ln>
            <a:noFill/>
          </a:ln>
        </p:spPr>
      </p:pic>
      <p:sp>
        <p:nvSpPr>
          <p:cNvPr id="423" name="Google Shape;423;g3aa7e3fc8be_0_22"/>
          <p:cNvSpPr txBox="1"/>
          <p:nvPr/>
        </p:nvSpPr>
        <p:spPr>
          <a:xfrm>
            <a:off x="-1" y="6234672"/>
            <a:ext cx="5981100" cy="6465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chemeClr val="dk1"/>
              </a:buClr>
              <a:buSzPts val="1800"/>
              <a:buFont typeface="Arial"/>
              <a:buNone/>
            </a:pPr>
            <a:r>
              <a:rPr b="0" i="0" lang="en-US" sz="1800" u="none" cap="none" strike="noStrike">
                <a:solidFill>
                  <a:schemeClr val="lt1"/>
                </a:solidFill>
                <a:latin typeface="Times New Roman"/>
                <a:ea typeface="Times New Roman"/>
                <a:cs typeface="Times New Roman"/>
                <a:sym typeface="Times New Roman"/>
              </a:rPr>
              <a:t>Machine Learning Professional</a:t>
            </a:r>
            <a:br>
              <a:rPr b="0" i="0" lang="en-US" sz="1800" u="none" cap="none" strike="noStrike">
                <a:solidFill>
                  <a:schemeClr val="lt1"/>
                </a:solidFill>
                <a:latin typeface="Times New Roman"/>
                <a:ea typeface="Times New Roman"/>
                <a:cs typeface="Times New Roman"/>
                <a:sym typeface="Times New Roman"/>
              </a:rPr>
            </a:br>
            <a:r>
              <a:rPr b="0" i="0" lang="en-US" sz="1800" u="none" cap="none" strike="noStrike">
                <a:solidFill>
                  <a:schemeClr val="lt1"/>
                </a:solidFill>
                <a:latin typeface="Times New Roman"/>
                <a:ea typeface="Times New Roman"/>
                <a:cs typeface="Times New Roman"/>
                <a:sym typeface="Times New Roman"/>
              </a:rPr>
              <a:t>Project Presentation</a:t>
            </a:r>
            <a:endParaRPr b="0" i="0" sz="1800" u="none" cap="none" strike="noStrike">
              <a:solidFill>
                <a:schemeClr val="lt1"/>
              </a:solidFill>
              <a:latin typeface="Times New Roman"/>
              <a:ea typeface="Times New Roman"/>
              <a:cs typeface="Times New Roman"/>
              <a:sym typeface="Times New Roman"/>
            </a:endParaRPr>
          </a:p>
        </p:txBody>
      </p:sp>
      <p:pic>
        <p:nvPicPr>
          <p:cNvPr id="424" name="Google Shape;424;g3aa7e3fc8be_0_22"/>
          <p:cNvPicPr preferRelativeResize="0"/>
          <p:nvPr/>
        </p:nvPicPr>
        <p:blipFill rotWithShape="1">
          <a:blip r:embed="rId4">
            <a:alphaModFix/>
          </a:blip>
          <a:srcRect b="0" l="0" r="0" t="0"/>
          <a:stretch/>
        </p:blipFill>
        <p:spPr>
          <a:xfrm>
            <a:off x="10590875" y="6330524"/>
            <a:ext cx="1500023" cy="585000"/>
          </a:xfrm>
          <a:prstGeom prst="rect">
            <a:avLst/>
          </a:prstGeom>
          <a:noFill/>
          <a:ln>
            <a:noFill/>
          </a:ln>
        </p:spPr>
      </p:pic>
      <p:sp>
        <p:nvSpPr>
          <p:cNvPr id="425" name="Google Shape;425;g3aa7e3fc8be_0_22"/>
          <p:cNvSpPr txBox="1"/>
          <p:nvPr/>
        </p:nvSpPr>
        <p:spPr>
          <a:xfrm>
            <a:off x="-1" y="6234672"/>
            <a:ext cx="5981100" cy="6465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chemeClr val="dk1"/>
              </a:buClr>
              <a:buSzPts val="1800"/>
              <a:buFont typeface="Arial"/>
              <a:buNone/>
            </a:pPr>
            <a:r>
              <a:rPr b="0" i="0" lang="en-US" sz="1800" u="none" cap="none" strike="noStrike">
                <a:solidFill>
                  <a:schemeClr val="lt1"/>
                </a:solidFill>
                <a:latin typeface="Times New Roman"/>
                <a:ea typeface="Times New Roman"/>
                <a:cs typeface="Times New Roman"/>
                <a:sym typeface="Times New Roman"/>
              </a:rPr>
              <a:t>Machine Learning Professional</a:t>
            </a:r>
            <a:br>
              <a:rPr b="0" i="0" lang="en-US" sz="1800" u="none" cap="none" strike="noStrike">
                <a:solidFill>
                  <a:schemeClr val="lt1"/>
                </a:solidFill>
                <a:latin typeface="Times New Roman"/>
                <a:ea typeface="Times New Roman"/>
                <a:cs typeface="Times New Roman"/>
                <a:sym typeface="Times New Roman"/>
              </a:rPr>
            </a:br>
            <a:r>
              <a:rPr b="0" i="0" lang="en-US" sz="1800" u="none" cap="none" strike="noStrike">
                <a:solidFill>
                  <a:schemeClr val="lt1"/>
                </a:solidFill>
                <a:latin typeface="Times New Roman"/>
                <a:ea typeface="Times New Roman"/>
                <a:cs typeface="Times New Roman"/>
                <a:sym typeface="Times New Roman"/>
              </a:rPr>
              <a:t>Project Presentation</a:t>
            </a:r>
            <a:endParaRPr b="0" i="0" sz="1800" u="none" cap="none" strike="noStrike">
              <a:solidFill>
                <a:schemeClr val="lt1"/>
              </a:solidFill>
              <a:latin typeface="Times New Roman"/>
              <a:ea typeface="Times New Roman"/>
              <a:cs typeface="Times New Roman"/>
              <a:sym typeface="Times New Roman"/>
            </a:endParaRPr>
          </a:p>
        </p:txBody>
      </p:sp>
      <p:pic>
        <p:nvPicPr>
          <p:cNvPr id="426" name="Google Shape;426;g3aa7e3fc8be_0_22"/>
          <p:cNvPicPr preferRelativeResize="0"/>
          <p:nvPr/>
        </p:nvPicPr>
        <p:blipFill rotWithShape="1">
          <a:blip r:embed="rId4">
            <a:alphaModFix/>
          </a:blip>
          <a:srcRect b="0" l="0" r="0" t="0"/>
          <a:stretch/>
        </p:blipFill>
        <p:spPr>
          <a:xfrm>
            <a:off x="10590875" y="6330524"/>
            <a:ext cx="1500023" cy="585000"/>
          </a:xfrm>
          <a:prstGeom prst="rect">
            <a:avLst/>
          </a:prstGeom>
          <a:noFill/>
          <a:ln>
            <a:noFill/>
          </a:ln>
        </p:spPr>
      </p:pic>
      <p:sp>
        <p:nvSpPr>
          <p:cNvPr id="427" name="Google Shape;427;g3aa7e3fc8be_0_22"/>
          <p:cNvSpPr txBox="1"/>
          <p:nvPr/>
        </p:nvSpPr>
        <p:spPr>
          <a:xfrm>
            <a:off x="-1" y="6234672"/>
            <a:ext cx="5981100" cy="6465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chemeClr val="dk1"/>
              </a:buClr>
              <a:buSzPts val="1800"/>
              <a:buFont typeface="Arial"/>
              <a:buNone/>
            </a:pPr>
            <a:r>
              <a:rPr b="0" i="0" lang="en-US" sz="1800" u="none" cap="none" strike="noStrike">
                <a:solidFill>
                  <a:schemeClr val="lt1"/>
                </a:solidFill>
                <a:latin typeface="Times New Roman"/>
                <a:ea typeface="Times New Roman"/>
                <a:cs typeface="Times New Roman"/>
                <a:sym typeface="Times New Roman"/>
              </a:rPr>
              <a:t>Nanoelectronics - Seminar Presentation</a:t>
            </a:r>
            <a:br>
              <a:rPr b="0" i="0" lang="en-US" sz="1800" u="none" cap="none" strike="noStrike">
                <a:solidFill>
                  <a:schemeClr val="lt1"/>
                </a:solidFill>
                <a:latin typeface="Times New Roman"/>
                <a:ea typeface="Times New Roman"/>
                <a:cs typeface="Times New Roman"/>
                <a:sym typeface="Times New Roman"/>
              </a:rPr>
            </a:br>
            <a:r>
              <a:rPr b="0" i="0" lang="en-US" sz="1800" u="none" cap="none" strike="noStrike">
                <a:solidFill>
                  <a:schemeClr val="lt1"/>
                </a:solidFill>
                <a:latin typeface="Times New Roman"/>
                <a:ea typeface="Times New Roman"/>
                <a:cs typeface="Times New Roman"/>
                <a:sym typeface="Times New Roman"/>
              </a:rPr>
              <a:t>Ronit Dutta</a:t>
            </a:r>
            <a:endParaRPr b="0" i="0" sz="1800" u="none" cap="none" strike="noStrike">
              <a:solidFill>
                <a:schemeClr val="lt1"/>
              </a:solidFill>
              <a:latin typeface="Times New Roman"/>
              <a:ea typeface="Times New Roman"/>
              <a:cs typeface="Times New Roman"/>
              <a:sym typeface="Times New Roman"/>
            </a:endParaRPr>
          </a:p>
        </p:txBody>
      </p:sp>
      <p:pic>
        <p:nvPicPr>
          <p:cNvPr id="428" name="Google Shape;428;g3aa7e3fc8be_0_22"/>
          <p:cNvPicPr preferRelativeResize="0"/>
          <p:nvPr/>
        </p:nvPicPr>
        <p:blipFill rotWithShape="1">
          <a:blip r:embed="rId4">
            <a:alphaModFix/>
          </a:blip>
          <a:srcRect b="0" l="0" r="0" t="0"/>
          <a:stretch/>
        </p:blipFill>
        <p:spPr>
          <a:xfrm>
            <a:off x="10590875" y="6330524"/>
            <a:ext cx="1500023" cy="585000"/>
          </a:xfrm>
          <a:prstGeom prst="rect">
            <a:avLst/>
          </a:prstGeom>
          <a:noFill/>
          <a:ln>
            <a:noFill/>
          </a:ln>
        </p:spPr>
      </p:pic>
      <p:pic>
        <p:nvPicPr>
          <p:cNvPr id="429" name="Google Shape;429;g3aa7e3fc8be_0_22"/>
          <p:cNvPicPr preferRelativeResize="0"/>
          <p:nvPr/>
        </p:nvPicPr>
        <p:blipFill rotWithShape="1">
          <a:blip r:embed="rId6">
            <a:alphaModFix/>
          </a:blip>
          <a:srcRect b="0" l="0" r="0" t="0"/>
          <a:stretch/>
        </p:blipFill>
        <p:spPr>
          <a:xfrm>
            <a:off x="0" y="6234674"/>
            <a:ext cx="12192000" cy="1165875"/>
          </a:xfrm>
          <a:prstGeom prst="rect">
            <a:avLst/>
          </a:prstGeom>
          <a:noFill/>
          <a:ln>
            <a:noFill/>
          </a:ln>
        </p:spPr>
      </p:pic>
      <p:sp>
        <p:nvSpPr>
          <p:cNvPr id="430" name="Google Shape;430;g3aa7e3fc8be_0_22"/>
          <p:cNvSpPr txBox="1"/>
          <p:nvPr/>
        </p:nvSpPr>
        <p:spPr>
          <a:xfrm>
            <a:off x="-1" y="6310697"/>
            <a:ext cx="5981100" cy="6465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chemeClr val="dk1"/>
              </a:buClr>
              <a:buSzPts val="1800"/>
              <a:buFont typeface="Arial"/>
              <a:buNone/>
            </a:pPr>
            <a:r>
              <a:rPr lang="en-US" sz="1800">
                <a:solidFill>
                  <a:schemeClr val="lt1"/>
                </a:solidFill>
                <a:latin typeface="Times New Roman"/>
                <a:ea typeface="Times New Roman"/>
                <a:cs typeface="Times New Roman"/>
                <a:sym typeface="Times New Roman"/>
              </a:rPr>
              <a:t>Applied Mathematics for Engineering [MIDTERM PROJECT]</a:t>
            </a:r>
            <a:br>
              <a:rPr b="0" i="0" lang="en-US" sz="1800" u="none" cap="none" strike="noStrike">
                <a:solidFill>
                  <a:schemeClr val="lt1"/>
                </a:solidFill>
                <a:latin typeface="Times New Roman"/>
                <a:ea typeface="Times New Roman"/>
                <a:cs typeface="Times New Roman"/>
                <a:sym typeface="Times New Roman"/>
              </a:rPr>
            </a:br>
            <a:r>
              <a:rPr b="0" i="0" lang="en-US" sz="1800" u="none" cap="none" strike="noStrike">
                <a:solidFill>
                  <a:schemeClr val="lt1"/>
                </a:solidFill>
                <a:latin typeface="Times New Roman"/>
                <a:ea typeface="Times New Roman"/>
                <a:cs typeface="Times New Roman"/>
                <a:sym typeface="Times New Roman"/>
              </a:rPr>
              <a:t>Ronit Dutta</a:t>
            </a:r>
            <a:endParaRPr b="0" i="0" sz="1800" u="none" cap="none" strike="noStrike">
              <a:solidFill>
                <a:schemeClr val="lt1"/>
              </a:solidFill>
              <a:latin typeface="Times New Roman"/>
              <a:ea typeface="Times New Roman"/>
              <a:cs typeface="Times New Roman"/>
              <a:sym typeface="Times New Roman"/>
            </a:endParaRPr>
          </a:p>
        </p:txBody>
      </p:sp>
      <p:pic>
        <p:nvPicPr>
          <p:cNvPr id="431" name="Google Shape;431;g3aa7e3fc8be_0_22"/>
          <p:cNvPicPr preferRelativeResize="0"/>
          <p:nvPr/>
        </p:nvPicPr>
        <p:blipFill rotWithShape="1">
          <a:blip r:embed="rId4">
            <a:alphaModFix/>
          </a:blip>
          <a:srcRect b="0" l="0" r="0" t="0"/>
          <a:stretch/>
        </p:blipFill>
        <p:spPr>
          <a:xfrm>
            <a:off x="10579375" y="6341449"/>
            <a:ext cx="1500023" cy="585000"/>
          </a:xfrm>
          <a:prstGeom prst="rect">
            <a:avLst/>
          </a:prstGeom>
          <a:noFill/>
          <a:ln>
            <a:noFill/>
          </a:ln>
        </p:spPr>
      </p:pic>
      <p:sp>
        <p:nvSpPr>
          <p:cNvPr id="432" name="Google Shape;432;g3aa7e3fc8be_0_22"/>
          <p:cNvSpPr txBox="1"/>
          <p:nvPr/>
        </p:nvSpPr>
        <p:spPr>
          <a:xfrm>
            <a:off x="3625025" y="53000"/>
            <a:ext cx="5448300" cy="585000"/>
          </a:xfrm>
          <a:prstGeom prst="rect">
            <a:avLst/>
          </a:prstGeom>
          <a:no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3200"/>
              <a:buFont typeface="Arial"/>
              <a:buNone/>
            </a:pPr>
            <a:r>
              <a:rPr lang="en-US" sz="3200">
                <a:solidFill>
                  <a:schemeClr val="dk1"/>
                </a:solidFill>
                <a:latin typeface="Times New Roman"/>
                <a:ea typeface="Times New Roman"/>
                <a:cs typeface="Times New Roman"/>
                <a:sym typeface="Times New Roman"/>
              </a:rPr>
              <a:t>What is meant by scattering?</a:t>
            </a:r>
            <a:endParaRPr sz="2800">
              <a:solidFill>
                <a:schemeClr val="dk1"/>
              </a:solidFill>
              <a:latin typeface="Calibri"/>
              <a:ea typeface="Calibri"/>
              <a:cs typeface="Calibri"/>
              <a:sym typeface="Calibri"/>
            </a:endParaRPr>
          </a:p>
        </p:txBody>
      </p:sp>
      <p:pic>
        <p:nvPicPr>
          <p:cNvPr id="433" name="Google Shape;433;g3aa7e3fc8be_0_22"/>
          <p:cNvPicPr preferRelativeResize="0"/>
          <p:nvPr/>
        </p:nvPicPr>
        <p:blipFill>
          <a:blip r:embed="rId7">
            <a:alphaModFix/>
          </a:blip>
          <a:stretch>
            <a:fillRect/>
          </a:stretch>
        </p:blipFill>
        <p:spPr>
          <a:xfrm>
            <a:off x="5755625" y="3871000"/>
            <a:ext cx="3535600" cy="2181825"/>
          </a:xfrm>
          <a:prstGeom prst="rect">
            <a:avLst/>
          </a:prstGeom>
          <a:noFill/>
          <a:ln cap="flat" cmpd="sng" w="19050">
            <a:solidFill>
              <a:schemeClr val="dk1"/>
            </a:solidFill>
            <a:prstDash val="solid"/>
            <a:round/>
            <a:headEnd len="sm" w="sm" type="none"/>
            <a:tailEnd len="sm" w="sm" type="none"/>
          </a:ln>
        </p:spPr>
      </p:pic>
      <p:pic>
        <p:nvPicPr>
          <p:cNvPr id="434" name="Google Shape;434;g3aa7e3fc8be_0_22"/>
          <p:cNvPicPr preferRelativeResize="0"/>
          <p:nvPr/>
        </p:nvPicPr>
        <p:blipFill>
          <a:blip r:embed="rId8">
            <a:alphaModFix/>
          </a:blip>
          <a:stretch>
            <a:fillRect/>
          </a:stretch>
        </p:blipFill>
        <p:spPr>
          <a:xfrm>
            <a:off x="339900" y="958875"/>
            <a:ext cx="5012951" cy="4043675"/>
          </a:xfrm>
          <a:prstGeom prst="rect">
            <a:avLst/>
          </a:prstGeom>
          <a:noFill/>
          <a:ln cap="flat" cmpd="sng" w="19050">
            <a:solidFill>
              <a:schemeClr val="dk1"/>
            </a:solidFill>
            <a:prstDash val="solid"/>
            <a:round/>
            <a:headEnd len="sm" w="sm" type="none"/>
            <a:tailEnd len="sm" w="sm" type="none"/>
          </a:ln>
        </p:spPr>
      </p:pic>
      <p:pic>
        <p:nvPicPr>
          <p:cNvPr id="435" name="Google Shape;435;g3aa7e3fc8be_0_22"/>
          <p:cNvPicPr preferRelativeResize="0"/>
          <p:nvPr/>
        </p:nvPicPr>
        <p:blipFill>
          <a:blip r:embed="rId9">
            <a:alphaModFix/>
          </a:blip>
          <a:stretch>
            <a:fillRect/>
          </a:stretch>
        </p:blipFill>
        <p:spPr>
          <a:xfrm>
            <a:off x="6071150" y="695663"/>
            <a:ext cx="5134600" cy="2993492"/>
          </a:xfrm>
          <a:prstGeom prst="rect">
            <a:avLst/>
          </a:prstGeom>
          <a:noFill/>
          <a:ln cap="flat" cmpd="sng" w="19050">
            <a:solidFill>
              <a:schemeClr val="dk1"/>
            </a:solidFill>
            <a:prstDash val="solid"/>
            <a:round/>
            <a:headEnd len="sm" w="sm" type="none"/>
            <a:tailEnd len="sm" w="sm" type="none"/>
          </a:ln>
        </p:spPr>
      </p:pic>
      <p:sp>
        <p:nvSpPr>
          <p:cNvPr id="436" name="Google Shape;436;g3aa7e3fc8be_0_22"/>
          <p:cNvSpPr txBox="1"/>
          <p:nvPr/>
        </p:nvSpPr>
        <p:spPr>
          <a:xfrm>
            <a:off x="1495375" y="5431200"/>
            <a:ext cx="2702100" cy="334200"/>
          </a:xfrm>
          <a:prstGeom prst="rect">
            <a:avLst/>
          </a:prstGeom>
          <a:noFill/>
          <a:ln cap="flat" cmpd="sng" w="9525">
            <a:solidFill>
              <a:srgbClr val="000000"/>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US" sz="1500">
                <a:solidFill>
                  <a:schemeClr val="dk1"/>
                </a:solidFill>
                <a:latin typeface="Georgia"/>
                <a:ea typeface="Georgia"/>
                <a:cs typeface="Georgia"/>
                <a:sym typeface="Georgia"/>
              </a:rPr>
              <a:t>General 3D scattering setup</a:t>
            </a:r>
            <a:endParaRPr sz="1500">
              <a:solidFill>
                <a:schemeClr val="dk1"/>
              </a:solidFill>
              <a:latin typeface="Calibri"/>
              <a:ea typeface="Calibri"/>
              <a:cs typeface="Calibri"/>
              <a:sym typeface="Calibri"/>
            </a:endParaRPr>
          </a:p>
        </p:txBody>
      </p:sp>
      <p:sp>
        <p:nvSpPr>
          <p:cNvPr id="437" name="Google Shape;437;g3aa7e3fc8be_0_22"/>
          <p:cNvSpPr txBox="1"/>
          <p:nvPr/>
        </p:nvSpPr>
        <p:spPr>
          <a:xfrm>
            <a:off x="9593250" y="5468725"/>
            <a:ext cx="1500000" cy="446400"/>
          </a:xfrm>
          <a:prstGeom prst="rect">
            <a:avLst/>
          </a:prstGeom>
          <a:noFill/>
          <a:ln cap="flat" cmpd="sng" w="9525">
            <a:solidFill>
              <a:srgbClr val="000000"/>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US" sz="1300">
                <a:solidFill>
                  <a:schemeClr val="dk1"/>
                </a:solidFill>
                <a:latin typeface="Georgia"/>
                <a:ea typeface="Georgia"/>
                <a:cs typeface="Georgia"/>
                <a:sym typeface="Georgia"/>
              </a:rPr>
              <a:t>Microscopic view</a:t>
            </a:r>
            <a:endParaRPr sz="1300">
              <a:solidFill>
                <a:schemeClr val="dk1"/>
              </a:solidFill>
              <a:latin typeface="Calibri"/>
              <a:ea typeface="Calibri"/>
              <a:cs typeface="Calibri"/>
              <a:sym typeface="Calibri"/>
            </a:endParaRPr>
          </a:p>
        </p:txBody>
      </p:sp>
      <p:sp>
        <p:nvSpPr>
          <p:cNvPr id="438" name="Google Shape;438;g3aa7e3fc8be_0_22"/>
          <p:cNvSpPr txBox="1"/>
          <p:nvPr/>
        </p:nvSpPr>
        <p:spPr>
          <a:xfrm>
            <a:off x="10048500" y="3856050"/>
            <a:ext cx="2031000" cy="1051500"/>
          </a:xfrm>
          <a:prstGeom prst="rect">
            <a:avLst/>
          </a:prstGeom>
          <a:noFill/>
          <a:ln cap="flat" cmpd="sng" w="9525">
            <a:solidFill>
              <a:srgbClr val="000000"/>
            </a:solidFill>
            <a:prstDash val="solid"/>
            <a:round/>
            <a:headEnd len="sm" w="sm" type="none"/>
            <a:tailEnd len="sm" w="sm" type="none"/>
          </a:ln>
        </p:spPr>
        <p:txBody>
          <a:bodyPr anchorCtr="0" anchor="ctr" bIns="91425" lIns="91425" spcFirstLastPara="1" rIns="91425" wrap="square" tIns="91425">
            <a:noAutofit/>
          </a:bodyPr>
          <a:lstStyle/>
          <a:p>
            <a:pPr indent="0" lvl="0" marL="0" rtl="0" algn="r">
              <a:lnSpc>
                <a:spcPct val="100000"/>
              </a:lnSpc>
              <a:spcBef>
                <a:spcPts val="0"/>
              </a:spcBef>
              <a:spcAft>
                <a:spcPts val="0"/>
              </a:spcAft>
              <a:buNone/>
            </a:pPr>
            <a:r>
              <a:rPr lang="en-US" sz="1300">
                <a:solidFill>
                  <a:schemeClr val="dk1"/>
                </a:solidFill>
                <a:latin typeface="Georgia"/>
                <a:ea typeface="Georgia"/>
                <a:cs typeface="Georgia"/>
                <a:sym typeface="Georgia"/>
              </a:rPr>
              <a:t>Rutherford’s scattering</a:t>
            </a:r>
            <a:br>
              <a:rPr lang="en-US" sz="1300">
                <a:solidFill>
                  <a:schemeClr val="dk1"/>
                </a:solidFill>
                <a:latin typeface="Georgia"/>
                <a:ea typeface="Georgia"/>
                <a:cs typeface="Georgia"/>
                <a:sym typeface="Georgia"/>
              </a:rPr>
            </a:br>
            <a:r>
              <a:rPr lang="en-US" sz="1300">
                <a:solidFill>
                  <a:schemeClr val="dk1"/>
                </a:solidFill>
                <a:latin typeface="Georgia"/>
                <a:ea typeface="Georgia"/>
                <a:cs typeface="Georgia"/>
                <a:sym typeface="Georgia"/>
              </a:rPr>
              <a:t>(One of the most famous scattering experiments ever conducted)</a:t>
            </a:r>
            <a:endParaRPr sz="2400">
              <a:solidFill>
                <a:schemeClr val="dk1"/>
              </a:solidFill>
              <a:latin typeface="Calibri"/>
              <a:ea typeface="Calibri"/>
              <a:cs typeface="Calibri"/>
              <a:sym typeface="Calibri"/>
            </a:endParaRPr>
          </a:p>
        </p:txBody>
      </p:sp>
      <p:cxnSp>
        <p:nvCxnSpPr>
          <p:cNvPr id="439" name="Google Shape;439;g3aa7e3fc8be_0_22"/>
          <p:cNvCxnSpPr>
            <a:stCxn id="435" idx="3"/>
          </p:cNvCxnSpPr>
          <p:nvPr/>
        </p:nvCxnSpPr>
        <p:spPr>
          <a:xfrm>
            <a:off x="11205750" y="2192409"/>
            <a:ext cx="443400" cy="1644600"/>
          </a:xfrm>
          <a:prstGeom prst="curvedConnector2">
            <a:avLst/>
          </a:prstGeom>
          <a:noFill/>
          <a:ln cap="flat" cmpd="sng" w="9525">
            <a:solidFill>
              <a:schemeClr val="dk2"/>
            </a:solidFill>
            <a:prstDash val="solid"/>
            <a:round/>
            <a:headEnd len="med" w="med" type="none"/>
            <a:tailEnd len="med" w="med" type="stealth"/>
          </a:ln>
        </p:spPr>
      </p:cxnSp>
      <p:cxnSp>
        <p:nvCxnSpPr>
          <p:cNvPr id="440" name="Google Shape;440;g3aa7e3fc8be_0_22"/>
          <p:cNvCxnSpPr>
            <a:stCxn id="433" idx="3"/>
            <a:endCxn id="437" idx="0"/>
          </p:cNvCxnSpPr>
          <p:nvPr/>
        </p:nvCxnSpPr>
        <p:spPr>
          <a:xfrm>
            <a:off x="9291225" y="4961913"/>
            <a:ext cx="1052100" cy="506700"/>
          </a:xfrm>
          <a:prstGeom prst="curvedConnector2">
            <a:avLst/>
          </a:prstGeom>
          <a:noFill/>
          <a:ln cap="flat" cmpd="sng" w="9525">
            <a:solidFill>
              <a:schemeClr val="dk2"/>
            </a:solidFill>
            <a:prstDash val="solid"/>
            <a:round/>
            <a:headEnd len="med" w="med" type="none"/>
            <a:tailEnd len="med" w="med" type="stealth"/>
          </a:ln>
        </p:spPr>
      </p:cxnSp>
      <p:cxnSp>
        <p:nvCxnSpPr>
          <p:cNvPr id="441" name="Google Shape;441;g3aa7e3fc8be_0_22"/>
          <p:cNvCxnSpPr>
            <a:stCxn id="434" idx="2"/>
            <a:endCxn id="436" idx="0"/>
          </p:cNvCxnSpPr>
          <p:nvPr/>
        </p:nvCxnSpPr>
        <p:spPr>
          <a:xfrm flipH="1" rot="-5400000">
            <a:off x="2632326" y="5216600"/>
            <a:ext cx="428700" cy="600"/>
          </a:xfrm>
          <a:prstGeom prst="curvedConnector3">
            <a:avLst>
              <a:gd fmla="val 49994" name="adj1"/>
            </a:avLst>
          </a:prstGeom>
          <a:noFill/>
          <a:ln cap="flat" cmpd="sng" w="9525">
            <a:solidFill>
              <a:schemeClr val="dk2"/>
            </a:solidFill>
            <a:prstDash val="solid"/>
            <a:round/>
            <a:headEnd len="med" w="med" type="none"/>
            <a:tailEnd len="med" w="med" type="stealth"/>
          </a:ln>
        </p:spPr>
      </p:cxnSp>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45" name="Shape 445"/>
        <p:cNvGrpSpPr/>
        <p:nvPr/>
      </p:nvGrpSpPr>
      <p:grpSpPr>
        <a:xfrm>
          <a:off x="0" y="0"/>
          <a:ext cx="0" cy="0"/>
          <a:chOff x="0" y="0"/>
          <a:chExt cx="0" cy="0"/>
        </a:xfrm>
      </p:grpSpPr>
      <p:pic>
        <p:nvPicPr>
          <p:cNvPr id="446" name="Google Shape;446;g39a284b7f17_2_7"/>
          <p:cNvPicPr preferRelativeResize="0"/>
          <p:nvPr/>
        </p:nvPicPr>
        <p:blipFill rotWithShape="1">
          <a:blip r:embed="rId3">
            <a:alphaModFix/>
          </a:blip>
          <a:srcRect b="0" l="0" r="0" t="0"/>
          <a:stretch/>
        </p:blipFill>
        <p:spPr>
          <a:xfrm>
            <a:off x="-4" y="6211289"/>
            <a:ext cx="12192003" cy="1285104"/>
          </a:xfrm>
          <a:prstGeom prst="rect">
            <a:avLst/>
          </a:prstGeom>
          <a:noFill/>
          <a:ln>
            <a:noFill/>
          </a:ln>
        </p:spPr>
      </p:pic>
      <p:pic>
        <p:nvPicPr>
          <p:cNvPr id="447" name="Google Shape;447;g39a284b7f17_2_7"/>
          <p:cNvPicPr preferRelativeResize="0"/>
          <p:nvPr/>
        </p:nvPicPr>
        <p:blipFill rotWithShape="1">
          <a:blip r:embed="rId4">
            <a:alphaModFix/>
          </a:blip>
          <a:srcRect b="0" l="0" r="0" t="0"/>
          <a:stretch/>
        </p:blipFill>
        <p:spPr>
          <a:xfrm>
            <a:off x="10590934" y="6330522"/>
            <a:ext cx="1499906" cy="585000"/>
          </a:xfrm>
          <a:prstGeom prst="rect">
            <a:avLst/>
          </a:prstGeom>
          <a:noFill/>
          <a:ln>
            <a:noFill/>
          </a:ln>
        </p:spPr>
      </p:pic>
      <p:sp>
        <p:nvSpPr>
          <p:cNvPr id="448" name="Google Shape;448;g39a284b7f17_2_7"/>
          <p:cNvSpPr txBox="1"/>
          <p:nvPr/>
        </p:nvSpPr>
        <p:spPr>
          <a:xfrm>
            <a:off x="-1" y="6288587"/>
            <a:ext cx="5981100" cy="3693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chemeClr val="dk1"/>
              </a:buClr>
              <a:buSzPts val="1800"/>
              <a:buFont typeface="Arial"/>
              <a:buNone/>
            </a:pPr>
            <a:r>
              <a:rPr b="0" i="0" lang="en-US" sz="1800" u="none" cap="none" strike="noStrike">
                <a:solidFill>
                  <a:schemeClr val="lt1"/>
                </a:solidFill>
                <a:latin typeface="Times New Roman"/>
                <a:ea typeface="Times New Roman"/>
                <a:cs typeface="Times New Roman"/>
                <a:sym typeface="Times New Roman"/>
              </a:rPr>
              <a:t>Term Paper Presentation | Ronit Dutta</a:t>
            </a:r>
            <a:endParaRPr b="0" i="0" sz="1800" u="none" cap="none" strike="noStrike">
              <a:solidFill>
                <a:schemeClr val="lt1"/>
              </a:solidFill>
              <a:latin typeface="Times New Roman"/>
              <a:ea typeface="Times New Roman"/>
              <a:cs typeface="Times New Roman"/>
              <a:sym typeface="Times New Roman"/>
            </a:endParaRPr>
          </a:p>
        </p:txBody>
      </p:sp>
      <p:sp>
        <p:nvSpPr>
          <p:cNvPr id="449" name="Google Shape;449;g39a284b7f17_2_7"/>
          <p:cNvSpPr txBox="1"/>
          <p:nvPr/>
        </p:nvSpPr>
        <p:spPr>
          <a:xfrm>
            <a:off x="0" y="0"/>
            <a:ext cx="12192000" cy="5388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3200"/>
              <a:buFont typeface="Arial"/>
              <a:buNone/>
            </a:pPr>
            <a:r>
              <a:rPr b="0" i="0" lang="en-US" sz="2900" u="none" cap="none" strike="noStrike">
                <a:solidFill>
                  <a:schemeClr val="dk1"/>
                </a:solidFill>
                <a:latin typeface="Times New Roman"/>
                <a:ea typeface="Times New Roman"/>
                <a:cs typeface="Times New Roman"/>
                <a:sym typeface="Times New Roman"/>
              </a:rPr>
              <a:t>Schrodinger equation as energy conservation </a:t>
            </a:r>
            <a:r>
              <a:rPr lang="en-US" sz="2900">
                <a:solidFill>
                  <a:schemeClr val="dk1"/>
                </a:solidFill>
                <a:latin typeface="Times New Roman"/>
                <a:ea typeface="Times New Roman"/>
                <a:cs typeface="Times New Roman"/>
                <a:sym typeface="Times New Roman"/>
              </a:rPr>
              <a:t>&amp; </a:t>
            </a:r>
            <a:r>
              <a:rPr b="0" i="0" lang="en-US" sz="2900" u="none" cap="none" strike="noStrike">
                <a:solidFill>
                  <a:schemeClr val="dk1"/>
                </a:solidFill>
                <a:latin typeface="Times New Roman"/>
                <a:ea typeface="Times New Roman"/>
                <a:cs typeface="Times New Roman"/>
                <a:sym typeface="Times New Roman"/>
              </a:rPr>
              <a:t>eigenvalue equation</a:t>
            </a:r>
            <a:endParaRPr b="0" i="0" sz="2900" u="none" cap="none" strike="noStrike">
              <a:solidFill>
                <a:schemeClr val="dk1"/>
              </a:solidFill>
              <a:latin typeface="Times New Roman"/>
              <a:ea typeface="Times New Roman"/>
              <a:cs typeface="Times New Roman"/>
              <a:sym typeface="Times New Roman"/>
            </a:endParaRPr>
          </a:p>
        </p:txBody>
      </p:sp>
      <p:cxnSp>
        <p:nvCxnSpPr>
          <p:cNvPr id="450" name="Google Shape;450;g39a284b7f17_2_7"/>
          <p:cNvCxnSpPr/>
          <p:nvPr/>
        </p:nvCxnSpPr>
        <p:spPr>
          <a:xfrm flipH="1" rot="10800000">
            <a:off x="6" y="654189"/>
            <a:ext cx="6318000" cy="30600"/>
          </a:xfrm>
          <a:prstGeom prst="straightConnector1">
            <a:avLst/>
          </a:prstGeom>
          <a:noFill/>
          <a:ln cap="flat" cmpd="sng" w="9525">
            <a:solidFill>
              <a:srgbClr val="0E4D3B"/>
            </a:solidFill>
            <a:prstDash val="solid"/>
            <a:miter lim="800000"/>
            <a:headEnd len="sm" w="sm" type="none"/>
            <a:tailEnd len="sm" w="sm" type="none"/>
          </a:ln>
        </p:spPr>
      </p:cxnSp>
      <p:pic>
        <p:nvPicPr>
          <p:cNvPr id="451" name="Google Shape;451;g39a284b7f17_2_7"/>
          <p:cNvPicPr preferRelativeResize="0"/>
          <p:nvPr/>
        </p:nvPicPr>
        <p:blipFill rotWithShape="1">
          <a:blip r:embed="rId5">
            <a:alphaModFix/>
          </a:blip>
          <a:srcRect b="0" l="0" r="0" t="0"/>
          <a:stretch/>
        </p:blipFill>
        <p:spPr>
          <a:xfrm>
            <a:off x="-4" y="6211289"/>
            <a:ext cx="12192003" cy="1285104"/>
          </a:xfrm>
          <a:prstGeom prst="rect">
            <a:avLst/>
          </a:prstGeom>
          <a:noFill/>
          <a:ln>
            <a:noFill/>
          </a:ln>
        </p:spPr>
      </p:pic>
      <p:pic>
        <p:nvPicPr>
          <p:cNvPr id="452" name="Google Shape;452;g39a284b7f17_2_7"/>
          <p:cNvPicPr preferRelativeResize="0"/>
          <p:nvPr/>
        </p:nvPicPr>
        <p:blipFill rotWithShape="1">
          <a:blip r:embed="rId4">
            <a:alphaModFix/>
          </a:blip>
          <a:srcRect b="0" l="0" r="0" t="0"/>
          <a:stretch/>
        </p:blipFill>
        <p:spPr>
          <a:xfrm>
            <a:off x="10590934" y="6330522"/>
            <a:ext cx="1499906" cy="585000"/>
          </a:xfrm>
          <a:prstGeom prst="rect">
            <a:avLst/>
          </a:prstGeom>
          <a:noFill/>
          <a:ln>
            <a:noFill/>
          </a:ln>
        </p:spPr>
      </p:pic>
      <p:sp>
        <p:nvSpPr>
          <p:cNvPr id="453" name="Google Shape;453;g39a284b7f17_2_7"/>
          <p:cNvSpPr txBox="1"/>
          <p:nvPr/>
        </p:nvSpPr>
        <p:spPr>
          <a:xfrm>
            <a:off x="-1" y="6288587"/>
            <a:ext cx="5981100" cy="3693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chemeClr val="dk1"/>
              </a:buClr>
              <a:buSzPts val="1800"/>
              <a:buFont typeface="Arial"/>
              <a:buNone/>
            </a:pPr>
            <a:r>
              <a:rPr b="0" i="0" lang="en-US" sz="1800" u="none" cap="none" strike="noStrike">
                <a:solidFill>
                  <a:schemeClr val="lt1"/>
                </a:solidFill>
                <a:latin typeface="Times New Roman"/>
                <a:ea typeface="Times New Roman"/>
                <a:cs typeface="Times New Roman"/>
                <a:sym typeface="Times New Roman"/>
              </a:rPr>
              <a:t>Term Paper Presentation | Ronit Dutta</a:t>
            </a:r>
            <a:endParaRPr b="0" i="0" sz="1800" u="none" cap="none" strike="noStrike">
              <a:solidFill>
                <a:schemeClr val="lt1"/>
              </a:solidFill>
              <a:latin typeface="Times New Roman"/>
              <a:ea typeface="Times New Roman"/>
              <a:cs typeface="Times New Roman"/>
              <a:sym typeface="Times New Roman"/>
            </a:endParaRPr>
          </a:p>
        </p:txBody>
      </p:sp>
      <p:pic>
        <p:nvPicPr>
          <p:cNvPr id="454" name="Google Shape;454;g39a284b7f17_2_7"/>
          <p:cNvPicPr preferRelativeResize="0"/>
          <p:nvPr/>
        </p:nvPicPr>
        <p:blipFill rotWithShape="1">
          <a:blip r:embed="rId5">
            <a:alphaModFix/>
          </a:blip>
          <a:srcRect b="0" l="0" r="0" t="0"/>
          <a:stretch/>
        </p:blipFill>
        <p:spPr>
          <a:xfrm>
            <a:off x="-4" y="6211289"/>
            <a:ext cx="12192003" cy="1285104"/>
          </a:xfrm>
          <a:prstGeom prst="rect">
            <a:avLst/>
          </a:prstGeom>
          <a:noFill/>
          <a:ln>
            <a:noFill/>
          </a:ln>
        </p:spPr>
      </p:pic>
      <p:pic>
        <p:nvPicPr>
          <p:cNvPr id="455" name="Google Shape;455;g39a284b7f17_2_7"/>
          <p:cNvPicPr preferRelativeResize="0"/>
          <p:nvPr/>
        </p:nvPicPr>
        <p:blipFill rotWithShape="1">
          <a:blip r:embed="rId4">
            <a:alphaModFix/>
          </a:blip>
          <a:srcRect b="0" l="0" r="0" t="0"/>
          <a:stretch/>
        </p:blipFill>
        <p:spPr>
          <a:xfrm>
            <a:off x="10590934" y="6330522"/>
            <a:ext cx="1499906" cy="585000"/>
          </a:xfrm>
          <a:prstGeom prst="rect">
            <a:avLst/>
          </a:prstGeom>
          <a:noFill/>
          <a:ln>
            <a:noFill/>
          </a:ln>
        </p:spPr>
      </p:pic>
      <p:sp>
        <p:nvSpPr>
          <p:cNvPr id="456" name="Google Shape;456;g39a284b7f17_2_7"/>
          <p:cNvSpPr txBox="1"/>
          <p:nvPr/>
        </p:nvSpPr>
        <p:spPr>
          <a:xfrm>
            <a:off x="-1" y="6288587"/>
            <a:ext cx="5981100" cy="6465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chemeClr val="dk1"/>
              </a:buClr>
              <a:buSzPts val="1800"/>
              <a:buFont typeface="Arial"/>
              <a:buNone/>
            </a:pPr>
            <a:r>
              <a:rPr b="0" i="0" lang="en-US" sz="1800" u="none" cap="none" strike="noStrike">
                <a:solidFill>
                  <a:schemeClr val="lt1"/>
                </a:solidFill>
                <a:latin typeface="Times New Roman"/>
                <a:ea typeface="Times New Roman"/>
                <a:cs typeface="Times New Roman"/>
                <a:sym typeface="Times New Roman"/>
              </a:rPr>
              <a:t>Machine Learning Professional</a:t>
            </a:r>
            <a:br>
              <a:rPr b="0" i="0" lang="en-US" sz="1800" u="none" cap="none" strike="noStrike">
                <a:solidFill>
                  <a:schemeClr val="lt1"/>
                </a:solidFill>
                <a:latin typeface="Times New Roman"/>
                <a:ea typeface="Times New Roman"/>
                <a:cs typeface="Times New Roman"/>
                <a:sym typeface="Times New Roman"/>
              </a:rPr>
            </a:br>
            <a:r>
              <a:rPr b="0" i="0" lang="en-US" sz="1800" u="none" cap="none" strike="noStrike">
                <a:solidFill>
                  <a:schemeClr val="lt1"/>
                </a:solidFill>
                <a:latin typeface="Times New Roman"/>
                <a:ea typeface="Times New Roman"/>
                <a:cs typeface="Times New Roman"/>
                <a:sym typeface="Times New Roman"/>
              </a:rPr>
              <a:t>Project Presentation</a:t>
            </a:r>
            <a:endParaRPr b="0" i="0" sz="1800" u="none" cap="none" strike="noStrike">
              <a:solidFill>
                <a:schemeClr val="lt1"/>
              </a:solidFill>
              <a:latin typeface="Times New Roman"/>
              <a:ea typeface="Times New Roman"/>
              <a:cs typeface="Times New Roman"/>
              <a:sym typeface="Times New Roman"/>
            </a:endParaRPr>
          </a:p>
        </p:txBody>
      </p:sp>
      <p:pic>
        <p:nvPicPr>
          <p:cNvPr id="457" name="Google Shape;457;g39a284b7f17_2_7"/>
          <p:cNvPicPr preferRelativeResize="0"/>
          <p:nvPr/>
        </p:nvPicPr>
        <p:blipFill rotWithShape="1">
          <a:blip r:embed="rId6">
            <a:alphaModFix/>
          </a:blip>
          <a:srcRect b="0" l="0" r="0" t="0"/>
          <a:stretch/>
        </p:blipFill>
        <p:spPr>
          <a:xfrm>
            <a:off x="10590875" y="6330524"/>
            <a:ext cx="1500023" cy="585000"/>
          </a:xfrm>
          <a:prstGeom prst="rect">
            <a:avLst/>
          </a:prstGeom>
          <a:noFill/>
          <a:ln>
            <a:noFill/>
          </a:ln>
        </p:spPr>
      </p:pic>
      <p:pic>
        <p:nvPicPr>
          <p:cNvPr id="458" name="Google Shape;458;g39a284b7f17_2_7"/>
          <p:cNvPicPr preferRelativeResize="0"/>
          <p:nvPr/>
        </p:nvPicPr>
        <p:blipFill rotWithShape="1">
          <a:blip r:embed="rId7">
            <a:alphaModFix/>
          </a:blip>
          <a:srcRect b="0" l="0" r="0" t="0"/>
          <a:stretch/>
        </p:blipFill>
        <p:spPr>
          <a:xfrm>
            <a:off x="-4" y="6211289"/>
            <a:ext cx="12192003" cy="1285104"/>
          </a:xfrm>
          <a:prstGeom prst="rect">
            <a:avLst/>
          </a:prstGeom>
          <a:noFill/>
          <a:ln>
            <a:noFill/>
          </a:ln>
        </p:spPr>
      </p:pic>
      <p:sp>
        <p:nvSpPr>
          <p:cNvPr id="459" name="Google Shape;459;g39a284b7f17_2_7"/>
          <p:cNvSpPr txBox="1"/>
          <p:nvPr/>
        </p:nvSpPr>
        <p:spPr>
          <a:xfrm>
            <a:off x="-1" y="6288587"/>
            <a:ext cx="5981100" cy="6465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chemeClr val="dk1"/>
              </a:buClr>
              <a:buSzPts val="1800"/>
              <a:buFont typeface="Arial"/>
              <a:buNone/>
            </a:pPr>
            <a:r>
              <a:rPr b="0" i="0" lang="en-US" sz="1800" u="none" cap="none" strike="noStrike">
                <a:solidFill>
                  <a:schemeClr val="lt1"/>
                </a:solidFill>
                <a:latin typeface="Times New Roman"/>
                <a:ea typeface="Times New Roman"/>
                <a:cs typeface="Times New Roman"/>
                <a:sym typeface="Times New Roman"/>
              </a:rPr>
              <a:t>Machine Learning Professional</a:t>
            </a:r>
            <a:br>
              <a:rPr b="0" i="0" lang="en-US" sz="1800" u="none" cap="none" strike="noStrike">
                <a:solidFill>
                  <a:schemeClr val="lt1"/>
                </a:solidFill>
                <a:latin typeface="Times New Roman"/>
                <a:ea typeface="Times New Roman"/>
                <a:cs typeface="Times New Roman"/>
                <a:sym typeface="Times New Roman"/>
              </a:rPr>
            </a:br>
            <a:r>
              <a:rPr b="0" i="0" lang="en-US" sz="1800" u="none" cap="none" strike="noStrike">
                <a:solidFill>
                  <a:schemeClr val="lt1"/>
                </a:solidFill>
                <a:latin typeface="Times New Roman"/>
                <a:ea typeface="Times New Roman"/>
                <a:cs typeface="Times New Roman"/>
                <a:sym typeface="Times New Roman"/>
              </a:rPr>
              <a:t>Project Presentation</a:t>
            </a:r>
            <a:endParaRPr b="0" i="0" sz="1800" u="none" cap="none" strike="noStrike">
              <a:solidFill>
                <a:schemeClr val="lt1"/>
              </a:solidFill>
              <a:latin typeface="Times New Roman"/>
              <a:ea typeface="Times New Roman"/>
              <a:cs typeface="Times New Roman"/>
              <a:sym typeface="Times New Roman"/>
            </a:endParaRPr>
          </a:p>
        </p:txBody>
      </p:sp>
      <p:pic>
        <p:nvPicPr>
          <p:cNvPr id="460" name="Google Shape;460;g39a284b7f17_2_7"/>
          <p:cNvPicPr preferRelativeResize="0"/>
          <p:nvPr/>
        </p:nvPicPr>
        <p:blipFill rotWithShape="1">
          <a:blip r:embed="rId6">
            <a:alphaModFix/>
          </a:blip>
          <a:srcRect b="0" l="0" r="0" t="0"/>
          <a:stretch/>
        </p:blipFill>
        <p:spPr>
          <a:xfrm>
            <a:off x="10590875" y="6330524"/>
            <a:ext cx="1500023" cy="585000"/>
          </a:xfrm>
          <a:prstGeom prst="rect">
            <a:avLst/>
          </a:prstGeom>
          <a:noFill/>
          <a:ln>
            <a:noFill/>
          </a:ln>
        </p:spPr>
      </p:pic>
      <p:pic>
        <p:nvPicPr>
          <p:cNvPr id="461" name="Google Shape;461;g39a284b7f17_2_7"/>
          <p:cNvPicPr preferRelativeResize="0"/>
          <p:nvPr/>
        </p:nvPicPr>
        <p:blipFill rotWithShape="1">
          <a:blip r:embed="rId7">
            <a:alphaModFix/>
          </a:blip>
          <a:srcRect b="0" l="0" r="0" t="0"/>
          <a:stretch/>
        </p:blipFill>
        <p:spPr>
          <a:xfrm>
            <a:off x="-4" y="6211289"/>
            <a:ext cx="12192003" cy="1285104"/>
          </a:xfrm>
          <a:prstGeom prst="rect">
            <a:avLst/>
          </a:prstGeom>
          <a:noFill/>
          <a:ln>
            <a:noFill/>
          </a:ln>
        </p:spPr>
      </p:pic>
      <p:sp>
        <p:nvSpPr>
          <p:cNvPr id="462" name="Google Shape;462;g39a284b7f17_2_7"/>
          <p:cNvSpPr txBox="1"/>
          <p:nvPr/>
        </p:nvSpPr>
        <p:spPr>
          <a:xfrm>
            <a:off x="-1" y="6234672"/>
            <a:ext cx="5981100" cy="6465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chemeClr val="dk1"/>
              </a:buClr>
              <a:buSzPts val="1800"/>
              <a:buFont typeface="Arial"/>
              <a:buNone/>
            </a:pPr>
            <a:r>
              <a:rPr b="0" i="0" lang="en-US" sz="1800" u="none" cap="none" strike="noStrike">
                <a:solidFill>
                  <a:schemeClr val="lt1"/>
                </a:solidFill>
                <a:latin typeface="Times New Roman"/>
                <a:ea typeface="Times New Roman"/>
                <a:cs typeface="Times New Roman"/>
                <a:sym typeface="Times New Roman"/>
              </a:rPr>
              <a:t>Machine Learning Professional</a:t>
            </a:r>
            <a:br>
              <a:rPr b="0" i="0" lang="en-US" sz="1800" u="none" cap="none" strike="noStrike">
                <a:solidFill>
                  <a:schemeClr val="lt1"/>
                </a:solidFill>
                <a:latin typeface="Times New Roman"/>
                <a:ea typeface="Times New Roman"/>
                <a:cs typeface="Times New Roman"/>
                <a:sym typeface="Times New Roman"/>
              </a:rPr>
            </a:br>
            <a:r>
              <a:rPr b="0" i="0" lang="en-US" sz="1800" u="none" cap="none" strike="noStrike">
                <a:solidFill>
                  <a:schemeClr val="lt1"/>
                </a:solidFill>
                <a:latin typeface="Times New Roman"/>
                <a:ea typeface="Times New Roman"/>
                <a:cs typeface="Times New Roman"/>
                <a:sym typeface="Times New Roman"/>
              </a:rPr>
              <a:t>Project Presentation</a:t>
            </a:r>
            <a:endParaRPr b="0" i="0" sz="1800" u="none" cap="none" strike="noStrike">
              <a:solidFill>
                <a:schemeClr val="lt1"/>
              </a:solidFill>
              <a:latin typeface="Times New Roman"/>
              <a:ea typeface="Times New Roman"/>
              <a:cs typeface="Times New Roman"/>
              <a:sym typeface="Times New Roman"/>
            </a:endParaRPr>
          </a:p>
        </p:txBody>
      </p:sp>
      <p:pic>
        <p:nvPicPr>
          <p:cNvPr id="463" name="Google Shape;463;g39a284b7f17_2_7"/>
          <p:cNvPicPr preferRelativeResize="0"/>
          <p:nvPr/>
        </p:nvPicPr>
        <p:blipFill rotWithShape="1">
          <a:blip r:embed="rId6">
            <a:alphaModFix/>
          </a:blip>
          <a:srcRect b="0" l="0" r="0" t="0"/>
          <a:stretch/>
        </p:blipFill>
        <p:spPr>
          <a:xfrm>
            <a:off x="10590875" y="6330524"/>
            <a:ext cx="1500023" cy="585000"/>
          </a:xfrm>
          <a:prstGeom prst="rect">
            <a:avLst/>
          </a:prstGeom>
          <a:noFill/>
          <a:ln>
            <a:noFill/>
          </a:ln>
        </p:spPr>
      </p:pic>
      <p:pic>
        <p:nvPicPr>
          <p:cNvPr id="464" name="Google Shape;464;g39a284b7f17_2_7"/>
          <p:cNvPicPr preferRelativeResize="0"/>
          <p:nvPr/>
        </p:nvPicPr>
        <p:blipFill rotWithShape="1">
          <a:blip r:embed="rId8">
            <a:alphaModFix/>
          </a:blip>
          <a:srcRect b="0" l="0" r="0" t="0"/>
          <a:stretch/>
        </p:blipFill>
        <p:spPr>
          <a:xfrm>
            <a:off x="-4" y="6211289"/>
            <a:ext cx="12192003" cy="1285104"/>
          </a:xfrm>
          <a:prstGeom prst="rect">
            <a:avLst/>
          </a:prstGeom>
          <a:noFill/>
          <a:ln>
            <a:noFill/>
          </a:ln>
        </p:spPr>
      </p:pic>
      <p:sp>
        <p:nvSpPr>
          <p:cNvPr id="465" name="Google Shape;465;g39a284b7f17_2_7"/>
          <p:cNvSpPr txBox="1"/>
          <p:nvPr/>
        </p:nvSpPr>
        <p:spPr>
          <a:xfrm>
            <a:off x="-1" y="6234672"/>
            <a:ext cx="5981100" cy="6465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chemeClr val="dk1"/>
              </a:buClr>
              <a:buSzPts val="1800"/>
              <a:buFont typeface="Arial"/>
              <a:buNone/>
            </a:pPr>
            <a:r>
              <a:rPr b="0" i="0" lang="en-US" sz="1800" u="none" cap="none" strike="noStrike">
                <a:solidFill>
                  <a:schemeClr val="lt1"/>
                </a:solidFill>
                <a:latin typeface="Times New Roman"/>
                <a:ea typeface="Times New Roman"/>
                <a:cs typeface="Times New Roman"/>
                <a:sym typeface="Times New Roman"/>
              </a:rPr>
              <a:t>Nanoelectronics - Seminar Presentation</a:t>
            </a:r>
            <a:br>
              <a:rPr b="0" i="0" lang="en-US" sz="1800" u="none" cap="none" strike="noStrike">
                <a:solidFill>
                  <a:schemeClr val="lt1"/>
                </a:solidFill>
                <a:latin typeface="Times New Roman"/>
                <a:ea typeface="Times New Roman"/>
                <a:cs typeface="Times New Roman"/>
                <a:sym typeface="Times New Roman"/>
              </a:rPr>
            </a:br>
            <a:r>
              <a:rPr b="0" i="0" lang="en-US" sz="1800" u="none" cap="none" strike="noStrike">
                <a:solidFill>
                  <a:schemeClr val="lt1"/>
                </a:solidFill>
                <a:latin typeface="Times New Roman"/>
                <a:ea typeface="Times New Roman"/>
                <a:cs typeface="Times New Roman"/>
                <a:sym typeface="Times New Roman"/>
              </a:rPr>
              <a:t>Ronit Dutta</a:t>
            </a:r>
            <a:endParaRPr b="0" i="0" sz="1800" u="none" cap="none" strike="noStrike">
              <a:solidFill>
                <a:schemeClr val="lt1"/>
              </a:solidFill>
              <a:latin typeface="Times New Roman"/>
              <a:ea typeface="Times New Roman"/>
              <a:cs typeface="Times New Roman"/>
              <a:sym typeface="Times New Roman"/>
            </a:endParaRPr>
          </a:p>
        </p:txBody>
      </p:sp>
      <p:pic>
        <p:nvPicPr>
          <p:cNvPr id="466" name="Google Shape;466;g39a284b7f17_2_7"/>
          <p:cNvPicPr preferRelativeResize="0"/>
          <p:nvPr/>
        </p:nvPicPr>
        <p:blipFill rotWithShape="1">
          <a:blip r:embed="rId6">
            <a:alphaModFix/>
          </a:blip>
          <a:srcRect b="0" l="0" r="0" t="0"/>
          <a:stretch/>
        </p:blipFill>
        <p:spPr>
          <a:xfrm>
            <a:off x="10590875" y="6330524"/>
            <a:ext cx="1500023" cy="585000"/>
          </a:xfrm>
          <a:prstGeom prst="rect">
            <a:avLst/>
          </a:prstGeom>
          <a:noFill/>
          <a:ln>
            <a:noFill/>
          </a:ln>
        </p:spPr>
      </p:pic>
      <p:pic>
        <p:nvPicPr>
          <p:cNvPr id="467" name="Google Shape;467;g39a284b7f17_2_7"/>
          <p:cNvPicPr preferRelativeResize="0"/>
          <p:nvPr/>
        </p:nvPicPr>
        <p:blipFill rotWithShape="1">
          <a:blip r:embed="rId9">
            <a:alphaModFix/>
          </a:blip>
          <a:srcRect b="0" l="0" r="0" t="0"/>
          <a:stretch/>
        </p:blipFill>
        <p:spPr>
          <a:xfrm>
            <a:off x="0" y="6330524"/>
            <a:ext cx="12192000" cy="1165875"/>
          </a:xfrm>
          <a:prstGeom prst="rect">
            <a:avLst/>
          </a:prstGeom>
          <a:noFill/>
          <a:ln>
            <a:noFill/>
          </a:ln>
        </p:spPr>
      </p:pic>
      <p:sp>
        <p:nvSpPr>
          <p:cNvPr id="468" name="Google Shape;468;g39a284b7f17_2_7"/>
          <p:cNvSpPr txBox="1"/>
          <p:nvPr/>
        </p:nvSpPr>
        <p:spPr>
          <a:xfrm>
            <a:off x="-1" y="6445547"/>
            <a:ext cx="5981100" cy="6465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chemeClr val="dk1"/>
              </a:buClr>
              <a:buSzPts val="1800"/>
              <a:buFont typeface="Arial"/>
              <a:buNone/>
            </a:pPr>
            <a:r>
              <a:rPr lang="en-US" sz="1800">
                <a:solidFill>
                  <a:schemeClr val="lt1"/>
                </a:solidFill>
                <a:latin typeface="Times New Roman"/>
                <a:ea typeface="Times New Roman"/>
                <a:cs typeface="Times New Roman"/>
                <a:sym typeface="Times New Roman"/>
              </a:rPr>
              <a:t>Applied Mathematics for Engineering [MIDTERM PROJECT]</a:t>
            </a:r>
            <a:br>
              <a:rPr b="0" i="0" lang="en-US" sz="1800" u="none" cap="none" strike="noStrike">
                <a:solidFill>
                  <a:schemeClr val="lt1"/>
                </a:solidFill>
                <a:latin typeface="Times New Roman"/>
                <a:ea typeface="Times New Roman"/>
                <a:cs typeface="Times New Roman"/>
                <a:sym typeface="Times New Roman"/>
              </a:rPr>
            </a:br>
            <a:r>
              <a:rPr b="0" i="0" lang="en-US" sz="1800" u="none" cap="none" strike="noStrike">
                <a:solidFill>
                  <a:schemeClr val="lt1"/>
                </a:solidFill>
                <a:latin typeface="Times New Roman"/>
                <a:ea typeface="Times New Roman"/>
                <a:cs typeface="Times New Roman"/>
                <a:sym typeface="Times New Roman"/>
              </a:rPr>
              <a:t>Ronit Dutta</a:t>
            </a:r>
            <a:endParaRPr b="0" i="0" sz="1800" u="none" cap="none" strike="noStrike">
              <a:solidFill>
                <a:schemeClr val="lt1"/>
              </a:solidFill>
              <a:latin typeface="Times New Roman"/>
              <a:ea typeface="Times New Roman"/>
              <a:cs typeface="Times New Roman"/>
              <a:sym typeface="Times New Roman"/>
            </a:endParaRPr>
          </a:p>
        </p:txBody>
      </p:sp>
      <p:pic>
        <p:nvPicPr>
          <p:cNvPr id="469" name="Google Shape;469;g39a284b7f17_2_7"/>
          <p:cNvPicPr preferRelativeResize="0"/>
          <p:nvPr/>
        </p:nvPicPr>
        <p:blipFill rotWithShape="1">
          <a:blip r:embed="rId6">
            <a:alphaModFix/>
          </a:blip>
          <a:srcRect b="0" l="0" r="0" t="0"/>
          <a:stretch/>
        </p:blipFill>
        <p:spPr>
          <a:xfrm>
            <a:off x="10579375" y="6476299"/>
            <a:ext cx="1500023" cy="585000"/>
          </a:xfrm>
          <a:prstGeom prst="rect">
            <a:avLst/>
          </a:prstGeom>
          <a:noFill/>
          <a:ln>
            <a:noFill/>
          </a:ln>
        </p:spPr>
      </p:pic>
      <p:pic>
        <p:nvPicPr>
          <p:cNvPr id="470" name="Google Shape;470;g39a284b7f17_2_7"/>
          <p:cNvPicPr preferRelativeResize="0"/>
          <p:nvPr/>
        </p:nvPicPr>
        <p:blipFill rotWithShape="1">
          <a:blip r:embed="rId4">
            <a:alphaModFix/>
          </a:blip>
          <a:srcRect b="0" l="0" r="0" t="0"/>
          <a:stretch/>
        </p:blipFill>
        <p:spPr>
          <a:xfrm>
            <a:off x="10590934" y="6330522"/>
            <a:ext cx="1499906" cy="585000"/>
          </a:xfrm>
          <a:prstGeom prst="rect">
            <a:avLst/>
          </a:prstGeom>
          <a:noFill/>
          <a:ln>
            <a:noFill/>
          </a:ln>
        </p:spPr>
      </p:pic>
      <p:sp>
        <p:nvSpPr>
          <p:cNvPr id="471" name="Google Shape;471;g39a284b7f17_2_7"/>
          <p:cNvSpPr txBox="1"/>
          <p:nvPr/>
        </p:nvSpPr>
        <p:spPr>
          <a:xfrm>
            <a:off x="-1" y="6288587"/>
            <a:ext cx="5981100" cy="3693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chemeClr val="dk1"/>
              </a:buClr>
              <a:buSzPts val="1800"/>
              <a:buFont typeface="Arial"/>
              <a:buNone/>
            </a:pPr>
            <a:r>
              <a:rPr b="0" i="0" lang="en-US" sz="1800" u="none" cap="none" strike="noStrike">
                <a:solidFill>
                  <a:schemeClr val="lt1"/>
                </a:solidFill>
                <a:latin typeface="Times New Roman"/>
                <a:ea typeface="Times New Roman"/>
                <a:cs typeface="Times New Roman"/>
                <a:sym typeface="Times New Roman"/>
              </a:rPr>
              <a:t>Term Paper Presentation | Ronit Dutta</a:t>
            </a:r>
            <a:endParaRPr b="0" i="0" sz="1800" u="none" cap="none" strike="noStrike">
              <a:solidFill>
                <a:schemeClr val="lt1"/>
              </a:solidFill>
              <a:latin typeface="Times New Roman"/>
              <a:ea typeface="Times New Roman"/>
              <a:cs typeface="Times New Roman"/>
              <a:sym typeface="Times New Roman"/>
            </a:endParaRPr>
          </a:p>
        </p:txBody>
      </p:sp>
      <p:pic>
        <p:nvPicPr>
          <p:cNvPr id="472" name="Google Shape;472;g39a284b7f17_2_7"/>
          <p:cNvPicPr preferRelativeResize="0"/>
          <p:nvPr/>
        </p:nvPicPr>
        <p:blipFill rotWithShape="1">
          <a:blip r:embed="rId4">
            <a:alphaModFix/>
          </a:blip>
          <a:srcRect b="0" l="0" r="0" t="0"/>
          <a:stretch/>
        </p:blipFill>
        <p:spPr>
          <a:xfrm>
            <a:off x="10590934" y="6330522"/>
            <a:ext cx="1499906" cy="585000"/>
          </a:xfrm>
          <a:prstGeom prst="rect">
            <a:avLst/>
          </a:prstGeom>
          <a:noFill/>
          <a:ln>
            <a:noFill/>
          </a:ln>
        </p:spPr>
      </p:pic>
      <p:sp>
        <p:nvSpPr>
          <p:cNvPr id="473" name="Google Shape;473;g39a284b7f17_2_7"/>
          <p:cNvSpPr txBox="1"/>
          <p:nvPr/>
        </p:nvSpPr>
        <p:spPr>
          <a:xfrm>
            <a:off x="-1" y="6288587"/>
            <a:ext cx="5981100" cy="3693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chemeClr val="dk1"/>
              </a:buClr>
              <a:buSzPts val="1800"/>
              <a:buFont typeface="Arial"/>
              <a:buNone/>
            </a:pPr>
            <a:r>
              <a:rPr b="0" i="0" lang="en-US" sz="1800" u="none" cap="none" strike="noStrike">
                <a:solidFill>
                  <a:schemeClr val="lt1"/>
                </a:solidFill>
                <a:latin typeface="Times New Roman"/>
                <a:ea typeface="Times New Roman"/>
                <a:cs typeface="Times New Roman"/>
                <a:sym typeface="Times New Roman"/>
              </a:rPr>
              <a:t>Term Paper Presentation | Ronit Dutta</a:t>
            </a:r>
            <a:endParaRPr b="0" i="0" sz="1800" u="none" cap="none" strike="noStrike">
              <a:solidFill>
                <a:schemeClr val="lt1"/>
              </a:solidFill>
              <a:latin typeface="Times New Roman"/>
              <a:ea typeface="Times New Roman"/>
              <a:cs typeface="Times New Roman"/>
              <a:sym typeface="Times New Roman"/>
            </a:endParaRPr>
          </a:p>
        </p:txBody>
      </p:sp>
      <p:pic>
        <p:nvPicPr>
          <p:cNvPr id="474" name="Google Shape;474;g39a284b7f17_2_7"/>
          <p:cNvPicPr preferRelativeResize="0"/>
          <p:nvPr/>
        </p:nvPicPr>
        <p:blipFill rotWithShape="1">
          <a:blip r:embed="rId4">
            <a:alphaModFix/>
          </a:blip>
          <a:srcRect b="0" l="0" r="0" t="0"/>
          <a:stretch/>
        </p:blipFill>
        <p:spPr>
          <a:xfrm>
            <a:off x="10590934" y="6330522"/>
            <a:ext cx="1499906" cy="585000"/>
          </a:xfrm>
          <a:prstGeom prst="rect">
            <a:avLst/>
          </a:prstGeom>
          <a:noFill/>
          <a:ln>
            <a:noFill/>
          </a:ln>
        </p:spPr>
      </p:pic>
      <p:sp>
        <p:nvSpPr>
          <p:cNvPr id="475" name="Google Shape;475;g39a284b7f17_2_7"/>
          <p:cNvSpPr txBox="1"/>
          <p:nvPr/>
        </p:nvSpPr>
        <p:spPr>
          <a:xfrm>
            <a:off x="-1" y="6288587"/>
            <a:ext cx="5981100" cy="6465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chemeClr val="dk1"/>
              </a:buClr>
              <a:buSzPts val="1800"/>
              <a:buFont typeface="Arial"/>
              <a:buNone/>
            </a:pPr>
            <a:r>
              <a:rPr b="0" i="0" lang="en-US" sz="1800" u="none" cap="none" strike="noStrike">
                <a:solidFill>
                  <a:schemeClr val="lt1"/>
                </a:solidFill>
                <a:latin typeface="Times New Roman"/>
                <a:ea typeface="Times New Roman"/>
                <a:cs typeface="Times New Roman"/>
                <a:sym typeface="Times New Roman"/>
              </a:rPr>
              <a:t>Machine Learning Professional</a:t>
            </a:r>
            <a:br>
              <a:rPr b="0" i="0" lang="en-US" sz="1800" u="none" cap="none" strike="noStrike">
                <a:solidFill>
                  <a:schemeClr val="lt1"/>
                </a:solidFill>
                <a:latin typeface="Times New Roman"/>
                <a:ea typeface="Times New Roman"/>
                <a:cs typeface="Times New Roman"/>
                <a:sym typeface="Times New Roman"/>
              </a:rPr>
            </a:br>
            <a:r>
              <a:rPr b="0" i="0" lang="en-US" sz="1800" u="none" cap="none" strike="noStrike">
                <a:solidFill>
                  <a:schemeClr val="lt1"/>
                </a:solidFill>
                <a:latin typeface="Times New Roman"/>
                <a:ea typeface="Times New Roman"/>
                <a:cs typeface="Times New Roman"/>
                <a:sym typeface="Times New Roman"/>
              </a:rPr>
              <a:t>Project Presentation</a:t>
            </a:r>
            <a:endParaRPr b="0" i="0" sz="1800" u="none" cap="none" strike="noStrike">
              <a:solidFill>
                <a:schemeClr val="lt1"/>
              </a:solidFill>
              <a:latin typeface="Times New Roman"/>
              <a:ea typeface="Times New Roman"/>
              <a:cs typeface="Times New Roman"/>
              <a:sym typeface="Times New Roman"/>
            </a:endParaRPr>
          </a:p>
        </p:txBody>
      </p:sp>
      <p:pic>
        <p:nvPicPr>
          <p:cNvPr id="476" name="Google Shape;476;g39a284b7f17_2_7"/>
          <p:cNvPicPr preferRelativeResize="0"/>
          <p:nvPr/>
        </p:nvPicPr>
        <p:blipFill rotWithShape="1">
          <a:blip r:embed="rId6">
            <a:alphaModFix/>
          </a:blip>
          <a:srcRect b="0" l="0" r="0" t="0"/>
          <a:stretch/>
        </p:blipFill>
        <p:spPr>
          <a:xfrm>
            <a:off x="10590875" y="6341462"/>
            <a:ext cx="1500023" cy="585000"/>
          </a:xfrm>
          <a:prstGeom prst="rect">
            <a:avLst/>
          </a:prstGeom>
          <a:noFill/>
          <a:ln>
            <a:noFill/>
          </a:ln>
        </p:spPr>
      </p:pic>
      <p:sp>
        <p:nvSpPr>
          <p:cNvPr id="477" name="Google Shape;477;g39a284b7f17_2_7"/>
          <p:cNvSpPr txBox="1"/>
          <p:nvPr/>
        </p:nvSpPr>
        <p:spPr>
          <a:xfrm>
            <a:off x="-1" y="6288587"/>
            <a:ext cx="5981100" cy="6465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chemeClr val="dk1"/>
              </a:buClr>
              <a:buSzPts val="1800"/>
              <a:buFont typeface="Arial"/>
              <a:buNone/>
            </a:pPr>
            <a:r>
              <a:rPr b="0" i="0" lang="en-US" sz="1800" u="none" cap="none" strike="noStrike">
                <a:solidFill>
                  <a:schemeClr val="lt1"/>
                </a:solidFill>
                <a:latin typeface="Times New Roman"/>
                <a:ea typeface="Times New Roman"/>
                <a:cs typeface="Times New Roman"/>
                <a:sym typeface="Times New Roman"/>
              </a:rPr>
              <a:t>Machine Learning Professional</a:t>
            </a:r>
            <a:br>
              <a:rPr b="0" i="0" lang="en-US" sz="1800" u="none" cap="none" strike="noStrike">
                <a:solidFill>
                  <a:schemeClr val="lt1"/>
                </a:solidFill>
                <a:latin typeface="Times New Roman"/>
                <a:ea typeface="Times New Roman"/>
                <a:cs typeface="Times New Roman"/>
                <a:sym typeface="Times New Roman"/>
              </a:rPr>
            </a:br>
            <a:r>
              <a:rPr b="0" i="0" lang="en-US" sz="1800" u="none" cap="none" strike="noStrike">
                <a:solidFill>
                  <a:schemeClr val="lt1"/>
                </a:solidFill>
                <a:latin typeface="Times New Roman"/>
                <a:ea typeface="Times New Roman"/>
                <a:cs typeface="Times New Roman"/>
                <a:sym typeface="Times New Roman"/>
              </a:rPr>
              <a:t>Project Presentation</a:t>
            </a:r>
            <a:endParaRPr b="0" i="0" sz="1800" u="none" cap="none" strike="noStrike">
              <a:solidFill>
                <a:schemeClr val="lt1"/>
              </a:solidFill>
              <a:latin typeface="Times New Roman"/>
              <a:ea typeface="Times New Roman"/>
              <a:cs typeface="Times New Roman"/>
              <a:sym typeface="Times New Roman"/>
            </a:endParaRPr>
          </a:p>
        </p:txBody>
      </p:sp>
      <p:pic>
        <p:nvPicPr>
          <p:cNvPr id="478" name="Google Shape;478;g39a284b7f17_2_7"/>
          <p:cNvPicPr preferRelativeResize="0"/>
          <p:nvPr/>
        </p:nvPicPr>
        <p:blipFill rotWithShape="1">
          <a:blip r:embed="rId6">
            <a:alphaModFix/>
          </a:blip>
          <a:srcRect b="0" l="0" r="0" t="0"/>
          <a:stretch/>
        </p:blipFill>
        <p:spPr>
          <a:xfrm>
            <a:off x="10590875" y="6330524"/>
            <a:ext cx="1500023" cy="585000"/>
          </a:xfrm>
          <a:prstGeom prst="rect">
            <a:avLst/>
          </a:prstGeom>
          <a:noFill/>
          <a:ln>
            <a:noFill/>
          </a:ln>
        </p:spPr>
      </p:pic>
      <p:sp>
        <p:nvSpPr>
          <p:cNvPr id="479" name="Google Shape;479;g39a284b7f17_2_7"/>
          <p:cNvSpPr txBox="1"/>
          <p:nvPr/>
        </p:nvSpPr>
        <p:spPr>
          <a:xfrm>
            <a:off x="-1" y="6234672"/>
            <a:ext cx="5981100" cy="6465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chemeClr val="dk1"/>
              </a:buClr>
              <a:buSzPts val="1800"/>
              <a:buFont typeface="Arial"/>
              <a:buNone/>
            </a:pPr>
            <a:r>
              <a:rPr b="0" i="0" lang="en-US" sz="1800" u="none" cap="none" strike="noStrike">
                <a:solidFill>
                  <a:schemeClr val="lt1"/>
                </a:solidFill>
                <a:latin typeface="Times New Roman"/>
                <a:ea typeface="Times New Roman"/>
                <a:cs typeface="Times New Roman"/>
                <a:sym typeface="Times New Roman"/>
              </a:rPr>
              <a:t>Machine Learning Professional</a:t>
            </a:r>
            <a:br>
              <a:rPr b="0" i="0" lang="en-US" sz="1800" u="none" cap="none" strike="noStrike">
                <a:solidFill>
                  <a:schemeClr val="lt1"/>
                </a:solidFill>
                <a:latin typeface="Times New Roman"/>
                <a:ea typeface="Times New Roman"/>
                <a:cs typeface="Times New Roman"/>
                <a:sym typeface="Times New Roman"/>
              </a:rPr>
            </a:br>
            <a:r>
              <a:rPr b="0" i="0" lang="en-US" sz="1800" u="none" cap="none" strike="noStrike">
                <a:solidFill>
                  <a:schemeClr val="lt1"/>
                </a:solidFill>
                <a:latin typeface="Times New Roman"/>
                <a:ea typeface="Times New Roman"/>
                <a:cs typeface="Times New Roman"/>
                <a:sym typeface="Times New Roman"/>
              </a:rPr>
              <a:t>Project Presentation</a:t>
            </a:r>
            <a:endParaRPr b="0" i="0" sz="1800" u="none" cap="none" strike="noStrike">
              <a:solidFill>
                <a:schemeClr val="lt1"/>
              </a:solidFill>
              <a:latin typeface="Times New Roman"/>
              <a:ea typeface="Times New Roman"/>
              <a:cs typeface="Times New Roman"/>
              <a:sym typeface="Times New Roman"/>
            </a:endParaRPr>
          </a:p>
        </p:txBody>
      </p:sp>
      <p:pic>
        <p:nvPicPr>
          <p:cNvPr id="480" name="Google Shape;480;g39a284b7f17_2_7"/>
          <p:cNvPicPr preferRelativeResize="0"/>
          <p:nvPr/>
        </p:nvPicPr>
        <p:blipFill rotWithShape="1">
          <a:blip r:embed="rId6">
            <a:alphaModFix/>
          </a:blip>
          <a:srcRect b="0" l="0" r="0" t="0"/>
          <a:stretch/>
        </p:blipFill>
        <p:spPr>
          <a:xfrm>
            <a:off x="10590875" y="6330524"/>
            <a:ext cx="1500023" cy="585000"/>
          </a:xfrm>
          <a:prstGeom prst="rect">
            <a:avLst/>
          </a:prstGeom>
          <a:noFill/>
          <a:ln>
            <a:noFill/>
          </a:ln>
        </p:spPr>
      </p:pic>
      <p:sp>
        <p:nvSpPr>
          <p:cNvPr id="481" name="Google Shape;481;g39a284b7f17_2_7"/>
          <p:cNvSpPr txBox="1"/>
          <p:nvPr/>
        </p:nvSpPr>
        <p:spPr>
          <a:xfrm>
            <a:off x="-1" y="6234672"/>
            <a:ext cx="5981100" cy="6465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chemeClr val="dk1"/>
              </a:buClr>
              <a:buSzPts val="1800"/>
              <a:buFont typeface="Arial"/>
              <a:buNone/>
            </a:pPr>
            <a:r>
              <a:rPr b="0" i="0" lang="en-US" sz="1800" u="none" cap="none" strike="noStrike">
                <a:solidFill>
                  <a:schemeClr val="lt1"/>
                </a:solidFill>
                <a:latin typeface="Times New Roman"/>
                <a:ea typeface="Times New Roman"/>
                <a:cs typeface="Times New Roman"/>
                <a:sym typeface="Times New Roman"/>
              </a:rPr>
              <a:t>Machine Learning Professional</a:t>
            </a:r>
            <a:br>
              <a:rPr b="0" i="0" lang="en-US" sz="1800" u="none" cap="none" strike="noStrike">
                <a:solidFill>
                  <a:schemeClr val="lt1"/>
                </a:solidFill>
                <a:latin typeface="Times New Roman"/>
                <a:ea typeface="Times New Roman"/>
                <a:cs typeface="Times New Roman"/>
                <a:sym typeface="Times New Roman"/>
              </a:rPr>
            </a:br>
            <a:r>
              <a:rPr b="0" i="0" lang="en-US" sz="1800" u="none" cap="none" strike="noStrike">
                <a:solidFill>
                  <a:schemeClr val="lt1"/>
                </a:solidFill>
                <a:latin typeface="Times New Roman"/>
                <a:ea typeface="Times New Roman"/>
                <a:cs typeface="Times New Roman"/>
                <a:sym typeface="Times New Roman"/>
              </a:rPr>
              <a:t>Project Presentation</a:t>
            </a:r>
            <a:endParaRPr b="0" i="0" sz="1800" u="none" cap="none" strike="noStrike">
              <a:solidFill>
                <a:schemeClr val="lt1"/>
              </a:solidFill>
              <a:latin typeface="Times New Roman"/>
              <a:ea typeface="Times New Roman"/>
              <a:cs typeface="Times New Roman"/>
              <a:sym typeface="Times New Roman"/>
            </a:endParaRPr>
          </a:p>
        </p:txBody>
      </p:sp>
      <p:pic>
        <p:nvPicPr>
          <p:cNvPr id="482" name="Google Shape;482;g39a284b7f17_2_7"/>
          <p:cNvPicPr preferRelativeResize="0"/>
          <p:nvPr/>
        </p:nvPicPr>
        <p:blipFill rotWithShape="1">
          <a:blip r:embed="rId6">
            <a:alphaModFix/>
          </a:blip>
          <a:srcRect b="0" l="0" r="0" t="0"/>
          <a:stretch/>
        </p:blipFill>
        <p:spPr>
          <a:xfrm>
            <a:off x="10590875" y="6330524"/>
            <a:ext cx="1500023" cy="585000"/>
          </a:xfrm>
          <a:prstGeom prst="rect">
            <a:avLst/>
          </a:prstGeom>
          <a:noFill/>
          <a:ln>
            <a:noFill/>
          </a:ln>
        </p:spPr>
      </p:pic>
      <p:sp>
        <p:nvSpPr>
          <p:cNvPr id="483" name="Google Shape;483;g39a284b7f17_2_7"/>
          <p:cNvSpPr txBox="1"/>
          <p:nvPr/>
        </p:nvSpPr>
        <p:spPr>
          <a:xfrm>
            <a:off x="-1" y="6234672"/>
            <a:ext cx="5981100" cy="6465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chemeClr val="dk1"/>
              </a:buClr>
              <a:buSzPts val="1800"/>
              <a:buFont typeface="Arial"/>
              <a:buNone/>
            </a:pPr>
            <a:r>
              <a:rPr b="0" i="0" lang="en-US" sz="1800" u="none" cap="none" strike="noStrike">
                <a:solidFill>
                  <a:schemeClr val="lt1"/>
                </a:solidFill>
                <a:latin typeface="Times New Roman"/>
                <a:ea typeface="Times New Roman"/>
                <a:cs typeface="Times New Roman"/>
                <a:sym typeface="Times New Roman"/>
              </a:rPr>
              <a:t>Nanoelectronics - Seminar Presentation</a:t>
            </a:r>
            <a:br>
              <a:rPr b="0" i="0" lang="en-US" sz="1800" u="none" cap="none" strike="noStrike">
                <a:solidFill>
                  <a:schemeClr val="lt1"/>
                </a:solidFill>
                <a:latin typeface="Times New Roman"/>
                <a:ea typeface="Times New Roman"/>
                <a:cs typeface="Times New Roman"/>
                <a:sym typeface="Times New Roman"/>
              </a:rPr>
            </a:br>
            <a:r>
              <a:rPr b="0" i="0" lang="en-US" sz="1800" u="none" cap="none" strike="noStrike">
                <a:solidFill>
                  <a:schemeClr val="lt1"/>
                </a:solidFill>
                <a:latin typeface="Times New Roman"/>
                <a:ea typeface="Times New Roman"/>
                <a:cs typeface="Times New Roman"/>
                <a:sym typeface="Times New Roman"/>
              </a:rPr>
              <a:t>Ronit Dutta</a:t>
            </a:r>
            <a:endParaRPr b="0" i="0" sz="1800" u="none" cap="none" strike="noStrike">
              <a:solidFill>
                <a:schemeClr val="lt1"/>
              </a:solidFill>
              <a:latin typeface="Times New Roman"/>
              <a:ea typeface="Times New Roman"/>
              <a:cs typeface="Times New Roman"/>
              <a:sym typeface="Times New Roman"/>
            </a:endParaRPr>
          </a:p>
        </p:txBody>
      </p:sp>
      <p:pic>
        <p:nvPicPr>
          <p:cNvPr id="484" name="Google Shape;484;g39a284b7f17_2_7"/>
          <p:cNvPicPr preferRelativeResize="0"/>
          <p:nvPr/>
        </p:nvPicPr>
        <p:blipFill rotWithShape="1">
          <a:blip r:embed="rId6">
            <a:alphaModFix/>
          </a:blip>
          <a:srcRect b="0" l="0" r="0" t="0"/>
          <a:stretch/>
        </p:blipFill>
        <p:spPr>
          <a:xfrm>
            <a:off x="10590875" y="6330524"/>
            <a:ext cx="1500023" cy="585000"/>
          </a:xfrm>
          <a:prstGeom prst="rect">
            <a:avLst/>
          </a:prstGeom>
          <a:noFill/>
          <a:ln>
            <a:noFill/>
          </a:ln>
        </p:spPr>
      </p:pic>
      <p:pic>
        <p:nvPicPr>
          <p:cNvPr id="485" name="Google Shape;485;g39a284b7f17_2_7"/>
          <p:cNvPicPr preferRelativeResize="0"/>
          <p:nvPr/>
        </p:nvPicPr>
        <p:blipFill rotWithShape="1">
          <a:blip r:embed="rId4">
            <a:alphaModFix/>
          </a:blip>
          <a:srcRect b="0" l="0" r="0" t="0"/>
          <a:stretch/>
        </p:blipFill>
        <p:spPr>
          <a:xfrm>
            <a:off x="10590934" y="6330522"/>
            <a:ext cx="1499906" cy="585000"/>
          </a:xfrm>
          <a:prstGeom prst="rect">
            <a:avLst/>
          </a:prstGeom>
          <a:noFill/>
          <a:ln>
            <a:noFill/>
          </a:ln>
        </p:spPr>
      </p:pic>
      <p:sp>
        <p:nvSpPr>
          <p:cNvPr id="486" name="Google Shape;486;g39a284b7f17_2_7"/>
          <p:cNvSpPr txBox="1"/>
          <p:nvPr/>
        </p:nvSpPr>
        <p:spPr>
          <a:xfrm>
            <a:off x="-1" y="6288587"/>
            <a:ext cx="5981100" cy="3693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chemeClr val="dk1"/>
              </a:buClr>
              <a:buSzPts val="1800"/>
              <a:buFont typeface="Arial"/>
              <a:buNone/>
            </a:pPr>
            <a:r>
              <a:rPr b="0" i="0" lang="en-US" sz="1800" u="none" cap="none" strike="noStrike">
                <a:solidFill>
                  <a:schemeClr val="lt1"/>
                </a:solidFill>
                <a:latin typeface="Times New Roman"/>
                <a:ea typeface="Times New Roman"/>
                <a:cs typeface="Times New Roman"/>
                <a:sym typeface="Times New Roman"/>
              </a:rPr>
              <a:t>Term Paper Presentation | Ronit Dutta</a:t>
            </a:r>
            <a:endParaRPr b="0" i="0" sz="1800" u="none" cap="none" strike="noStrike">
              <a:solidFill>
                <a:schemeClr val="lt1"/>
              </a:solidFill>
              <a:latin typeface="Times New Roman"/>
              <a:ea typeface="Times New Roman"/>
              <a:cs typeface="Times New Roman"/>
              <a:sym typeface="Times New Roman"/>
            </a:endParaRPr>
          </a:p>
        </p:txBody>
      </p:sp>
      <p:pic>
        <p:nvPicPr>
          <p:cNvPr id="487" name="Google Shape;487;g39a284b7f17_2_7"/>
          <p:cNvPicPr preferRelativeResize="0"/>
          <p:nvPr/>
        </p:nvPicPr>
        <p:blipFill rotWithShape="1">
          <a:blip r:embed="rId4">
            <a:alphaModFix/>
          </a:blip>
          <a:srcRect b="0" l="0" r="0" t="0"/>
          <a:stretch/>
        </p:blipFill>
        <p:spPr>
          <a:xfrm>
            <a:off x="10590934" y="6330522"/>
            <a:ext cx="1499906" cy="585000"/>
          </a:xfrm>
          <a:prstGeom prst="rect">
            <a:avLst/>
          </a:prstGeom>
          <a:noFill/>
          <a:ln>
            <a:noFill/>
          </a:ln>
        </p:spPr>
      </p:pic>
      <p:sp>
        <p:nvSpPr>
          <p:cNvPr id="488" name="Google Shape;488;g39a284b7f17_2_7"/>
          <p:cNvSpPr txBox="1"/>
          <p:nvPr/>
        </p:nvSpPr>
        <p:spPr>
          <a:xfrm>
            <a:off x="-1" y="6288587"/>
            <a:ext cx="5981100" cy="3693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chemeClr val="dk1"/>
              </a:buClr>
              <a:buSzPts val="1800"/>
              <a:buFont typeface="Arial"/>
              <a:buNone/>
            </a:pPr>
            <a:r>
              <a:rPr b="0" i="0" lang="en-US" sz="1800" u="none" cap="none" strike="noStrike">
                <a:solidFill>
                  <a:schemeClr val="lt1"/>
                </a:solidFill>
                <a:latin typeface="Times New Roman"/>
                <a:ea typeface="Times New Roman"/>
                <a:cs typeface="Times New Roman"/>
                <a:sym typeface="Times New Roman"/>
              </a:rPr>
              <a:t>Term Paper Presentation | Ronit Dutta</a:t>
            </a:r>
            <a:endParaRPr b="0" i="0" sz="1800" u="none" cap="none" strike="noStrike">
              <a:solidFill>
                <a:schemeClr val="lt1"/>
              </a:solidFill>
              <a:latin typeface="Times New Roman"/>
              <a:ea typeface="Times New Roman"/>
              <a:cs typeface="Times New Roman"/>
              <a:sym typeface="Times New Roman"/>
            </a:endParaRPr>
          </a:p>
        </p:txBody>
      </p:sp>
      <p:pic>
        <p:nvPicPr>
          <p:cNvPr id="489" name="Google Shape;489;g39a284b7f17_2_7"/>
          <p:cNvPicPr preferRelativeResize="0"/>
          <p:nvPr/>
        </p:nvPicPr>
        <p:blipFill rotWithShape="1">
          <a:blip r:embed="rId4">
            <a:alphaModFix/>
          </a:blip>
          <a:srcRect b="0" l="0" r="0" t="0"/>
          <a:stretch/>
        </p:blipFill>
        <p:spPr>
          <a:xfrm>
            <a:off x="10590934" y="6330522"/>
            <a:ext cx="1499906" cy="585000"/>
          </a:xfrm>
          <a:prstGeom prst="rect">
            <a:avLst/>
          </a:prstGeom>
          <a:noFill/>
          <a:ln>
            <a:noFill/>
          </a:ln>
        </p:spPr>
      </p:pic>
      <p:sp>
        <p:nvSpPr>
          <p:cNvPr id="490" name="Google Shape;490;g39a284b7f17_2_7"/>
          <p:cNvSpPr txBox="1"/>
          <p:nvPr/>
        </p:nvSpPr>
        <p:spPr>
          <a:xfrm>
            <a:off x="-1" y="6288587"/>
            <a:ext cx="5981100" cy="6465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chemeClr val="dk1"/>
              </a:buClr>
              <a:buSzPts val="1800"/>
              <a:buFont typeface="Arial"/>
              <a:buNone/>
            </a:pPr>
            <a:r>
              <a:rPr b="0" i="0" lang="en-US" sz="1800" u="none" cap="none" strike="noStrike">
                <a:solidFill>
                  <a:schemeClr val="lt1"/>
                </a:solidFill>
                <a:latin typeface="Times New Roman"/>
                <a:ea typeface="Times New Roman"/>
                <a:cs typeface="Times New Roman"/>
                <a:sym typeface="Times New Roman"/>
              </a:rPr>
              <a:t>Machine Learning Professional</a:t>
            </a:r>
            <a:br>
              <a:rPr b="0" i="0" lang="en-US" sz="1800" u="none" cap="none" strike="noStrike">
                <a:solidFill>
                  <a:schemeClr val="lt1"/>
                </a:solidFill>
                <a:latin typeface="Times New Roman"/>
                <a:ea typeface="Times New Roman"/>
                <a:cs typeface="Times New Roman"/>
                <a:sym typeface="Times New Roman"/>
              </a:rPr>
            </a:br>
            <a:r>
              <a:rPr b="0" i="0" lang="en-US" sz="1800" u="none" cap="none" strike="noStrike">
                <a:solidFill>
                  <a:schemeClr val="lt1"/>
                </a:solidFill>
                <a:latin typeface="Times New Roman"/>
                <a:ea typeface="Times New Roman"/>
                <a:cs typeface="Times New Roman"/>
                <a:sym typeface="Times New Roman"/>
              </a:rPr>
              <a:t>Project Presentation</a:t>
            </a:r>
            <a:endParaRPr b="0" i="0" sz="1800" u="none" cap="none" strike="noStrike">
              <a:solidFill>
                <a:schemeClr val="lt1"/>
              </a:solidFill>
              <a:latin typeface="Times New Roman"/>
              <a:ea typeface="Times New Roman"/>
              <a:cs typeface="Times New Roman"/>
              <a:sym typeface="Times New Roman"/>
            </a:endParaRPr>
          </a:p>
        </p:txBody>
      </p:sp>
      <p:pic>
        <p:nvPicPr>
          <p:cNvPr id="491" name="Google Shape;491;g39a284b7f17_2_7"/>
          <p:cNvPicPr preferRelativeResize="0"/>
          <p:nvPr/>
        </p:nvPicPr>
        <p:blipFill rotWithShape="1">
          <a:blip r:embed="rId6">
            <a:alphaModFix/>
          </a:blip>
          <a:srcRect b="0" l="0" r="0" t="0"/>
          <a:stretch/>
        </p:blipFill>
        <p:spPr>
          <a:xfrm>
            <a:off x="10590875" y="6341462"/>
            <a:ext cx="1500023" cy="585000"/>
          </a:xfrm>
          <a:prstGeom prst="rect">
            <a:avLst/>
          </a:prstGeom>
          <a:noFill/>
          <a:ln>
            <a:noFill/>
          </a:ln>
        </p:spPr>
      </p:pic>
      <p:sp>
        <p:nvSpPr>
          <p:cNvPr id="492" name="Google Shape;492;g39a284b7f17_2_7"/>
          <p:cNvSpPr txBox="1"/>
          <p:nvPr/>
        </p:nvSpPr>
        <p:spPr>
          <a:xfrm>
            <a:off x="-1" y="6288587"/>
            <a:ext cx="5981100" cy="6465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chemeClr val="dk1"/>
              </a:buClr>
              <a:buSzPts val="1800"/>
              <a:buFont typeface="Arial"/>
              <a:buNone/>
            </a:pPr>
            <a:r>
              <a:rPr b="0" i="0" lang="en-US" sz="1800" u="none" cap="none" strike="noStrike">
                <a:solidFill>
                  <a:schemeClr val="lt1"/>
                </a:solidFill>
                <a:latin typeface="Times New Roman"/>
                <a:ea typeface="Times New Roman"/>
                <a:cs typeface="Times New Roman"/>
                <a:sym typeface="Times New Roman"/>
              </a:rPr>
              <a:t>Machine Learning Professional</a:t>
            </a:r>
            <a:br>
              <a:rPr b="0" i="0" lang="en-US" sz="1800" u="none" cap="none" strike="noStrike">
                <a:solidFill>
                  <a:schemeClr val="lt1"/>
                </a:solidFill>
                <a:latin typeface="Times New Roman"/>
                <a:ea typeface="Times New Roman"/>
                <a:cs typeface="Times New Roman"/>
                <a:sym typeface="Times New Roman"/>
              </a:rPr>
            </a:br>
            <a:r>
              <a:rPr b="0" i="0" lang="en-US" sz="1800" u="none" cap="none" strike="noStrike">
                <a:solidFill>
                  <a:schemeClr val="lt1"/>
                </a:solidFill>
                <a:latin typeface="Times New Roman"/>
                <a:ea typeface="Times New Roman"/>
                <a:cs typeface="Times New Roman"/>
                <a:sym typeface="Times New Roman"/>
              </a:rPr>
              <a:t>Project Presentation</a:t>
            </a:r>
            <a:endParaRPr b="0" i="0" sz="1800" u="none" cap="none" strike="noStrike">
              <a:solidFill>
                <a:schemeClr val="lt1"/>
              </a:solidFill>
              <a:latin typeface="Times New Roman"/>
              <a:ea typeface="Times New Roman"/>
              <a:cs typeface="Times New Roman"/>
              <a:sym typeface="Times New Roman"/>
            </a:endParaRPr>
          </a:p>
        </p:txBody>
      </p:sp>
      <p:pic>
        <p:nvPicPr>
          <p:cNvPr id="493" name="Google Shape;493;g39a284b7f17_2_7"/>
          <p:cNvPicPr preferRelativeResize="0"/>
          <p:nvPr/>
        </p:nvPicPr>
        <p:blipFill rotWithShape="1">
          <a:blip r:embed="rId6">
            <a:alphaModFix/>
          </a:blip>
          <a:srcRect b="0" l="0" r="0" t="0"/>
          <a:stretch/>
        </p:blipFill>
        <p:spPr>
          <a:xfrm>
            <a:off x="10590875" y="6330524"/>
            <a:ext cx="1500023" cy="585000"/>
          </a:xfrm>
          <a:prstGeom prst="rect">
            <a:avLst/>
          </a:prstGeom>
          <a:noFill/>
          <a:ln>
            <a:noFill/>
          </a:ln>
        </p:spPr>
      </p:pic>
      <p:sp>
        <p:nvSpPr>
          <p:cNvPr id="494" name="Google Shape;494;g39a284b7f17_2_7"/>
          <p:cNvSpPr txBox="1"/>
          <p:nvPr/>
        </p:nvSpPr>
        <p:spPr>
          <a:xfrm>
            <a:off x="-1" y="6234672"/>
            <a:ext cx="5981100" cy="6465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chemeClr val="dk1"/>
              </a:buClr>
              <a:buSzPts val="1800"/>
              <a:buFont typeface="Arial"/>
              <a:buNone/>
            </a:pPr>
            <a:r>
              <a:rPr b="0" i="0" lang="en-US" sz="1800" u="none" cap="none" strike="noStrike">
                <a:solidFill>
                  <a:schemeClr val="lt1"/>
                </a:solidFill>
                <a:latin typeface="Times New Roman"/>
                <a:ea typeface="Times New Roman"/>
                <a:cs typeface="Times New Roman"/>
                <a:sym typeface="Times New Roman"/>
              </a:rPr>
              <a:t>Machine Learning Professional</a:t>
            </a:r>
            <a:br>
              <a:rPr b="0" i="0" lang="en-US" sz="1800" u="none" cap="none" strike="noStrike">
                <a:solidFill>
                  <a:schemeClr val="lt1"/>
                </a:solidFill>
                <a:latin typeface="Times New Roman"/>
                <a:ea typeface="Times New Roman"/>
                <a:cs typeface="Times New Roman"/>
                <a:sym typeface="Times New Roman"/>
              </a:rPr>
            </a:br>
            <a:r>
              <a:rPr b="0" i="0" lang="en-US" sz="1800" u="none" cap="none" strike="noStrike">
                <a:solidFill>
                  <a:schemeClr val="lt1"/>
                </a:solidFill>
                <a:latin typeface="Times New Roman"/>
                <a:ea typeface="Times New Roman"/>
                <a:cs typeface="Times New Roman"/>
                <a:sym typeface="Times New Roman"/>
              </a:rPr>
              <a:t>Project Presentation</a:t>
            </a:r>
            <a:endParaRPr b="0" i="0" sz="1800" u="none" cap="none" strike="noStrike">
              <a:solidFill>
                <a:schemeClr val="lt1"/>
              </a:solidFill>
              <a:latin typeface="Times New Roman"/>
              <a:ea typeface="Times New Roman"/>
              <a:cs typeface="Times New Roman"/>
              <a:sym typeface="Times New Roman"/>
            </a:endParaRPr>
          </a:p>
        </p:txBody>
      </p:sp>
      <p:pic>
        <p:nvPicPr>
          <p:cNvPr id="495" name="Google Shape;495;g39a284b7f17_2_7"/>
          <p:cNvPicPr preferRelativeResize="0"/>
          <p:nvPr/>
        </p:nvPicPr>
        <p:blipFill rotWithShape="1">
          <a:blip r:embed="rId6">
            <a:alphaModFix/>
          </a:blip>
          <a:srcRect b="0" l="0" r="0" t="0"/>
          <a:stretch/>
        </p:blipFill>
        <p:spPr>
          <a:xfrm>
            <a:off x="10590875" y="6330524"/>
            <a:ext cx="1500023" cy="585000"/>
          </a:xfrm>
          <a:prstGeom prst="rect">
            <a:avLst/>
          </a:prstGeom>
          <a:noFill/>
          <a:ln>
            <a:noFill/>
          </a:ln>
        </p:spPr>
      </p:pic>
      <p:sp>
        <p:nvSpPr>
          <p:cNvPr id="496" name="Google Shape;496;g39a284b7f17_2_7"/>
          <p:cNvSpPr txBox="1"/>
          <p:nvPr/>
        </p:nvSpPr>
        <p:spPr>
          <a:xfrm>
            <a:off x="-1" y="6234672"/>
            <a:ext cx="5981100" cy="6465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chemeClr val="dk1"/>
              </a:buClr>
              <a:buSzPts val="1800"/>
              <a:buFont typeface="Arial"/>
              <a:buNone/>
            </a:pPr>
            <a:r>
              <a:rPr b="0" i="0" lang="en-US" sz="1800" u="none" cap="none" strike="noStrike">
                <a:solidFill>
                  <a:schemeClr val="lt1"/>
                </a:solidFill>
                <a:latin typeface="Times New Roman"/>
                <a:ea typeface="Times New Roman"/>
                <a:cs typeface="Times New Roman"/>
                <a:sym typeface="Times New Roman"/>
              </a:rPr>
              <a:t>Machine Learning Professional</a:t>
            </a:r>
            <a:br>
              <a:rPr b="0" i="0" lang="en-US" sz="1800" u="none" cap="none" strike="noStrike">
                <a:solidFill>
                  <a:schemeClr val="lt1"/>
                </a:solidFill>
                <a:latin typeface="Times New Roman"/>
                <a:ea typeface="Times New Roman"/>
                <a:cs typeface="Times New Roman"/>
                <a:sym typeface="Times New Roman"/>
              </a:rPr>
            </a:br>
            <a:r>
              <a:rPr b="0" i="0" lang="en-US" sz="1800" u="none" cap="none" strike="noStrike">
                <a:solidFill>
                  <a:schemeClr val="lt1"/>
                </a:solidFill>
                <a:latin typeface="Times New Roman"/>
                <a:ea typeface="Times New Roman"/>
                <a:cs typeface="Times New Roman"/>
                <a:sym typeface="Times New Roman"/>
              </a:rPr>
              <a:t>Project Presentation</a:t>
            </a:r>
            <a:endParaRPr b="0" i="0" sz="1800" u="none" cap="none" strike="noStrike">
              <a:solidFill>
                <a:schemeClr val="lt1"/>
              </a:solidFill>
              <a:latin typeface="Times New Roman"/>
              <a:ea typeface="Times New Roman"/>
              <a:cs typeface="Times New Roman"/>
              <a:sym typeface="Times New Roman"/>
            </a:endParaRPr>
          </a:p>
        </p:txBody>
      </p:sp>
      <p:pic>
        <p:nvPicPr>
          <p:cNvPr id="497" name="Google Shape;497;g39a284b7f17_2_7"/>
          <p:cNvPicPr preferRelativeResize="0"/>
          <p:nvPr/>
        </p:nvPicPr>
        <p:blipFill rotWithShape="1">
          <a:blip r:embed="rId6">
            <a:alphaModFix/>
          </a:blip>
          <a:srcRect b="0" l="0" r="0" t="0"/>
          <a:stretch/>
        </p:blipFill>
        <p:spPr>
          <a:xfrm>
            <a:off x="10590875" y="6330524"/>
            <a:ext cx="1500023" cy="585000"/>
          </a:xfrm>
          <a:prstGeom prst="rect">
            <a:avLst/>
          </a:prstGeom>
          <a:noFill/>
          <a:ln>
            <a:noFill/>
          </a:ln>
        </p:spPr>
      </p:pic>
      <p:sp>
        <p:nvSpPr>
          <p:cNvPr id="498" name="Google Shape;498;g39a284b7f17_2_7"/>
          <p:cNvSpPr txBox="1"/>
          <p:nvPr/>
        </p:nvSpPr>
        <p:spPr>
          <a:xfrm>
            <a:off x="-1" y="6234672"/>
            <a:ext cx="5981100" cy="6465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chemeClr val="dk1"/>
              </a:buClr>
              <a:buSzPts val="1800"/>
              <a:buFont typeface="Arial"/>
              <a:buNone/>
            </a:pPr>
            <a:r>
              <a:rPr b="0" i="0" lang="en-US" sz="1800" u="none" cap="none" strike="noStrike">
                <a:solidFill>
                  <a:schemeClr val="lt1"/>
                </a:solidFill>
                <a:latin typeface="Times New Roman"/>
                <a:ea typeface="Times New Roman"/>
                <a:cs typeface="Times New Roman"/>
                <a:sym typeface="Times New Roman"/>
              </a:rPr>
              <a:t>Nanoelectronics - Seminar Presentation</a:t>
            </a:r>
            <a:br>
              <a:rPr b="0" i="0" lang="en-US" sz="1800" u="none" cap="none" strike="noStrike">
                <a:solidFill>
                  <a:schemeClr val="lt1"/>
                </a:solidFill>
                <a:latin typeface="Times New Roman"/>
                <a:ea typeface="Times New Roman"/>
                <a:cs typeface="Times New Roman"/>
                <a:sym typeface="Times New Roman"/>
              </a:rPr>
            </a:br>
            <a:r>
              <a:rPr b="0" i="0" lang="en-US" sz="1800" u="none" cap="none" strike="noStrike">
                <a:solidFill>
                  <a:schemeClr val="lt1"/>
                </a:solidFill>
                <a:latin typeface="Times New Roman"/>
                <a:ea typeface="Times New Roman"/>
                <a:cs typeface="Times New Roman"/>
                <a:sym typeface="Times New Roman"/>
              </a:rPr>
              <a:t>Ronit Dutta</a:t>
            </a:r>
            <a:endParaRPr b="0" i="0" sz="1800" u="none" cap="none" strike="noStrike">
              <a:solidFill>
                <a:schemeClr val="lt1"/>
              </a:solidFill>
              <a:latin typeface="Times New Roman"/>
              <a:ea typeface="Times New Roman"/>
              <a:cs typeface="Times New Roman"/>
              <a:sym typeface="Times New Roman"/>
            </a:endParaRPr>
          </a:p>
        </p:txBody>
      </p:sp>
      <p:pic>
        <p:nvPicPr>
          <p:cNvPr id="499" name="Google Shape;499;g39a284b7f17_2_7"/>
          <p:cNvPicPr preferRelativeResize="0"/>
          <p:nvPr/>
        </p:nvPicPr>
        <p:blipFill rotWithShape="1">
          <a:blip r:embed="rId6">
            <a:alphaModFix/>
          </a:blip>
          <a:srcRect b="0" l="0" r="0" t="0"/>
          <a:stretch/>
        </p:blipFill>
        <p:spPr>
          <a:xfrm>
            <a:off x="10590875" y="6330524"/>
            <a:ext cx="1500023" cy="585000"/>
          </a:xfrm>
          <a:prstGeom prst="rect">
            <a:avLst/>
          </a:prstGeom>
          <a:noFill/>
          <a:ln>
            <a:noFill/>
          </a:ln>
        </p:spPr>
      </p:pic>
      <p:pic>
        <p:nvPicPr>
          <p:cNvPr id="500" name="Google Shape;500;g39a284b7f17_2_7"/>
          <p:cNvPicPr preferRelativeResize="0"/>
          <p:nvPr/>
        </p:nvPicPr>
        <p:blipFill rotWithShape="1">
          <a:blip r:embed="rId9">
            <a:alphaModFix/>
          </a:blip>
          <a:srcRect b="0" l="0" r="0" t="0"/>
          <a:stretch/>
        </p:blipFill>
        <p:spPr>
          <a:xfrm>
            <a:off x="0" y="6234674"/>
            <a:ext cx="12192000" cy="1165875"/>
          </a:xfrm>
          <a:prstGeom prst="rect">
            <a:avLst/>
          </a:prstGeom>
          <a:noFill/>
          <a:ln>
            <a:noFill/>
          </a:ln>
        </p:spPr>
      </p:pic>
      <p:sp>
        <p:nvSpPr>
          <p:cNvPr id="501" name="Google Shape;501;g39a284b7f17_2_7"/>
          <p:cNvSpPr txBox="1"/>
          <p:nvPr/>
        </p:nvSpPr>
        <p:spPr>
          <a:xfrm>
            <a:off x="-1" y="6310697"/>
            <a:ext cx="5981100" cy="6465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chemeClr val="dk1"/>
              </a:buClr>
              <a:buSzPts val="1800"/>
              <a:buFont typeface="Arial"/>
              <a:buNone/>
            </a:pPr>
            <a:r>
              <a:rPr lang="en-US" sz="1800">
                <a:solidFill>
                  <a:schemeClr val="lt1"/>
                </a:solidFill>
                <a:latin typeface="Times New Roman"/>
                <a:ea typeface="Times New Roman"/>
                <a:cs typeface="Times New Roman"/>
                <a:sym typeface="Times New Roman"/>
              </a:rPr>
              <a:t>Applied Mathematics for Engineering [MIDTERM PROJECT]</a:t>
            </a:r>
            <a:br>
              <a:rPr b="0" i="0" lang="en-US" sz="1800" u="none" cap="none" strike="noStrike">
                <a:solidFill>
                  <a:schemeClr val="lt1"/>
                </a:solidFill>
                <a:latin typeface="Times New Roman"/>
                <a:ea typeface="Times New Roman"/>
                <a:cs typeface="Times New Roman"/>
                <a:sym typeface="Times New Roman"/>
              </a:rPr>
            </a:br>
            <a:r>
              <a:rPr b="0" i="0" lang="en-US" sz="1800" u="none" cap="none" strike="noStrike">
                <a:solidFill>
                  <a:schemeClr val="lt1"/>
                </a:solidFill>
                <a:latin typeface="Times New Roman"/>
                <a:ea typeface="Times New Roman"/>
                <a:cs typeface="Times New Roman"/>
                <a:sym typeface="Times New Roman"/>
              </a:rPr>
              <a:t>Ronit Dutta</a:t>
            </a:r>
            <a:endParaRPr b="0" i="0" sz="1800" u="none" cap="none" strike="noStrike">
              <a:solidFill>
                <a:schemeClr val="lt1"/>
              </a:solidFill>
              <a:latin typeface="Times New Roman"/>
              <a:ea typeface="Times New Roman"/>
              <a:cs typeface="Times New Roman"/>
              <a:sym typeface="Times New Roman"/>
            </a:endParaRPr>
          </a:p>
        </p:txBody>
      </p:sp>
      <p:pic>
        <p:nvPicPr>
          <p:cNvPr id="502" name="Google Shape;502;g39a284b7f17_2_7"/>
          <p:cNvPicPr preferRelativeResize="0"/>
          <p:nvPr/>
        </p:nvPicPr>
        <p:blipFill rotWithShape="1">
          <a:blip r:embed="rId6">
            <a:alphaModFix/>
          </a:blip>
          <a:srcRect b="0" l="0" r="0" t="0"/>
          <a:stretch/>
        </p:blipFill>
        <p:spPr>
          <a:xfrm>
            <a:off x="10579375" y="6341449"/>
            <a:ext cx="1500023" cy="585000"/>
          </a:xfrm>
          <a:prstGeom prst="rect">
            <a:avLst/>
          </a:prstGeom>
          <a:noFill/>
          <a:ln>
            <a:noFill/>
          </a:ln>
        </p:spPr>
      </p:pic>
      <p:pic>
        <p:nvPicPr>
          <p:cNvPr id="503" name="Google Shape;503;g39a284b7f17_2_7"/>
          <p:cNvPicPr preferRelativeResize="0"/>
          <p:nvPr/>
        </p:nvPicPr>
        <p:blipFill rotWithShape="1">
          <a:blip r:embed="rId9">
            <a:alphaModFix/>
          </a:blip>
          <a:srcRect b="0" l="0" r="0" t="0"/>
          <a:stretch/>
        </p:blipFill>
        <p:spPr>
          <a:xfrm>
            <a:off x="0" y="6330524"/>
            <a:ext cx="12192000" cy="1165875"/>
          </a:xfrm>
          <a:prstGeom prst="rect">
            <a:avLst/>
          </a:prstGeom>
          <a:noFill/>
          <a:ln>
            <a:noFill/>
          </a:ln>
        </p:spPr>
      </p:pic>
      <p:sp>
        <p:nvSpPr>
          <p:cNvPr id="504" name="Google Shape;504;g39a284b7f17_2_7"/>
          <p:cNvSpPr txBox="1"/>
          <p:nvPr/>
        </p:nvSpPr>
        <p:spPr>
          <a:xfrm>
            <a:off x="-1" y="6445547"/>
            <a:ext cx="5981100" cy="6465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chemeClr val="dk1"/>
              </a:buClr>
              <a:buSzPts val="1800"/>
              <a:buFont typeface="Arial"/>
              <a:buNone/>
            </a:pPr>
            <a:r>
              <a:rPr lang="en-US" sz="1800">
                <a:solidFill>
                  <a:schemeClr val="lt1"/>
                </a:solidFill>
                <a:latin typeface="Times New Roman"/>
                <a:ea typeface="Times New Roman"/>
                <a:cs typeface="Times New Roman"/>
                <a:sym typeface="Times New Roman"/>
              </a:rPr>
              <a:t>Applied Mathematics for Engineering [MIDTERM PROJECT]</a:t>
            </a:r>
            <a:br>
              <a:rPr b="0" i="0" lang="en-US" sz="1800" u="none" cap="none" strike="noStrike">
                <a:solidFill>
                  <a:schemeClr val="lt1"/>
                </a:solidFill>
                <a:latin typeface="Times New Roman"/>
                <a:ea typeface="Times New Roman"/>
                <a:cs typeface="Times New Roman"/>
                <a:sym typeface="Times New Roman"/>
              </a:rPr>
            </a:br>
            <a:r>
              <a:rPr b="0" i="0" lang="en-US" sz="1800" u="none" cap="none" strike="noStrike">
                <a:solidFill>
                  <a:schemeClr val="lt1"/>
                </a:solidFill>
                <a:latin typeface="Times New Roman"/>
                <a:ea typeface="Times New Roman"/>
                <a:cs typeface="Times New Roman"/>
                <a:sym typeface="Times New Roman"/>
              </a:rPr>
              <a:t>Ronit Dutta</a:t>
            </a:r>
            <a:endParaRPr b="0" i="0" sz="1800" u="none" cap="none" strike="noStrike">
              <a:solidFill>
                <a:schemeClr val="lt1"/>
              </a:solidFill>
              <a:latin typeface="Times New Roman"/>
              <a:ea typeface="Times New Roman"/>
              <a:cs typeface="Times New Roman"/>
              <a:sym typeface="Times New Roman"/>
            </a:endParaRPr>
          </a:p>
        </p:txBody>
      </p:sp>
      <p:pic>
        <p:nvPicPr>
          <p:cNvPr id="505" name="Google Shape;505;g39a284b7f17_2_7"/>
          <p:cNvPicPr preferRelativeResize="0"/>
          <p:nvPr/>
        </p:nvPicPr>
        <p:blipFill rotWithShape="1">
          <a:blip r:embed="rId6">
            <a:alphaModFix/>
          </a:blip>
          <a:srcRect b="0" l="0" r="0" t="0"/>
          <a:stretch/>
        </p:blipFill>
        <p:spPr>
          <a:xfrm>
            <a:off x="10579375" y="6476299"/>
            <a:ext cx="1500023" cy="585000"/>
          </a:xfrm>
          <a:prstGeom prst="rect">
            <a:avLst/>
          </a:prstGeom>
          <a:noFill/>
          <a:ln>
            <a:noFill/>
          </a:ln>
        </p:spPr>
      </p:pic>
      <p:pic>
        <p:nvPicPr>
          <p:cNvPr id="506" name="Google Shape;506;g39a284b7f17_2_7"/>
          <p:cNvPicPr preferRelativeResize="0"/>
          <p:nvPr/>
        </p:nvPicPr>
        <p:blipFill rotWithShape="1">
          <a:blip r:embed="rId4">
            <a:alphaModFix/>
          </a:blip>
          <a:srcRect b="0" l="0" r="0" t="0"/>
          <a:stretch/>
        </p:blipFill>
        <p:spPr>
          <a:xfrm>
            <a:off x="10590934" y="6330522"/>
            <a:ext cx="1499906" cy="585000"/>
          </a:xfrm>
          <a:prstGeom prst="rect">
            <a:avLst/>
          </a:prstGeom>
          <a:noFill/>
          <a:ln>
            <a:noFill/>
          </a:ln>
        </p:spPr>
      </p:pic>
      <p:sp>
        <p:nvSpPr>
          <p:cNvPr id="507" name="Google Shape;507;g39a284b7f17_2_7"/>
          <p:cNvSpPr txBox="1"/>
          <p:nvPr/>
        </p:nvSpPr>
        <p:spPr>
          <a:xfrm>
            <a:off x="-1" y="6288587"/>
            <a:ext cx="5981100" cy="3693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chemeClr val="dk1"/>
              </a:buClr>
              <a:buSzPts val="1800"/>
              <a:buFont typeface="Arial"/>
              <a:buNone/>
            </a:pPr>
            <a:r>
              <a:rPr b="0" i="0" lang="en-US" sz="1800" u="none" cap="none" strike="noStrike">
                <a:solidFill>
                  <a:schemeClr val="lt1"/>
                </a:solidFill>
                <a:latin typeface="Times New Roman"/>
                <a:ea typeface="Times New Roman"/>
                <a:cs typeface="Times New Roman"/>
                <a:sym typeface="Times New Roman"/>
              </a:rPr>
              <a:t>Term Paper Presentation | Ronit Dutta</a:t>
            </a:r>
            <a:endParaRPr b="0" i="0" sz="1800" u="none" cap="none" strike="noStrike">
              <a:solidFill>
                <a:schemeClr val="lt1"/>
              </a:solidFill>
              <a:latin typeface="Times New Roman"/>
              <a:ea typeface="Times New Roman"/>
              <a:cs typeface="Times New Roman"/>
              <a:sym typeface="Times New Roman"/>
            </a:endParaRPr>
          </a:p>
        </p:txBody>
      </p:sp>
      <p:pic>
        <p:nvPicPr>
          <p:cNvPr id="508" name="Google Shape;508;g39a284b7f17_2_7"/>
          <p:cNvPicPr preferRelativeResize="0"/>
          <p:nvPr/>
        </p:nvPicPr>
        <p:blipFill rotWithShape="1">
          <a:blip r:embed="rId4">
            <a:alphaModFix/>
          </a:blip>
          <a:srcRect b="0" l="0" r="0" t="0"/>
          <a:stretch/>
        </p:blipFill>
        <p:spPr>
          <a:xfrm>
            <a:off x="10590934" y="6330522"/>
            <a:ext cx="1499906" cy="585000"/>
          </a:xfrm>
          <a:prstGeom prst="rect">
            <a:avLst/>
          </a:prstGeom>
          <a:noFill/>
          <a:ln>
            <a:noFill/>
          </a:ln>
        </p:spPr>
      </p:pic>
      <p:sp>
        <p:nvSpPr>
          <p:cNvPr id="509" name="Google Shape;509;g39a284b7f17_2_7"/>
          <p:cNvSpPr txBox="1"/>
          <p:nvPr/>
        </p:nvSpPr>
        <p:spPr>
          <a:xfrm>
            <a:off x="-1" y="6288587"/>
            <a:ext cx="5981100" cy="3693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chemeClr val="dk1"/>
              </a:buClr>
              <a:buSzPts val="1800"/>
              <a:buFont typeface="Arial"/>
              <a:buNone/>
            </a:pPr>
            <a:r>
              <a:rPr b="0" i="0" lang="en-US" sz="1800" u="none" cap="none" strike="noStrike">
                <a:solidFill>
                  <a:schemeClr val="lt1"/>
                </a:solidFill>
                <a:latin typeface="Times New Roman"/>
                <a:ea typeface="Times New Roman"/>
                <a:cs typeface="Times New Roman"/>
                <a:sym typeface="Times New Roman"/>
              </a:rPr>
              <a:t>Term Paper Presentation | Ronit Dutta</a:t>
            </a:r>
            <a:endParaRPr b="0" i="0" sz="1800" u="none" cap="none" strike="noStrike">
              <a:solidFill>
                <a:schemeClr val="lt1"/>
              </a:solidFill>
              <a:latin typeface="Times New Roman"/>
              <a:ea typeface="Times New Roman"/>
              <a:cs typeface="Times New Roman"/>
              <a:sym typeface="Times New Roman"/>
            </a:endParaRPr>
          </a:p>
        </p:txBody>
      </p:sp>
      <p:pic>
        <p:nvPicPr>
          <p:cNvPr id="510" name="Google Shape;510;g39a284b7f17_2_7"/>
          <p:cNvPicPr preferRelativeResize="0"/>
          <p:nvPr/>
        </p:nvPicPr>
        <p:blipFill rotWithShape="1">
          <a:blip r:embed="rId4">
            <a:alphaModFix/>
          </a:blip>
          <a:srcRect b="0" l="0" r="0" t="0"/>
          <a:stretch/>
        </p:blipFill>
        <p:spPr>
          <a:xfrm>
            <a:off x="10590934" y="6330522"/>
            <a:ext cx="1499906" cy="585000"/>
          </a:xfrm>
          <a:prstGeom prst="rect">
            <a:avLst/>
          </a:prstGeom>
          <a:noFill/>
          <a:ln>
            <a:noFill/>
          </a:ln>
        </p:spPr>
      </p:pic>
      <p:sp>
        <p:nvSpPr>
          <p:cNvPr id="511" name="Google Shape;511;g39a284b7f17_2_7"/>
          <p:cNvSpPr txBox="1"/>
          <p:nvPr/>
        </p:nvSpPr>
        <p:spPr>
          <a:xfrm>
            <a:off x="-1" y="6288587"/>
            <a:ext cx="5981100" cy="6465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chemeClr val="dk1"/>
              </a:buClr>
              <a:buSzPts val="1800"/>
              <a:buFont typeface="Arial"/>
              <a:buNone/>
            </a:pPr>
            <a:r>
              <a:rPr b="0" i="0" lang="en-US" sz="1800" u="none" cap="none" strike="noStrike">
                <a:solidFill>
                  <a:schemeClr val="lt1"/>
                </a:solidFill>
                <a:latin typeface="Times New Roman"/>
                <a:ea typeface="Times New Roman"/>
                <a:cs typeface="Times New Roman"/>
                <a:sym typeface="Times New Roman"/>
              </a:rPr>
              <a:t>Machine Learning Professional</a:t>
            </a:r>
            <a:br>
              <a:rPr b="0" i="0" lang="en-US" sz="1800" u="none" cap="none" strike="noStrike">
                <a:solidFill>
                  <a:schemeClr val="lt1"/>
                </a:solidFill>
                <a:latin typeface="Times New Roman"/>
                <a:ea typeface="Times New Roman"/>
                <a:cs typeface="Times New Roman"/>
                <a:sym typeface="Times New Roman"/>
              </a:rPr>
            </a:br>
            <a:r>
              <a:rPr b="0" i="0" lang="en-US" sz="1800" u="none" cap="none" strike="noStrike">
                <a:solidFill>
                  <a:schemeClr val="lt1"/>
                </a:solidFill>
                <a:latin typeface="Times New Roman"/>
                <a:ea typeface="Times New Roman"/>
                <a:cs typeface="Times New Roman"/>
                <a:sym typeface="Times New Roman"/>
              </a:rPr>
              <a:t>Project Presentation</a:t>
            </a:r>
            <a:endParaRPr b="0" i="0" sz="1800" u="none" cap="none" strike="noStrike">
              <a:solidFill>
                <a:schemeClr val="lt1"/>
              </a:solidFill>
              <a:latin typeface="Times New Roman"/>
              <a:ea typeface="Times New Roman"/>
              <a:cs typeface="Times New Roman"/>
              <a:sym typeface="Times New Roman"/>
            </a:endParaRPr>
          </a:p>
        </p:txBody>
      </p:sp>
      <p:pic>
        <p:nvPicPr>
          <p:cNvPr id="512" name="Google Shape;512;g39a284b7f17_2_7"/>
          <p:cNvPicPr preferRelativeResize="0"/>
          <p:nvPr/>
        </p:nvPicPr>
        <p:blipFill rotWithShape="1">
          <a:blip r:embed="rId6">
            <a:alphaModFix/>
          </a:blip>
          <a:srcRect b="0" l="0" r="0" t="0"/>
          <a:stretch/>
        </p:blipFill>
        <p:spPr>
          <a:xfrm>
            <a:off x="10590875" y="6341462"/>
            <a:ext cx="1500023" cy="585000"/>
          </a:xfrm>
          <a:prstGeom prst="rect">
            <a:avLst/>
          </a:prstGeom>
          <a:noFill/>
          <a:ln>
            <a:noFill/>
          </a:ln>
        </p:spPr>
      </p:pic>
      <p:sp>
        <p:nvSpPr>
          <p:cNvPr id="513" name="Google Shape;513;g39a284b7f17_2_7"/>
          <p:cNvSpPr txBox="1"/>
          <p:nvPr/>
        </p:nvSpPr>
        <p:spPr>
          <a:xfrm>
            <a:off x="-1" y="6288587"/>
            <a:ext cx="5981100" cy="6465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chemeClr val="dk1"/>
              </a:buClr>
              <a:buSzPts val="1800"/>
              <a:buFont typeface="Arial"/>
              <a:buNone/>
            </a:pPr>
            <a:r>
              <a:rPr b="0" i="0" lang="en-US" sz="1800" u="none" cap="none" strike="noStrike">
                <a:solidFill>
                  <a:schemeClr val="lt1"/>
                </a:solidFill>
                <a:latin typeface="Times New Roman"/>
                <a:ea typeface="Times New Roman"/>
                <a:cs typeface="Times New Roman"/>
                <a:sym typeface="Times New Roman"/>
              </a:rPr>
              <a:t>Machine Learning Professional</a:t>
            </a:r>
            <a:br>
              <a:rPr b="0" i="0" lang="en-US" sz="1800" u="none" cap="none" strike="noStrike">
                <a:solidFill>
                  <a:schemeClr val="lt1"/>
                </a:solidFill>
                <a:latin typeface="Times New Roman"/>
                <a:ea typeface="Times New Roman"/>
                <a:cs typeface="Times New Roman"/>
                <a:sym typeface="Times New Roman"/>
              </a:rPr>
            </a:br>
            <a:r>
              <a:rPr b="0" i="0" lang="en-US" sz="1800" u="none" cap="none" strike="noStrike">
                <a:solidFill>
                  <a:schemeClr val="lt1"/>
                </a:solidFill>
                <a:latin typeface="Times New Roman"/>
                <a:ea typeface="Times New Roman"/>
                <a:cs typeface="Times New Roman"/>
                <a:sym typeface="Times New Roman"/>
              </a:rPr>
              <a:t>Project Presentation</a:t>
            </a:r>
            <a:endParaRPr b="0" i="0" sz="1800" u="none" cap="none" strike="noStrike">
              <a:solidFill>
                <a:schemeClr val="lt1"/>
              </a:solidFill>
              <a:latin typeface="Times New Roman"/>
              <a:ea typeface="Times New Roman"/>
              <a:cs typeface="Times New Roman"/>
              <a:sym typeface="Times New Roman"/>
            </a:endParaRPr>
          </a:p>
        </p:txBody>
      </p:sp>
      <p:pic>
        <p:nvPicPr>
          <p:cNvPr id="514" name="Google Shape;514;g39a284b7f17_2_7"/>
          <p:cNvPicPr preferRelativeResize="0"/>
          <p:nvPr/>
        </p:nvPicPr>
        <p:blipFill rotWithShape="1">
          <a:blip r:embed="rId6">
            <a:alphaModFix/>
          </a:blip>
          <a:srcRect b="0" l="0" r="0" t="0"/>
          <a:stretch/>
        </p:blipFill>
        <p:spPr>
          <a:xfrm>
            <a:off x="10590875" y="6330524"/>
            <a:ext cx="1500023" cy="585000"/>
          </a:xfrm>
          <a:prstGeom prst="rect">
            <a:avLst/>
          </a:prstGeom>
          <a:noFill/>
          <a:ln>
            <a:noFill/>
          </a:ln>
        </p:spPr>
      </p:pic>
      <p:sp>
        <p:nvSpPr>
          <p:cNvPr id="515" name="Google Shape;515;g39a284b7f17_2_7"/>
          <p:cNvSpPr txBox="1"/>
          <p:nvPr/>
        </p:nvSpPr>
        <p:spPr>
          <a:xfrm>
            <a:off x="-1" y="6234672"/>
            <a:ext cx="5981100" cy="6465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chemeClr val="dk1"/>
              </a:buClr>
              <a:buSzPts val="1800"/>
              <a:buFont typeface="Arial"/>
              <a:buNone/>
            </a:pPr>
            <a:r>
              <a:rPr b="0" i="0" lang="en-US" sz="1800" u="none" cap="none" strike="noStrike">
                <a:solidFill>
                  <a:schemeClr val="lt1"/>
                </a:solidFill>
                <a:latin typeface="Times New Roman"/>
                <a:ea typeface="Times New Roman"/>
                <a:cs typeface="Times New Roman"/>
                <a:sym typeface="Times New Roman"/>
              </a:rPr>
              <a:t>Machine Learning Professional</a:t>
            </a:r>
            <a:br>
              <a:rPr b="0" i="0" lang="en-US" sz="1800" u="none" cap="none" strike="noStrike">
                <a:solidFill>
                  <a:schemeClr val="lt1"/>
                </a:solidFill>
                <a:latin typeface="Times New Roman"/>
                <a:ea typeface="Times New Roman"/>
                <a:cs typeface="Times New Roman"/>
                <a:sym typeface="Times New Roman"/>
              </a:rPr>
            </a:br>
            <a:r>
              <a:rPr b="0" i="0" lang="en-US" sz="1800" u="none" cap="none" strike="noStrike">
                <a:solidFill>
                  <a:schemeClr val="lt1"/>
                </a:solidFill>
                <a:latin typeface="Times New Roman"/>
                <a:ea typeface="Times New Roman"/>
                <a:cs typeface="Times New Roman"/>
                <a:sym typeface="Times New Roman"/>
              </a:rPr>
              <a:t>Project Presentation</a:t>
            </a:r>
            <a:endParaRPr b="0" i="0" sz="1800" u="none" cap="none" strike="noStrike">
              <a:solidFill>
                <a:schemeClr val="lt1"/>
              </a:solidFill>
              <a:latin typeface="Times New Roman"/>
              <a:ea typeface="Times New Roman"/>
              <a:cs typeface="Times New Roman"/>
              <a:sym typeface="Times New Roman"/>
            </a:endParaRPr>
          </a:p>
        </p:txBody>
      </p:sp>
      <p:pic>
        <p:nvPicPr>
          <p:cNvPr id="516" name="Google Shape;516;g39a284b7f17_2_7"/>
          <p:cNvPicPr preferRelativeResize="0"/>
          <p:nvPr/>
        </p:nvPicPr>
        <p:blipFill rotWithShape="1">
          <a:blip r:embed="rId6">
            <a:alphaModFix/>
          </a:blip>
          <a:srcRect b="0" l="0" r="0" t="0"/>
          <a:stretch/>
        </p:blipFill>
        <p:spPr>
          <a:xfrm>
            <a:off x="10590875" y="6330524"/>
            <a:ext cx="1500023" cy="585000"/>
          </a:xfrm>
          <a:prstGeom prst="rect">
            <a:avLst/>
          </a:prstGeom>
          <a:noFill/>
          <a:ln>
            <a:noFill/>
          </a:ln>
        </p:spPr>
      </p:pic>
      <p:sp>
        <p:nvSpPr>
          <p:cNvPr id="517" name="Google Shape;517;g39a284b7f17_2_7"/>
          <p:cNvSpPr txBox="1"/>
          <p:nvPr/>
        </p:nvSpPr>
        <p:spPr>
          <a:xfrm>
            <a:off x="-1" y="6234672"/>
            <a:ext cx="5981100" cy="6465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chemeClr val="dk1"/>
              </a:buClr>
              <a:buSzPts val="1800"/>
              <a:buFont typeface="Arial"/>
              <a:buNone/>
            </a:pPr>
            <a:r>
              <a:rPr b="0" i="0" lang="en-US" sz="1800" u="none" cap="none" strike="noStrike">
                <a:solidFill>
                  <a:schemeClr val="lt1"/>
                </a:solidFill>
                <a:latin typeface="Times New Roman"/>
                <a:ea typeface="Times New Roman"/>
                <a:cs typeface="Times New Roman"/>
                <a:sym typeface="Times New Roman"/>
              </a:rPr>
              <a:t>Machine Learning Professional</a:t>
            </a:r>
            <a:br>
              <a:rPr b="0" i="0" lang="en-US" sz="1800" u="none" cap="none" strike="noStrike">
                <a:solidFill>
                  <a:schemeClr val="lt1"/>
                </a:solidFill>
                <a:latin typeface="Times New Roman"/>
                <a:ea typeface="Times New Roman"/>
                <a:cs typeface="Times New Roman"/>
                <a:sym typeface="Times New Roman"/>
              </a:rPr>
            </a:br>
            <a:r>
              <a:rPr b="0" i="0" lang="en-US" sz="1800" u="none" cap="none" strike="noStrike">
                <a:solidFill>
                  <a:schemeClr val="lt1"/>
                </a:solidFill>
                <a:latin typeface="Times New Roman"/>
                <a:ea typeface="Times New Roman"/>
                <a:cs typeface="Times New Roman"/>
                <a:sym typeface="Times New Roman"/>
              </a:rPr>
              <a:t>Project Presentation</a:t>
            </a:r>
            <a:endParaRPr b="0" i="0" sz="1800" u="none" cap="none" strike="noStrike">
              <a:solidFill>
                <a:schemeClr val="lt1"/>
              </a:solidFill>
              <a:latin typeface="Times New Roman"/>
              <a:ea typeface="Times New Roman"/>
              <a:cs typeface="Times New Roman"/>
              <a:sym typeface="Times New Roman"/>
            </a:endParaRPr>
          </a:p>
        </p:txBody>
      </p:sp>
      <p:pic>
        <p:nvPicPr>
          <p:cNvPr id="518" name="Google Shape;518;g39a284b7f17_2_7"/>
          <p:cNvPicPr preferRelativeResize="0"/>
          <p:nvPr/>
        </p:nvPicPr>
        <p:blipFill rotWithShape="1">
          <a:blip r:embed="rId6">
            <a:alphaModFix/>
          </a:blip>
          <a:srcRect b="0" l="0" r="0" t="0"/>
          <a:stretch/>
        </p:blipFill>
        <p:spPr>
          <a:xfrm>
            <a:off x="10590875" y="6330524"/>
            <a:ext cx="1500023" cy="585000"/>
          </a:xfrm>
          <a:prstGeom prst="rect">
            <a:avLst/>
          </a:prstGeom>
          <a:noFill/>
          <a:ln>
            <a:noFill/>
          </a:ln>
        </p:spPr>
      </p:pic>
      <p:sp>
        <p:nvSpPr>
          <p:cNvPr id="519" name="Google Shape;519;g39a284b7f17_2_7"/>
          <p:cNvSpPr txBox="1"/>
          <p:nvPr/>
        </p:nvSpPr>
        <p:spPr>
          <a:xfrm>
            <a:off x="-1" y="6234672"/>
            <a:ext cx="5981100" cy="6465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chemeClr val="dk1"/>
              </a:buClr>
              <a:buSzPts val="1800"/>
              <a:buFont typeface="Arial"/>
              <a:buNone/>
            </a:pPr>
            <a:r>
              <a:rPr b="0" i="0" lang="en-US" sz="1800" u="none" cap="none" strike="noStrike">
                <a:solidFill>
                  <a:schemeClr val="lt1"/>
                </a:solidFill>
                <a:latin typeface="Times New Roman"/>
                <a:ea typeface="Times New Roman"/>
                <a:cs typeface="Times New Roman"/>
                <a:sym typeface="Times New Roman"/>
              </a:rPr>
              <a:t>Nanoelectronics - Seminar Presentation</a:t>
            </a:r>
            <a:br>
              <a:rPr b="0" i="0" lang="en-US" sz="1800" u="none" cap="none" strike="noStrike">
                <a:solidFill>
                  <a:schemeClr val="lt1"/>
                </a:solidFill>
                <a:latin typeface="Times New Roman"/>
                <a:ea typeface="Times New Roman"/>
                <a:cs typeface="Times New Roman"/>
                <a:sym typeface="Times New Roman"/>
              </a:rPr>
            </a:br>
            <a:r>
              <a:rPr b="0" i="0" lang="en-US" sz="1800" u="none" cap="none" strike="noStrike">
                <a:solidFill>
                  <a:schemeClr val="lt1"/>
                </a:solidFill>
                <a:latin typeface="Times New Roman"/>
                <a:ea typeface="Times New Roman"/>
                <a:cs typeface="Times New Roman"/>
                <a:sym typeface="Times New Roman"/>
              </a:rPr>
              <a:t>Ronit Dutta</a:t>
            </a:r>
            <a:endParaRPr b="0" i="0" sz="1800" u="none" cap="none" strike="noStrike">
              <a:solidFill>
                <a:schemeClr val="lt1"/>
              </a:solidFill>
              <a:latin typeface="Times New Roman"/>
              <a:ea typeface="Times New Roman"/>
              <a:cs typeface="Times New Roman"/>
              <a:sym typeface="Times New Roman"/>
            </a:endParaRPr>
          </a:p>
        </p:txBody>
      </p:sp>
      <p:pic>
        <p:nvPicPr>
          <p:cNvPr id="520" name="Google Shape;520;g39a284b7f17_2_7"/>
          <p:cNvPicPr preferRelativeResize="0"/>
          <p:nvPr/>
        </p:nvPicPr>
        <p:blipFill rotWithShape="1">
          <a:blip r:embed="rId6">
            <a:alphaModFix/>
          </a:blip>
          <a:srcRect b="0" l="0" r="0" t="0"/>
          <a:stretch/>
        </p:blipFill>
        <p:spPr>
          <a:xfrm>
            <a:off x="10590875" y="6330524"/>
            <a:ext cx="1500023" cy="585000"/>
          </a:xfrm>
          <a:prstGeom prst="rect">
            <a:avLst/>
          </a:prstGeom>
          <a:noFill/>
          <a:ln>
            <a:noFill/>
          </a:ln>
        </p:spPr>
      </p:pic>
      <p:pic>
        <p:nvPicPr>
          <p:cNvPr id="521" name="Google Shape;521;g39a284b7f17_2_7"/>
          <p:cNvPicPr preferRelativeResize="0"/>
          <p:nvPr/>
        </p:nvPicPr>
        <p:blipFill rotWithShape="1">
          <a:blip r:embed="rId4">
            <a:alphaModFix/>
          </a:blip>
          <a:srcRect b="0" l="0" r="0" t="0"/>
          <a:stretch/>
        </p:blipFill>
        <p:spPr>
          <a:xfrm>
            <a:off x="10590934" y="6330522"/>
            <a:ext cx="1499906" cy="585000"/>
          </a:xfrm>
          <a:prstGeom prst="rect">
            <a:avLst/>
          </a:prstGeom>
          <a:noFill/>
          <a:ln>
            <a:noFill/>
          </a:ln>
        </p:spPr>
      </p:pic>
      <p:sp>
        <p:nvSpPr>
          <p:cNvPr id="522" name="Google Shape;522;g39a284b7f17_2_7"/>
          <p:cNvSpPr txBox="1"/>
          <p:nvPr/>
        </p:nvSpPr>
        <p:spPr>
          <a:xfrm>
            <a:off x="-1" y="6288587"/>
            <a:ext cx="5981100" cy="3693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chemeClr val="dk1"/>
              </a:buClr>
              <a:buSzPts val="1800"/>
              <a:buFont typeface="Arial"/>
              <a:buNone/>
            </a:pPr>
            <a:r>
              <a:rPr b="0" i="0" lang="en-US" sz="1800" u="none" cap="none" strike="noStrike">
                <a:solidFill>
                  <a:schemeClr val="lt1"/>
                </a:solidFill>
                <a:latin typeface="Times New Roman"/>
                <a:ea typeface="Times New Roman"/>
                <a:cs typeface="Times New Roman"/>
                <a:sym typeface="Times New Roman"/>
              </a:rPr>
              <a:t>Term Paper Presentation | Ronit Dutta</a:t>
            </a:r>
            <a:endParaRPr b="0" i="0" sz="1800" u="none" cap="none" strike="noStrike">
              <a:solidFill>
                <a:schemeClr val="lt1"/>
              </a:solidFill>
              <a:latin typeface="Times New Roman"/>
              <a:ea typeface="Times New Roman"/>
              <a:cs typeface="Times New Roman"/>
              <a:sym typeface="Times New Roman"/>
            </a:endParaRPr>
          </a:p>
        </p:txBody>
      </p:sp>
      <p:pic>
        <p:nvPicPr>
          <p:cNvPr id="523" name="Google Shape;523;g39a284b7f17_2_7"/>
          <p:cNvPicPr preferRelativeResize="0"/>
          <p:nvPr/>
        </p:nvPicPr>
        <p:blipFill rotWithShape="1">
          <a:blip r:embed="rId4">
            <a:alphaModFix/>
          </a:blip>
          <a:srcRect b="0" l="0" r="0" t="0"/>
          <a:stretch/>
        </p:blipFill>
        <p:spPr>
          <a:xfrm>
            <a:off x="10590934" y="6330522"/>
            <a:ext cx="1499906" cy="585000"/>
          </a:xfrm>
          <a:prstGeom prst="rect">
            <a:avLst/>
          </a:prstGeom>
          <a:noFill/>
          <a:ln>
            <a:noFill/>
          </a:ln>
        </p:spPr>
      </p:pic>
      <p:sp>
        <p:nvSpPr>
          <p:cNvPr id="524" name="Google Shape;524;g39a284b7f17_2_7"/>
          <p:cNvSpPr txBox="1"/>
          <p:nvPr/>
        </p:nvSpPr>
        <p:spPr>
          <a:xfrm>
            <a:off x="-1" y="6288587"/>
            <a:ext cx="5981100" cy="3693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chemeClr val="dk1"/>
              </a:buClr>
              <a:buSzPts val="1800"/>
              <a:buFont typeface="Arial"/>
              <a:buNone/>
            </a:pPr>
            <a:r>
              <a:rPr b="0" i="0" lang="en-US" sz="1800" u="none" cap="none" strike="noStrike">
                <a:solidFill>
                  <a:schemeClr val="lt1"/>
                </a:solidFill>
                <a:latin typeface="Times New Roman"/>
                <a:ea typeface="Times New Roman"/>
                <a:cs typeface="Times New Roman"/>
                <a:sym typeface="Times New Roman"/>
              </a:rPr>
              <a:t>Term Paper Presentation | Ronit Dutta</a:t>
            </a:r>
            <a:endParaRPr b="0" i="0" sz="1800" u="none" cap="none" strike="noStrike">
              <a:solidFill>
                <a:schemeClr val="lt1"/>
              </a:solidFill>
              <a:latin typeface="Times New Roman"/>
              <a:ea typeface="Times New Roman"/>
              <a:cs typeface="Times New Roman"/>
              <a:sym typeface="Times New Roman"/>
            </a:endParaRPr>
          </a:p>
        </p:txBody>
      </p:sp>
      <p:pic>
        <p:nvPicPr>
          <p:cNvPr id="525" name="Google Shape;525;g39a284b7f17_2_7"/>
          <p:cNvPicPr preferRelativeResize="0"/>
          <p:nvPr/>
        </p:nvPicPr>
        <p:blipFill rotWithShape="1">
          <a:blip r:embed="rId4">
            <a:alphaModFix/>
          </a:blip>
          <a:srcRect b="0" l="0" r="0" t="0"/>
          <a:stretch/>
        </p:blipFill>
        <p:spPr>
          <a:xfrm>
            <a:off x="10590934" y="6330522"/>
            <a:ext cx="1499906" cy="585000"/>
          </a:xfrm>
          <a:prstGeom prst="rect">
            <a:avLst/>
          </a:prstGeom>
          <a:noFill/>
          <a:ln>
            <a:noFill/>
          </a:ln>
        </p:spPr>
      </p:pic>
      <p:sp>
        <p:nvSpPr>
          <p:cNvPr id="526" name="Google Shape;526;g39a284b7f17_2_7"/>
          <p:cNvSpPr txBox="1"/>
          <p:nvPr/>
        </p:nvSpPr>
        <p:spPr>
          <a:xfrm>
            <a:off x="-1" y="6288587"/>
            <a:ext cx="5981100" cy="6465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chemeClr val="dk1"/>
              </a:buClr>
              <a:buSzPts val="1800"/>
              <a:buFont typeface="Arial"/>
              <a:buNone/>
            </a:pPr>
            <a:r>
              <a:rPr b="0" i="0" lang="en-US" sz="1800" u="none" cap="none" strike="noStrike">
                <a:solidFill>
                  <a:schemeClr val="lt1"/>
                </a:solidFill>
                <a:latin typeface="Times New Roman"/>
                <a:ea typeface="Times New Roman"/>
                <a:cs typeface="Times New Roman"/>
                <a:sym typeface="Times New Roman"/>
              </a:rPr>
              <a:t>Machine Learning Professional</a:t>
            </a:r>
            <a:br>
              <a:rPr b="0" i="0" lang="en-US" sz="1800" u="none" cap="none" strike="noStrike">
                <a:solidFill>
                  <a:schemeClr val="lt1"/>
                </a:solidFill>
                <a:latin typeface="Times New Roman"/>
                <a:ea typeface="Times New Roman"/>
                <a:cs typeface="Times New Roman"/>
                <a:sym typeface="Times New Roman"/>
              </a:rPr>
            </a:br>
            <a:r>
              <a:rPr b="0" i="0" lang="en-US" sz="1800" u="none" cap="none" strike="noStrike">
                <a:solidFill>
                  <a:schemeClr val="lt1"/>
                </a:solidFill>
                <a:latin typeface="Times New Roman"/>
                <a:ea typeface="Times New Roman"/>
                <a:cs typeface="Times New Roman"/>
                <a:sym typeface="Times New Roman"/>
              </a:rPr>
              <a:t>Project Presentation</a:t>
            </a:r>
            <a:endParaRPr b="0" i="0" sz="1800" u="none" cap="none" strike="noStrike">
              <a:solidFill>
                <a:schemeClr val="lt1"/>
              </a:solidFill>
              <a:latin typeface="Times New Roman"/>
              <a:ea typeface="Times New Roman"/>
              <a:cs typeface="Times New Roman"/>
              <a:sym typeface="Times New Roman"/>
            </a:endParaRPr>
          </a:p>
        </p:txBody>
      </p:sp>
      <p:pic>
        <p:nvPicPr>
          <p:cNvPr id="527" name="Google Shape;527;g39a284b7f17_2_7"/>
          <p:cNvPicPr preferRelativeResize="0"/>
          <p:nvPr/>
        </p:nvPicPr>
        <p:blipFill rotWithShape="1">
          <a:blip r:embed="rId6">
            <a:alphaModFix/>
          </a:blip>
          <a:srcRect b="0" l="0" r="0" t="0"/>
          <a:stretch/>
        </p:blipFill>
        <p:spPr>
          <a:xfrm>
            <a:off x="10590875" y="6341462"/>
            <a:ext cx="1500023" cy="585000"/>
          </a:xfrm>
          <a:prstGeom prst="rect">
            <a:avLst/>
          </a:prstGeom>
          <a:noFill/>
          <a:ln>
            <a:noFill/>
          </a:ln>
        </p:spPr>
      </p:pic>
      <p:sp>
        <p:nvSpPr>
          <p:cNvPr id="528" name="Google Shape;528;g39a284b7f17_2_7"/>
          <p:cNvSpPr txBox="1"/>
          <p:nvPr/>
        </p:nvSpPr>
        <p:spPr>
          <a:xfrm>
            <a:off x="-1" y="6288587"/>
            <a:ext cx="5981100" cy="6465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chemeClr val="dk1"/>
              </a:buClr>
              <a:buSzPts val="1800"/>
              <a:buFont typeface="Arial"/>
              <a:buNone/>
            </a:pPr>
            <a:r>
              <a:rPr b="0" i="0" lang="en-US" sz="1800" u="none" cap="none" strike="noStrike">
                <a:solidFill>
                  <a:schemeClr val="lt1"/>
                </a:solidFill>
                <a:latin typeface="Times New Roman"/>
                <a:ea typeface="Times New Roman"/>
                <a:cs typeface="Times New Roman"/>
                <a:sym typeface="Times New Roman"/>
              </a:rPr>
              <a:t>Machine Learning Professional</a:t>
            </a:r>
            <a:br>
              <a:rPr b="0" i="0" lang="en-US" sz="1800" u="none" cap="none" strike="noStrike">
                <a:solidFill>
                  <a:schemeClr val="lt1"/>
                </a:solidFill>
                <a:latin typeface="Times New Roman"/>
                <a:ea typeface="Times New Roman"/>
                <a:cs typeface="Times New Roman"/>
                <a:sym typeface="Times New Roman"/>
              </a:rPr>
            </a:br>
            <a:r>
              <a:rPr b="0" i="0" lang="en-US" sz="1800" u="none" cap="none" strike="noStrike">
                <a:solidFill>
                  <a:schemeClr val="lt1"/>
                </a:solidFill>
                <a:latin typeface="Times New Roman"/>
                <a:ea typeface="Times New Roman"/>
                <a:cs typeface="Times New Roman"/>
                <a:sym typeface="Times New Roman"/>
              </a:rPr>
              <a:t>Project Presentation</a:t>
            </a:r>
            <a:endParaRPr b="0" i="0" sz="1800" u="none" cap="none" strike="noStrike">
              <a:solidFill>
                <a:schemeClr val="lt1"/>
              </a:solidFill>
              <a:latin typeface="Times New Roman"/>
              <a:ea typeface="Times New Roman"/>
              <a:cs typeface="Times New Roman"/>
              <a:sym typeface="Times New Roman"/>
            </a:endParaRPr>
          </a:p>
        </p:txBody>
      </p:sp>
      <p:pic>
        <p:nvPicPr>
          <p:cNvPr id="529" name="Google Shape;529;g39a284b7f17_2_7"/>
          <p:cNvPicPr preferRelativeResize="0"/>
          <p:nvPr/>
        </p:nvPicPr>
        <p:blipFill rotWithShape="1">
          <a:blip r:embed="rId6">
            <a:alphaModFix/>
          </a:blip>
          <a:srcRect b="0" l="0" r="0" t="0"/>
          <a:stretch/>
        </p:blipFill>
        <p:spPr>
          <a:xfrm>
            <a:off x="10590875" y="6330524"/>
            <a:ext cx="1500023" cy="585000"/>
          </a:xfrm>
          <a:prstGeom prst="rect">
            <a:avLst/>
          </a:prstGeom>
          <a:noFill/>
          <a:ln>
            <a:noFill/>
          </a:ln>
        </p:spPr>
      </p:pic>
      <p:sp>
        <p:nvSpPr>
          <p:cNvPr id="530" name="Google Shape;530;g39a284b7f17_2_7"/>
          <p:cNvSpPr txBox="1"/>
          <p:nvPr/>
        </p:nvSpPr>
        <p:spPr>
          <a:xfrm>
            <a:off x="-1" y="6234672"/>
            <a:ext cx="5981100" cy="6465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chemeClr val="dk1"/>
              </a:buClr>
              <a:buSzPts val="1800"/>
              <a:buFont typeface="Arial"/>
              <a:buNone/>
            </a:pPr>
            <a:r>
              <a:rPr b="0" i="0" lang="en-US" sz="1800" u="none" cap="none" strike="noStrike">
                <a:solidFill>
                  <a:schemeClr val="lt1"/>
                </a:solidFill>
                <a:latin typeface="Times New Roman"/>
                <a:ea typeface="Times New Roman"/>
                <a:cs typeface="Times New Roman"/>
                <a:sym typeface="Times New Roman"/>
              </a:rPr>
              <a:t>Machine Learning Professional</a:t>
            </a:r>
            <a:br>
              <a:rPr b="0" i="0" lang="en-US" sz="1800" u="none" cap="none" strike="noStrike">
                <a:solidFill>
                  <a:schemeClr val="lt1"/>
                </a:solidFill>
                <a:latin typeface="Times New Roman"/>
                <a:ea typeface="Times New Roman"/>
                <a:cs typeface="Times New Roman"/>
                <a:sym typeface="Times New Roman"/>
              </a:rPr>
            </a:br>
            <a:r>
              <a:rPr b="0" i="0" lang="en-US" sz="1800" u="none" cap="none" strike="noStrike">
                <a:solidFill>
                  <a:schemeClr val="lt1"/>
                </a:solidFill>
                <a:latin typeface="Times New Roman"/>
                <a:ea typeface="Times New Roman"/>
                <a:cs typeface="Times New Roman"/>
                <a:sym typeface="Times New Roman"/>
              </a:rPr>
              <a:t>Project Presentation</a:t>
            </a:r>
            <a:endParaRPr b="0" i="0" sz="1800" u="none" cap="none" strike="noStrike">
              <a:solidFill>
                <a:schemeClr val="lt1"/>
              </a:solidFill>
              <a:latin typeface="Times New Roman"/>
              <a:ea typeface="Times New Roman"/>
              <a:cs typeface="Times New Roman"/>
              <a:sym typeface="Times New Roman"/>
            </a:endParaRPr>
          </a:p>
        </p:txBody>
      </p:sp>
      <p:pic>
        <p:nvPicPr>
          <p:cNvPr id="531" name="Google Shape;531;g39a284b7f17_2_7"/>
          <p:cNvPicPr preferRelativeResize="0"/>
          <p:nvPr/>
        </p:nvPicPr>
        <p:blipFill rotWithShape="1">
          <a:blip r:embed="rId6">
            <a:alphaModFix/>
          </a:blip>
          <a:srcRect b="0" l="0" r="0" t="0"/>
          <a:stretch/>
        </p:blipFill>
        <p:spPr>
          <a:xfrm>
            <a:off x="10590875" y="6330524"/>
            <a:ext cx="1500023" cy="585000"/>
          </a:xfrm>
          <a:prstGeom prst="rect">
            <a:avLst/>
          </a:prstGeom>
          <a:noFill/>
          <a:ln>
            <a:noFill/>
          </a:ln>
        </p:spPr>
      </p:pic>
      <p:sp>
        <p:nvSpPr>
          <p:cNvPr id="532" name="Google Shape;532;g39a284b7f17_2_7"/>
          <p:cNvSpPr txBox="1"/>
          <p:nvPr/>
        </p:nvSpPr>
        <p:spPr>
          <a:xfrm>
            <a:off x="-1" y="6234672"/>
            <a:ext cx="5981100" cy="6465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chemeClr val="dk1"/>
              </a:buClr>
              <a:buSzPts val="1800"/>
              <a:buFont typeface="Arial"/>
              <a:buNone/>
            </a:pPr>
            <a:r>
              <a:rPr b="0" i="0" lang="en-US" sz="1800" u="none" cap="none" strike="noStrike">
                <a:solidFill>
                  <a:schemeClr val="lt1"/>
                </a:solidFill>
                <a:latin typeface="Times New Roman"/>
                <a:ea typeface="Times New Roman"/>
                <a:cs typeface="Times New Roman"/>
                <a:sym typeface="Times New Roman"/>
              </a:rPr>
              <a:t>Machine Learning Professional</a:t>
            </a:r>
            <a:br>
              <a:rPr b="0" i="0" lang="en-US" sz="1800" u="none" cap="none" strike="noStrike">
                <a:solidFill>
                  <a:schemeClr val="lt1"/>
                </a:solidFill>
                <a:latin typeface="Times New Roman"/>
                <a:ea typeface="Times New Roman"/>
                <a:cs typeface="Times New Roman"/>
                <a:sym typeface="Times New Roman"/>
              </a:rPr>
            </a:br>
            <a:r>
              <a:rPr b="0" i="0" lang="en-US" sz="1800" u="none" cap="none" strike="noStrike">
                <a:solidFill>
                  <a:schemeClr val="lt1"/>
                </a:solidFill>
                <a:latin typeface="Times New Roman"/>
                <a:ea typeface="Times New Roman"/>
                <a:cs typeface="Times New Roman"/>
                <a:sym typeface="Times New Roman"/>
              </a:rPr>
              <a:t>Project Presentation</a:t>
            </a:r>
            <a:endParaRPr b="0" i="0" sz="1800" u="none" cap="none" strike="noStrike">
              <a:solidFill>
                <a:schemeClr val="lt1"/>
              </a:solidFill>
              <a:latin typeface="Times New Roman"/>
              <a:ea typeface="Times New Roman"/>
              <a:cs typeface="Times New Roman"/>
              <a:sym typeface="Times New Roman"/>
            </a:endParaRPr>
          </a:p>
        </p:txBody>
      </p:sp>
      <p:pic>
        <p:nvPicPr>
          <p:cNvPr id="533" name="Google Shape;533;g39a284b7f17_2_7"/>
          <p:cNvPicPr preferRelativeResize="0"/>
          <p:nvPr/>
        </p:nvPicPr>
        <p:blipFill rotWithShape="1">
          <a:blip r:embed="rId6">
            <a:alphaModFix/>
          </a:blip>
          <a:srcRect b="0" l="0" r="0" t="0"/>
          <a:stretch/>
        </p:blipFill>
        <p:spPr>
          <a:xfrm>
            <a:off x="10590875" y="6330524"/>
            <a:ext cx="1500023" cy="585000"/>
          </a:xfrm>
          <a:prstGeom prst="rect">
            <a:avLst/>
          </a:prstGeom>
          <a:noFill/>
          <a:ln>
            <a:noFill/>
          </a:ln>
        </p:spPr>
      </p:pic>
      <p:sp>
        <p:nvSpPr>
          <p:cNvPr id="534" name="Google Shape;534;g39a284b7f17_2_7"/>
          <p:cNvSpPr txBox="1"/>
          <p:nvPr/>
        </p:nvSpPr>
        <p:spPr>
          <a:xfrm>
            <a:off x="-1" y="6234672"/>
            <a:ext cx="5981100" cy="6465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chemeClr val="dk1"/>
              </a:buClr>
              <a:buSzPts val="1800"/>
              <a:buFont typeface="Arial"/>
              <a:buNone/>
            </a:pPr>
            <a:r>
              <a:rPr b="0" i="0" lang="en-US" sz="1800" u="none" cap="none" strike="noStrike">
                <a:solidFill>
                  <a:schemeClr val="lt1"/>
                </a:solidFill>
                <a:latin typeface="Times New Roman"/>
                <a:ea typeface="Times New Roman"/>
                <a:cs typeface="Times New Roman"/>
                <a:sym typeface="Times New Roman"/>
              </a:rPr>
              <a:t>Nanoelectronics - Seminar Presentation</a:t>
            </a:r>
            <a:br>
              <a:rPr b="0" i="0" lang="en-US" sz="1800" u="none" cap="none" strike="noStrike">
                <a:solidFill>
                  <a:schemeClr val="lt1"/>
                </a:solidFill>
                <a:latin typeface="Times New Roman"/>
                <a:ea typeface="Times New Roman"/>
                <a:cs typeface="Times New Roman"/>
                <a:sym typeface="Times New Roman"/>
              </a:rPr>
            </a:br>
            <a:r>
              <a:rPr b="0" i="0" lang="en-US" sz="1800" u="none" cap="none" strike="noStrike">
                <a:solidFill>
                  <a:schemeClr val="lt1"/>
                </a:solidFill>
                <a:latin typeface="Times New Roman"/>
                <a:ea typeface="Times New Roman"/>
                <a:cs typeface="Times New Roman"/>
                <a:sym typeface="Times New Roman"/>
              </a:rPr>
              <a:t>Ronit Dutta</a:t>
            </a:r>
            <a:endParaRPr b="0" i="0" sz="1800" u="none" cap="none" strike="noStrike">
              <a:solidFill>
                <a:schemeClr val="lt1"/>
              </a:solidFill>
              <a:latin typeface="Times New Roman"/>
              <a:ea typeface="Times New Roman"/>
              <a:cs typeface="Times New Roman"/>
              <a:sym typeface="Times New Roman"/>
            </a:endParaRPr>
          </a:p>
        </p:txBody>
      </p:sp>
      <p:pic>
        <p:nvPicPr>
          <p:cNvPr id="535" name="Google Shape;535;g39a284b7f17_2_7"/>
          <p:cNvPicPr preferRelativeResize="0"/>
          <p:nvPr/>
        </p:nvPicPr>
        <p:blipFill rotWithShape="1">
          <a:blip r:embed="rId6">
            <a:alphaModFix/>
          </a:blip>
          <a:srcRect b="0" l="0" r="0" t="0"/>
          <a:stretch/>
        </p:blipFill>
        <p:spPr>
          <a:xfrm>
            <a:off x="10590875" y="6330524"/>
            <a:ext cx="1500023" cy="585000"/>
          </a:xfrm>
          <a:prstGeom prst="rect">
            <a:avLst/>
          </a:prstGeom>
          <a:noFill/>
          <a:ln>
            <a:noFill/>
          </a:ln>
        </p:spPr>
      </p:pic>
      <p:pic>
        <p:nvPicPr>
          <p:cNvPr id="536" name="Google Shape;536;g39a284b7f17_2_7"/>
          <p:cNvPicPr preferRelativeResize="0"/>
          <p:nvPr/>
        </p:nvPicPr>
        <p:blipFill rotWithShape="1">
          <a:blip r:embed="rId10">
            <a:alphaModFix/>
          </a:blip>
          <a:srcRect b="0" l="0" r="0" t="0"/>
          <a:stretch/>
        </p:blipFill>
        <p:spPr>
          <a:xfrm>
            <a:off x="0" y="6234674"/>
            <a:ext cx="12192000" cy="1165875"/>
          </a:xfrm>
          <a:prstGeom prst="rect">
            <a:avLst/>
          </a:prstGeom>
          <a:noFill/>
          <a:ln>
            <a:noFill/>
          </a:ln>
        </p:spPr>
      </p:pic>
      <p:sp>
        <p:nvSpPr>
          <p:cNvPr id="537" name="Google Shape;537;g39a284b7f17_2_7"/>
          <p:cNvSpPr txBox="1"/>
          <p:nvPr/>
        </p:nvSpPr>
        <p:spPr>
          <a:xfrm>
            <a:off x="-1" y="6310697"/>
            <a:ext cx="5981100" cy="6465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chemeClr val="dk1"/>
              </a:buClr>
              <a:buSzPts val="1800"/>
              <a:buFont typeface="Arial"/>
              <a:buNone/>
            </a:pPr>
            <a:r>
              <a:rPr lang="en-US" sz="1800">
                <a:solidFill>
                  <a:schemeClr val="lt1"/>
                </a:solidFill>
                <a:latin typeface="Times New Roman"/>
                <a:ea typeface="Times New Roman"/>
                <a:cs typeface="Times New Roman"/>
                <a:sym typeface="Times New Roman"/>
              </a:rPr>
              <a:t>Applied Mathematics for Engineering [MIDTERM PROJECT]</a:t>
            </a:r>
            <a:br>
              <a:rPr b="0" i="0" lang="en-US" sz="1800" u="none" cap="none" strike="noStrike">
                <a:solidFill>
                  <a:schemeClr val="lt1"/>
                </a:solidFill>
                <a:latin typeface="Times New Roman"/>
                <a:ea typeface="Times New Roman"/>
                <a:cs typeface="Times New Roman"/>
                <a:sym typeface="Times New Roman"/>
              </a:rPr>
            </a:br>
            <a:r>
              <a:rPr b="0" i="0" lang="en-US" sz="1800" u="none" cap="none" strike="noStrike">
                <a:solidFill>
                  <a:schemeClr val="lt1"/>
                </a:solidFill>
                <a:latin typeface="Times New Roman"/>
                <a:ea typeface="Times New Roman"/>
                <a:cs typeface="Times New Roman"/>
                <a:sym typeface="Times New Roman"/>
              </a:rPr>
              <a:t>Ronit Dutta</a:t>
            </a:r>
            <a:endParaRPr b="0" i="0" sz="1800" u="none" cap="none" strike="noStrike">
              <a:solidFill>
                <a:schemeClr val="lt1"/>
              </a:solidFill>
              <a:latin typeface="Times New Roman"/>
              <a:ea typeface="Times New Roman"/>
              <a:cs typeface="Times New Roman"/>
              <a:sym typeface="Times New Roman"/>
            </a:endParaRPr>
          </a:p>
        </p:txBody>
      </p:sp>
      <p:pic>
        <p:nvPicPr>
          <p:cNvPr id="538" name="Google Shape;538;g39a284b7f17_2_7"/>
          <p:cNvPicPr preferRelativeResize="0"/>
          <p:nvPr/>
        </p:nvPicPr>
        <p:blipFill rotWithShape="1">
          <a:blip r:embed="rId6">
            <a:alphaModFix/>
          </a:blip>
          <a:srcRect b="0" l="0" r="0" t="0"/>
          <a:stretch/>
        </p:blipFill>
        <p:spPr>
          <a:xfrm>
            <a:off x="10579375" y="6341449"/>
            <a:ext cx="1500023" cy="585000"/>
          </a:xfrm>
          <a:prstGeom prst="rect">
            <a:avLst/>
          </a:prstGeom>
          <a:noFill/>
          <a:ln>
            <a:noFill/>
          </a:ln>
        </p:spPr>
      </p:pic>
      <p:pic>
        <p:nvPicPr>
          <p:cNvPr id="539" name="Google Shape;539;g39a284b7f17_2_7"/>
          <p:cNvPicPr preferRelativeResize="0"/>
          <p:nvPr/>
        </p:nvPicPr>
        <p:blipFill rotWithShape="1">
          <a:blip r:embed="rId11">
            <a:alphaModFix/>
          </a:blip>
          <a:srcRect b="30925" l="0" r="0" t="0"/>
          <a:stretch/>
        </p:blipFill>
        <p:spPr>
          <a:xfrm>
            <a:off x="126550" y="812746"/>
            <a:ext cx="7541149" cy="2229351"/>
          </a:xfrm>
          <a:prstGeom prst="rect">
            <a:avLst/>
          </a:prstGeom>
          <a:noFill/>
          <a:ln cap="flat" cmpd="sng" w="17900">
            <a:solidFill>
              <a:schemeClr val="dk1"/>
            </a:solidFill>
            <a:prstDash val="solid"/>
            <a:round/>
            <a:headEnd len="sm" w="sm" type="none"/>
            <a:tailEnd len="sm" w="sm" type="none"/>
          </a:ln>
        </p:spPr>
      </p:pic>
      <p:pic>
        <p:nvPicPr>
          <p:cNvPr id="540" name="Google Shape;540;g39a284b7f17_2_7"/>
          <p:cNvPicPr preferRelativeResize="0"/>
          <p:nvPr/>
        </p:nvPicPr>
        <p:blipFill rotWithShape="1">
          <a:blip r:embed="rId12">
            <a:alphaModFix/>
          </a:blip>
          <a:srcRect b="0" l="0" r="0" t="0"/>
          <a:stretch/>
        </p:blipFill>
        <p:spPr>
          <a:xfrm>
            <a:off x="10498762" y="84775"/>
            <a:ext cx="1428051" cy="1785101"/>
          </a:xfrm>
          <a:prstGeom prst="rect">
            <a:avLst/>
          </a:prstGeom>
          <a:noFill/>
          <a:ln cap="flat" cmpd="sng" w="19050">
            <a:solidFill>
              <a:schemeClr val="dk2"/>
            </a:solidFill>
            <a:prstDash val="solid"/>
            <a:round/>
            <a:headEnd len="sm" w="sm" type="none"/>
            <a:tailEnd len="sm" w="sm" type="none"/>
          </a:ln>
        </p:spPr>
      </p:pic>
      <p:pic>
        <p:nvPicPr>
          <p:cNvPr id="541" name="Google Shape;541;g39a284b7f17_2_7"/>
          <p:cNvPicPr preferRelativeResize="0"/>
          <p:nvPr/>
        </p:nvPicPr>
        <p:blipFill>
          <a:blip r:embed="rId13">
            <a:alphaModFix/>
          </a:blip>
          <a:stretch>
            <a:fillRect/>
          </a:stretch>
        </p:blipFill>
        <p:spPr>
          <a:xfrm>
            <a:off x="126550" y="4168050"/>
            <a:ext cx="7541149" cy="1914799"/>
          </a:xfrm>
          <a:prstGeom prst="rect">
            <a:avLst/>
          </a:prstGeom>
          <a:noFill/>
          <a:ln cap="flat" cmpd="sng" w="17900">
            <a:solidFill>
              <a:schemeClr val="dk1"/>
            </a:solidFill>
            <a:prstDash val="solid"/>
            <a:round/>
            <a:headEnd len="sm" w="sm" type="none"/>
            <a:tailEnd len="sm" w="sm" type="none"/>
          </a:ln>
        </p:spPr>
      </p:pic>
      <p:pic>
        <p:nvPicPr>
          <p:cNvPr id="542" name="Google Shape;542;g39a284b7f17_2_7"/>
          <p:cNvPicPr preferRelativeResize="0"/>
          <p:nvPr/>
        </p:nvPicPr>
        <p:blipFill>
          <a:blip r:embed="rId14">
            <a:alphaModFix/>
          </a:blip>
          <a:stretch>
            <a:fillRect/>
          </a:stretch>
        </p:blipFill>
        <p:spPr>
          <a:xfrm>
            <a:off x="7825011" y="2198725"/>
            <a:ext cx="4254377" cy="3470051"/>
          </a:xfrm>
          <a:prstGeom prst="rect">
            <a:avLst/>
          </a:prstGeom>
          <a:noFill/>
          <a:ln cap="flat" cmpd="sng" w="19050">
            <a:solidFill>
              <a:schemeClr val="dk1"/>
            </a:solidFill>
            <a:prstDash val="solid"/>
            <a:round/>
            <a:headEnd len="sm" w="sm" type="none"/>
            <a:tailEnd len="sm" w="sm" type="none"/>
          </a:ln>
        </p:spPr>
      </p:pic>
      <p:pic>
        <p:nvPicPr>
          <p:cNvPr id="543" name="Google Shape;543;g39a284b7f17_2_7"/>
          <p:cNvPicPr preferRelativeResize="0"/>
          <p:nvPr/>
        </p:nvPicPr>
        <p:blipFill rotWithShape="1">
          <a:blip r:embed="rId11">
            <a:alphaModFix/>
          </a:blip>
          <a:srcRect b="0" l="0" r="0" t="74890"/>
          <a:stretch/>
        </p:blipFill>
        <p:spPr>
          <a:xfrm>
            <a:off x="126550" y="3199863"/>
            <a:ext cx="7541149" cy="810425"/>
          </a:xfrm>
          <a:prstGeom prst="rect">
            <a:avLst/>
          </a:prstGeom>
          <a:noFill/>
          <a:ln cap="flat" cmpd="sng" w="17900">
            <a:solidFill>
              <a:schemeClr val="dk1"/>
            </a:solidFill>
            <a:prstDash val="solid"/>
            <a:round/>
            <a:headEnd len="sm" w="sm" type="none"/>
            <a:tailEnd len="sm" w="sm" type="none"/>
          </a:ln>
        </p:spPr>
      </p:pic>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47" name="Shape 547"/>
        <p:cNvGrpSpPr/>
        <p:nvPr/>
      </p:nvGrpSpPr>
      <p:grpSpPr>
        <a:xfrm>
          <a:off x="0" y="0"/>
          <a:ext cx="0" cy="0"/>
          <a:chOff x="0" y="0"/>
          <a:chExt cx="0" cy="0"/>
        </a:xfrm>
      </p:grpSpPr>
      <p:pic>
        <p:nvPicPr>
          <p:cNvPr id="548" name="Google Shape;548;g3da1138a163_0_262"/>
          <p:cNvPicPr preferRelativeResize="0"/>
          <p:nvPr/>
        </p:nvPicPr>
        <p:blipFill rotWithShape="1">
          <a:blip r:embed="rId3">
            <a:alphaModFix/>
          </a:blip>
          <a:srcRect b="0" l="0" r="0" t="0"/>
          <a:stretch/>
        </p:blipFill>
        <p:spPr>
          <a:xfrm>
            <a:off x="-4" y="6211289"/>
            <a:ext cx="12192003" cy="1285104"/>
          </a:xfrm>
          <a:prstGeom prst="rect">
            <a:avLst/>
          </a:prstGeom>
          <a:noFill/>
          <a:ln>
            <a:noFill/>
          </a:ln>
        </p:spPr>
      </p:pic>
      <p:pic>
        <p:nvPicPr>
          <p:cNvPr id="549" name="Google Shape;549;g3da1138a163_0_262"/>
          <p:cNvPicPr preferRelativeResize="0"/>
          <p:nvPr/>
        </p:nvPicPr>
        <p:blipFill rotWithShape="1">
          <a:blip r:embed="rId4">
            <a:alphaModFix/>
          </a:blip>
          <a:srcRect b="0" l="0" r="0" t="0"/>
          <a:stretch/>
        </p:blipFill>
        <p:spPr>
          <a:xfrm>
            <a:off x="10590934" y="6330522"/>
            <a:ext cx="1499906" cy="585000"/>
          </a:xfrm>
          <a:prstGeom prst="rect">
            <a:avLst/>
          </a:prstGeom>
          <a:noFill/>
          <a:ln>
            <a:noFill/>
          </a:ln>
        </p:spPr>
      </p:pic>
      <p:sp>
        <p:nvSpPr>
          <p:cNvPr id="550" name="Google Shape;550;g3da1138a163_0_262"/>
          <p:cNvSpPr txBox="1"/>
          <p:nvPr/>
        </p:nvSpPr>
        <p:spPr>
          <a:xfrm>
            <a:off x="-1" y="6288587"/>
            <a:ext cx="5981100" cy="3693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chemeClr val="dk1"/>
              </a:buClr>
              <a:buSzPts val="1800"/>
              <a:buFont typeface="Arial"/>
              <a:buNone/>
            </a:pPr>
            <a:r>
              <a:rPr b="0" i="0" lang="en-US" sz="1800" u="none" cap="none" strike="noStrike">
                <a:solidFill>
                  <a:schemeClr val="lt1"/>
                </a:solidFill>
                <a:latin typeface="Times New Roman"/>
                <a:ea typeface="Times New Roman"/>
                <a:cs typeface="Times New Roman"/>
                <a:sym typeface="Times New Roman"/>
              </a:rPr>
              <a:t>Term Paper Presentation | Ronit Dutta</a:t>
            </a:r>
            <a:endParaRPr b="0" i="0" sz="1800" u="none" cap="none" strike="noStrike">
              <a:solidFill>
                <a:schemeClr val="lt1"/>
              </a:solidFill>
              <a:latin typeface="Times New Roman"/>
              <a:ea typeface="Times New Roman"/>
              <a:cs typeface="Times New Roman"/>
              <a:sym typeface="Times New Roman"/>
            </a:endParaRPr>
          </a:p>
        </p:txBody>
      </p:sp>
      <p:sp>
        <p:nvSpPr>
          <p:cNvPr id="551" name="Google Shape;551;g3da1138a163_0_262"/>
          <p:cNvSpPr txBox="1"/>
          <p:nvPr/>
        </p:nvSpPr>
        <p:spPr>
          <a:xfrm>
            <a:off x="0" y="0"/>
            <a:ext cx="12192000" cy="5850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3200"/>
              <a:buFont typeface="Arial"/>
              <a:buNone/>
            </a:pPr>
            <a:r>
              <a:rPr lang="en-US" sz="3200">
                <a:solidFill>
                  <a:schemeClr val="dk1"/>
                </a:solidFill>
                <a:latin typeface="Times New Roman"/>
                <a:ea typeface="Times New Roman"/>
                <a:cs typeface="Times New Roman"/>
                <a:sym typeface="Times New Roman"/>
              </a:rPr>
              <a:t>Fourier conjugates and uncertainty principle</a:t>
            </a:r>
            <a:endParaRPr b="0" i="0" sz="3200" u="none" cap="none" strike="noStrike">
              <a:solidFill>
                <a:schemeClr val="dk1"/>
              </a:solidFill>
              <a:latin typeface="Times New Roman"/>
              <a:ea typeface="Times New Roman"/>
              <a:cs typeface="Times New Roman"/>
              <a:sym typeface="Times New Roman"/>
            </a:endParaRPr>
          </a:p>
        </p:txBody>
      </p:sp>
      <p:cxnSp>
        <p:nvCxnSpPr>
          <p:cNvPr id="552" name="Google Shape;552;g3da1138a163_0_262"/>
          <p:cNvCxnSpPr/>
          <p:nvPr/>
        </p:nvCxnSpPr>
        <p:spPr>
          <a:xfrm flipH="1" rot="10800000">
            <a:off x="6" y="654189"/>
            <a:ext cx="6318000" cy="30600"/>
          </a:xfrm>
          <a:prstGeom prst="straightConnector1">
            <a:avLst/>
          </a:prstGeom>
          <a:noFill/>
          <a:ln cap="flat" cmpd="sng" w="9525">
            <a:solidFill>
              <a:srgbClr val="0E4D3B"/>
            </a:solidFill>
            <a:prstDash val="solid"/>
            <a:miter lim="800000"/>
            <a:headEnd len="sm" w="sm" type="none"/>
            <a:tailEnd len="sm" w="sm" type="none"/>
          </a:ln>
        </p:spPr>
      </p:cxnSp>
      <p:pic>
        <p:nvPicPr>
          <p:cNvPr id="553" name="Google Shape;553;g3da1138a163_0_262"/>
          <p:cNvPicPr preferRelativeResize="0"/>
          <p:nvPr/>
        </p:nvPicPr>
        <p:blipFill rotWithShape="1">
          <a:blip r:embed="rId5">
            <a:alphaModFix/>
          </a:blip>
          <a:srcRect b="0" l="0" r="0" t="0"/>
          <a:stretch/>
        </p:blipFill>
        <p:spPr>
          <a:xfrm>
            <a:off x="-4" y="6211289"/>
            <a:ext cx="12192003" cy="1285104"/>
          </a:xfrm>
          <a:prstGeom prst="rect">
            <a:avLst/>
          </a:prstGeom>
          <a:noFill/>
          <a:ln>
            <a:noFill/>
          </a:ln>
        </p:spPr>
      </p:pic>
      <p:pic>
        <p:nvPicPr>
          <p:cNvPr id="554" name="Google Shape;554;g3da1138a163_0_262"/>
          <p:cNvPicPr preferRelativeResize="0"/>
          <p:nvPr/>
        </p:nvPicPr>
        <p:blipFill rotWithShape="1">
          <a:blip r:embed="rId4">
            <a:alphaModFix/>
          </a:blip>
          <a:srcRect b="0" l="0" r="0" t="0"/>
          <a:stretch/>
        </p:blipFill>
        <p:spPr>
          <a:xfrm>
            <a:off x="10590934" y="6330522"/>
            <a:ext cx="1499906" cy="585000"/>
          </a:xfrm>
          <a:prstGeom prst="rect">
            <a:avLst/>
          </a:prstGeom>
          <a:noFill/>
          <a:ln>
            <a:noFill/>
          </a:ln>
        </p:spPr>
      </p:pic>
      <p:sp>
        <p:nvSpPr>
          <p:cNvPr id="555" name="Google Shape;555;g3da1138a163_0_262"/>
          <p:cNvSpPr txBox="1"/>
          <p:nvPr/>
        </p:nvSpPr>
        <p:spPr>
          <a:xfrm>
            <a:off x="-1" y="6288587"/>
            <a:ext cx="5981100" cy="3693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chemeClr val="dk1"/>
              </a:buClr>
              <a:buSzPts val="1800"/>
              <a:buFont typeface="Arial"/>
              <a:buNone/>
            </a:pPr>
            <a:r>
              <a:rPr b="0" i="0" lang="en-US" sz="1800" u="none" cap="none" strike="noStrike">
                <a:solidFill>
                  <a:schemeClr val="lt1"/>
                </a:solidFill>
                <a:latin typeface="Times New Roman"/>
                <a:ea typeface="Times New Roman"/>
                <a:cs typeface="Times New Roman"/>
                <a:sym typeface="Times New Roman"/>
              </a:rPr>
              <a:t>Term Paper Presentation | Ronit Dutta</a:t>
            </a:r>
            <a:endParaRPr b="0" i="0" sz="1800" u="none" cap="none" strike="noStrike">
              <a:solidFill>
                <a:schemeClr val="lt1"/>
              </a:solidFill>
              <a:latin typeface="Times New Roman"/>
              <a:ea typeface="Times New Roman"/>
              <a:cs typeface="Times New Roman"/>
              <a:sym typeface="Times New Roman"/>
            </a:endParaRPr>
          </a:p>
        </p:txBody>
      </p:sp>
      <p:pic>
        <p:nvPicPr>
          <p:cNvPr id="556" name="Google Shape;556;g3da1138a163_0_262"/>
          <p:cNvPicPr preferRelativeResize="0"/>
          <p:nvPr/>
        </p:nvPicPr>
        <p:blipFill rotWithShape="1">
          <a:blip r:embed="rId5">
            <a:alphaModFix/>
          </a:blip>
          <a:srcRect b="0" l="0" r="0" t="0"/>
          <a:stretch/>
        </p:blipFill>
        <p:spPr>
          <a:xfrm>
            <a:off x="-4" y="6211289"/>
            <a:ext cx="12192003" cy="1285104"/>
          </a:xfrm>
          <a:prstGeom prst="rect">
            <a:avLst/>
          </a:prstGeom>
          <a:noFill/>
          <a:ln>
            <a:noFill/>
          </a:ln>
        </p:spPr>
      </p:pic>
      <p:pic>
        <p:nvPicPr>
          <p:cNvPr id="557" name="Google Shape;557;g3da1138a163_0_262"/>
          <p:cNvPicPr preferRelativeResize="0"/>
          <p:nvPr/>
        </p:nvPicPr>
        <p:blipFill rotWithShape="1">
          <a:blip r:embed="rId4">
            <a:alphaModFix/>
          </a:blip>
          <a:srcRect b="0" l="0" r="0" t="0"/>
          <a:stretch/>
        </p:blipFill>
        <p:spPr>
          <a:xfrm>
            <a:off x="10590934" y="6330522"/>
            <a:ext cx="1499906" cy="585000"/>
          </a:xfrm>
          <a:prstGeom prst="rect">
            <a:avLst/>
          </a:prstGeom>
          <a:noFill/>
          <a:ln>
            <a:noFill/>
          </a:ln>
        </p:spPr>
      </p:pic>
      <p:sp>
        <p:nvSpPr>
          <p:cNvPr id="558" name="Google Shape;558;g3da1138a163_0_262"/>
          <p:cNvSpPr txBox="1"/>
          <p:nvPr/>
        </p:nvSpPr>
        <p:spPr>
          <a:xfrm>
            <a:off x="-1" y="6288587"/>
            <a:ext cx="5981100" cy="6465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chemeClr val="dk1"/>
              </a:buClr>
              <a:buSzPts val="1800"/>
              <a:buFont typeface="Arial"/>
              <a:buNone/>
            </a:pPr>
            <a:r>
              <a:rPr b="0" i="0" lang="en-US" sz="1800" u="none" cap="none" strike="noStrike">
                <a:solidFill>
                  <a:schemeClr val="lt1"/>
                </a:solidFill>
                <a:latin typeface="Times New Roman"/>
                <a:ea typeface="Times New Roman"/>
                <a:cs typeface="Times New Roman"/>
                <a:sym typeface="Times New Roman"/>
              </a:rPr>
              <a:t>Machine Learning Professional</a:t>
            </a:r>
            <a:br>
              <a:rPr b="0" i="0" lang="en-US" sz="1800" u="none" cap="none" strike="noStrike">
                <a:solidFill>
                  <a:schemeClr val="lt1"/>
                </a:solidFill>
                <a:latin typeface="Times New Roman"/>
                <a:ea typeface="Times New Roman"/>
                <a:cs typeface="Times New Roman"/>
                <a:sym typeface="Times New Roman"/>
              </a:rPr>
            </a:br>
            <a:r>
              <a:rPr b="0" i="0" lang="en-US" sz="1800" u="none" cap="none" strike="noStrike">
                <a:solidFill>
                  <a:schemeClr val="lt1"/>
                </a:solidFill>
                <a:latin typeface="Times New Roman"/>
                <a:ea typeface="Times New Roman"/>
                <a:cs typeface="Times New Roman"/>
                <a:sym typeface="Times New Roman"/>
              </a:rPr>
              <a:t>Project Presentation</a:t>
            </a:r>
            <a:endParaRPr b="0" i="0" sz="1800" u="none" cap="none" strike="noStrike">
              <a:solidFill>
                <a:schemeClr val="lt1"/>
              </a:solidFill>
              <a:latin typeface="Times New Roman"/>
              <a:ea typeface="Times New Roman"/>
              <a:cs typeface="Times New Roman"/>
              <a:sym typeface="Times New Roman"/>
            </a:endParaRPr>
          </a:p>
        </p:txBody>
      </p:sp>
      <p:pic>
        <p:nvPicPr>
          <p:cNvPr id="559" name="Google Shape;559;g3da1138a163_0_262"/>
          <p:cNvPicPr preferRelativeResize="0"/>
          <p:nvPr/>
        </p:nvPicPr>
        <p:blipFill rotWithShape="1">
          <a:blip r:embed="rId6">
            <a:alphaModFix/>
          </a:blip>
          <a:srcRect b="0" l="0" r="0" t="0"/>
          <a:stretch/>
        </p:blipFill>
        <p:spPr>
          <a:xfrm>
            <a:off x="10590875" y="6330524"/>
            <a:ext cx="1500023" cy="585000"/>
          </a:xfrm>
          <a:prstGeom prst="rect">
            <a:avLst/>
          </a:prstGeom>
          <a:noFill/>
          <a:ln>
            <a:noFill/>
          </a:ln>
        </p:spPr>
      </p:pic>
      <p:pic>
        <p:nvPicPr>
          <p:cNvPr id="560" name="Google Shape;560;g3da1138a163_0_262"/>
          <p:cNvPicPr preferRelativeResize="0"/>
          <p:nvPr/>
        </p:nvPicPr>
        <p:blipFill rotWithShape="1">
          <a:blip r:embed="rId7">
            <a:alphaModFix/>
          </a:blip>
          <a:srcRect b="0" l="0" r="0" t="0"/>
          <a:stretch/>
        </p:blipFill>
        <p:spPr>
          <a:xfrm>
            <a:off x="-4" y="6211289"/>
            <a:ext cx="12192003" cy="1285104"/>
          </a:xfrm>
          <a:prstGeom prst="rect">
            <a:avLst/>
          </a:prstGeom>
          <a:noFill/>
          <a:ln>
            <a:noFill/>
          </a:ln>
        </p:spPr>
      </p:pic>
      <p:sp>
        <p:nvSpPr>
          <p:cNvPr id="561" name="Google Shape;561;g3da1138a163_0_262"/>
          <p:cNvSpPr txBox="1"/>
          <p:nvPr/>
        </p:nvSpPr>
        <p:spPr>
          <a:xfrm>
            <a:off x="-1" y="6288587"/>
            <a:ext cx="5981100" cy="6465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chemeClr val="dk1"/>
              </a:buClr>
              <a:buSzPts val="1800"/>
              <a:buFont typeface="Arial"/>
              <a:buNone/>
            </a:pPr>
            <a:r>
              <a:rPr b="0" i="0" lang="en-US" sz="1800" u="none" cap="none" strike="noStrike">
                <a:solidFill>
                  <a:schemeClr val="lt1"/>
                </a:solidFill>
                <a:latin typeface="Times New Roman"/>
                <a:ea typeface="Times New Roman"/>
                <a:cs typeface="Times New Roman"/>
                <a:sym typeface="Times New Roman"/>
              </a:rPr>
              <a:t>Machine Learning Professional</a:t>
            </a:r>
            <a:br>
              <a:rPr b="0" i="0" lang="en-US" sz="1800" u="none" cap="none" strike="noStrike">
                <a:solidFill>
                  <a:schemeClr val="lt1"/>
                </a:solidFill>
                <a:latin typeface="Times New Roman"/>
                <a:ea typeface="Times New Roman"/>
                <a:cs typeface="Times New Roman"/>
                <a:sym typeface="Times New Roman"/>
              </a:rPr>
            </a:br>
            <a:r>
              <a:rPr b="0" i="0" lang="en-US" sz="1800" u="none" cap="none" strike="noStrike">
                <a:solidFill>
                  <a:schemeClr val="lt1"/>
                </a:solidFill>
                <a:latin typeface="Times New Roman"/>
                <a:ea typeface="Times New Roman"/>
                <a:cs typeface="Times New Roman"/>
                <a:sym typeface="Times New Roman"/>
              </a:rPr>
              <a:t>Project Presentation</a:t>
            </a:r>
            <a:endParaRPr b="0" i="0" sz="1800" u="none" cap="none" strike="noStrike">
              <a:solidFill>
                <a:schemeClr val="lt1"/>
              </a:solidFill>
              <a:latin typeface="Times New Roman"/>
              <a:ea typeface="Times New Roman"/>
              <a:cs typeface="Times New Roman"/>
              <a:sym typeface="Times New Roman"/>
            </a:endParaRPr>
          </a:p>
        </p:txBody>
      </p:sp>
      <p:pic>
        <p:nvPicPr>
          <p:cNvPr id="562" name="Google Shape;562;g3da1138a163_0_262"/>
          <p:cNvPicPr preferRelativeResize="0"/>
          <p:nvPr/>
        </p:nvPicPr>
        <p:blipFill rotWithShape="1">
          <a:blip r:embed="rId6">
            <a:alphaModFix/>
          </a:blip>
          <a:srcRect b="0" l="0" r="0" t="0"/>
          <a:stretch/>
        </p:blipFill>
        <p:spPr>
          <a:xfrm>
            <a:off x="10590875" y="6330524"/>
            <a:ext cx="1500023" cy="585000"/>
          </a:xfrm>
          <a:prstGeom prst="rect">
            <a:avLst/>
          </a:prstGeom>
          <a:noFill/>
          <a:ln>
            <a:noFill/>
          </a:ln>
        </p:spPr>
      </p:pic>
      <p:pic>
        <p:nvPicPr>
          <p:cNvPr id="563" name="Google Shape;563;g3da1138a163_0_262"/>
          <p:cNvPicPr preferRelativeResize="0"/>
          <p:nvPr/>
        </p:nvPicPr>
        <p:blipFill rotWithShape="1">
          <a:blip r:embed="rId7">
            <a:alphaModFix/>
          </a:blip>
          <a:srcRect b="0" l="0" r="0" t="0"/>
          <a:stretch/>
        </p:blipFill>
        <p:spPr>
          <a:xfrm>
            <a:off x="-4" y="6211289"/>
            <a:ext cx="12192003" cy="1285104"/>
          </a:xfrm>
          <a:prstGeom prst="rect">
            <a:avLst/>
          </a:prstGeom>
          <a:noFill/>
          <a:ln>
            <a:noFill/>
          </a:ln>
        </p:spPr>
      </p:pic>
      <p:sp>
        <p:nvSpPr>
          <p:cNvPr id="564" name="Google Shape;564;g3da1138a163_0_262"/>
          <p:cNvSpPr txBox="1"/>
          <p:nvPr/>
        </p:nvSpPr>
        <p:spPr>
          <a:xfrm>
            <a:off x="-1" y="6234672"/>
            <a:ext cx="5981100" cy="6465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chemeClr val="dk1"/>
              </a:buClr>
              <a:buSzPts val="1800"/>
              <a:buFont typeface="Arial"/>
              <a:buNone/>
            </a:pPr>
            <a:r>
              <a:rPr b="0" i="0" lang="en-US" sz="1800" u="none" cap="none" strike="noStrike">
                <a:solidFill>
                  <a:schemeClr val="lt1"/>
                </a:solidFill>
                <a:latin typeface="Times New Roman"/>
                <a:ea typeface="Times New Roman"/>
                <a:cs typeface="Times New Roman"/>
                <a:sym typeface="Times New Roman"/>
              </a:rPr>
              <a:t>Machine Learning Professional</a:t>
            </a:r>
            <a:br>
              <a:rPr b="0" i="0" lang="en-US" sz="1800" u="none" cap="none" strike="noStrike">
                <a:solidFill>
                  <a:schemeClr val="lt1"/>
                </a:solidFill>
                <a:latin typeface="Times New Roman"/>
                <a:ea typeface="Times New Roman"/>
                <a:cs typeface="Times New Roman"/>
                <a:sym typeface="Times New Roman"/>
              </a:rPr>
            </a:br>
            <a:r>
              <a:rPr b="0" i="0" lang="en-US" sz="1800" u="none" cap="none" strike="noStrike">
                <a:solidFill>
                  <a:schemeClr val="lt1"/>
                </a:solidFill>
                <a:latin typeface="Times New Roman"/>
                <a:ea typeface="Times New Roman"/>
                <a:cs typeface="Times New Roman"/>
                <a:sym typeface="Times New Roman"/>
              </a:rPr>
              <a:t>Project Presentation</a:t>
            </a:r>
            <a:endParaRPr b="0" i="0" sz="1800" u="none" cap="none" strike="noStrike">
              <a:solidFill>
                <a:schemeClr val="lt1"/>
              </a:solidFill>
              <a:latin typeface="Times New Roman"/>
              <a:ea typeface="Times New Roman"/>
              <a:cs typeface="Times New Roman"/>
              <a:sym typeface="Times New Roman"/>
            </a:endParaRPr>
          </a:p>
        </p:txBody>
      </p:sp>
      <p:pic>
        <p:nvPicPr>
          <p:cNvPr id="565" name="Google Shape;565;g3da1138a163_0_262"/>
          <p:cNvPicPr preferRelativeResize="0"/>
          <p:nvPr/>
        </p:nvPicPr>
        <p:blipFill rotWithShape="1">
          <a:blip r:embed="rId6">
            <a:alphaModFix/>
          </a:blip>
          <a:srcRect b="0" l="0" r="0" t="0"/>
          <a:stretch/>
        </p:blipFill>
        <p:spPr>
          <a:xfrm>
            <a:off x="10590875" y="6330524"/>
            <a:ext cx="1500023" cy="585000"/>
          </a:xfrm>
          <a:prstGeom prst="rect">
            <a:avLst/>
          </a:prstGeom>
          <a:noFill/>
          <a:ln>
            <a:noFill/>
          </a:ln>
        </p:spPr>
      </p:pic>
      <p:pic>
        <p:nvPicPr>
          <p:cNvPr id="566" name="Google Shape;566;g3da1138a163_0_262"/>
          <p:cNvPicPr preferRelativeResize="0"/>
          <p:nvPr/>
        </p:nvPicPr>
        <p:blipFill rotWithShape="1">
          <a:blip r:embed="rId8">
            <a:alphaModFix/>
          </a:blip>
          <a:srcRect b="0" l="0" r="0" t="0"/>
          <a:stretch/>
        </p:blipFill>
        <p:spPr>
          <a:xfrm>
            <a:off x="-4" y="6211289"/>
            <a:ext cx="12192003" cy="1285104"/>
          </a:xfrm>
          <a:prstGeom prst="rect">
            <a:avLst/>
          </a:prstGeom>
          <a:noFill/>
          <a:ln>
            <a:noFill/>
          </a:ln>
        </p:spPr>
      </p:pic>
      <p:sp>
        <p:nvSpPr>
          <p:cNvPr id="567" name="Google Shape;567;g3da1138a163_0_262"/>
          <p:cNvSpPr txBox="1"/>
          <p:nvPr/>
        </p:nvSpPr>
        <p:spPr>
          <a:xfrm>
            <a:off x="-1" y="6234672"/>
            <a:ext cx="5981100" cy="6465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chemeClr val="dk1"/>
              </a:buClr>
              <a:buSzPts val="1800"/>
              <a:buFont typeface="Arial"/>
              <a:buNone/>
            </a:pPr>
            <a:r>
              <a:rPr b="0" i="0" lang="en-US" sz="1800" u="none" cap="none" strike="noStrike">
                <a:solidFill>
                  <a:schemeClr val="lt1"/>
                </a:solidFill>
                <a:latin typeface="Times New Roman"/>
                <a:ea typeface="Times New Roman"/>
                <a:cs typeface="Times New Roman"/>
                <a:sym typeface="Times New Roman"/>
              </a:rPr>
              <a:t>Nanoelectronics - Seminar Presentation</a:t>
            </a:r>
            <a:br>
              <a:rPr b="0" i="0" lang="en-US" sz="1800" u="none" cap="none" strike="noStrike">
                <a:solidFill>
                  <a:schemeClr val="lt1"/>
                </a:solidFill>
                <a:latin typeface="Times New Roman"/>
                <a:ea typeface="Times New Roman"/>
                <a:cs typeface="Times New Roman"/>
                <a:sym typeface="Times New Roman"/>
              </a:rPr>
            </a:br>
            <a:r>
              <a:rPr b="0" i="0" lang="en-US" sz="1800" u="none" cap="none" strike="noStrike">
                <a:solidFill>
                  <a:schemeClr val="lt1"/>
                </a:solidFill>
                <a:latin typeface="Times New Roman"/>
                <a:ea typeface="Times New Roman"/>
                <a:cs typeface="Times New Roman"/>
                <a:sym typeface="Times New Roman"/>
              </a:rPr>
              <a:t>Ronit Dutta</a:t>
            </a:r>
            <a:endParaRPr b="0" i="0" sz="1800" u="none" cap="none" strike="noStrike">
              <a:solidFill>
                <a:schemeClr val="lt1"/>
              </a:solidFill>
              <a:latin typeface="Times New Roman"/>
              <a:ea typeface="Times New Roman"/>
              <a:cs typeface="Times New Roman"/>
              <a:sym typeface="Times New Roman"/>
            </a:endParaRPr>
          </a:p>
        </p:txBody>
      </p:sp>
      <p:pic>
        <p:nvPicPr>
          <p:cNvPr id="568" name="Google Shape;568;g3da1138a163_0_262"/>
          <p:cNvPicPr preferRelativeResize="0"/>
          <p:nvPr/>
        </p:nvPicPr>
        <p:blipFill rotWithShape="1">
          <a:blip r:embed="rId6">
            <a:alphaModFix/>
          </a:blip>
          <a:srcRect b="0" l="0" r="0" t="0"/>
          <a:stretch/>
        </p:blipFill>
        <p:spPr>
          <a:xfrm>
            <a:off x="10590875" y="6330524"/>
            <a:ext cx="1500023" cy="585000"/>
          </a:xfrm>
          <a:prstGeom prst="rect">
            <a:avLst/>
          </a:prstGeom>
          <a:noFill/>
          <a:ln>
            <a:noFill/>
          </a:ln>
        </p:spPr>
      </p:pic>
      <p:pic>
        <p:nvPicPr>
          <p:cNvPr id="569" name="Google Shape;569;g3da1138a163_0_262"/>
          <p:cNvPicPr preferRelativeResize="0"/>
          <p:nvPr/>
        </p:nvPicPr>
        <p:blipFill rotWithShape="1">
          <a:blip r:embed="rId9">
            <a:alphaModFix/>
          </a:blip>
          <a:srcRect b="0" l="0" r="0" t="0"/>
          <a:stretch/>
        </p:blipFill>
        <p:spPr>
          <a:xfrm>
            <a:off x="0" y="6330524"/>
            <a:ext cx="12192000" cy="1165875"/>
          </a:xfrm>
          <a:prstGeom prst="rect">
            <a:avLst/>
          </a:prstGeom>
          <a:noFill/>
          <a:ln>
            <a:noFill/>
          </a:ln>
        </p:spPr>
      </p:pic>
      <p:sp>
        <p:nvSpPr>
          <p:cNvPr id="570" name="Google Shape;570;g3da1138a163_0_262"/>
          <p:cNvSpPr txBox="1"/>
          <p:nvPr/>
        </p:nvSpPr>
        <p:spPr>
          <a:xfrm>
            <a:off x="-1" y="6445547"/>
            <a:ext cx="5981100" cy="6465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chemeClr val="dk1"/>
              </a:buClr>
              <a:buSzPts val="1800"/>
              <a:buFont typeface="Arial"/>
              <a:buNone/>
            </a:pPr>
            <a:r>
              <a:rPr lang="en-US" sz="1800">
                <a:solidFill>
                  <a:schemeClr val="lt1"/>
                </a:solidFill>
                <a:latin typeface="Times New Roman"/>
                <a:ea typeface="Times New Roman"/>
                <a:cs typeface="Times New Roman"/>
                <a:sym typeface="Times New Roman"/>
              </a:rPr>
              <a:t>Applied Mathematics for Engineering [MIDTERM PROJECT]</a:t>
            </a:r>
            <a:br>
              <a:rPr b="0" i="0" lang="en-US" sz="1800" u="none" cap="none" strike="noStrike">
                <a:solidFill>
                  <a:schemeClr val="lt1"/>
                </a:solidFill>
                <a:latin typeface="Times New Roman"/>
                <a:ea typeface="Times New Roman"/>
                <a:cs typeface="Times New Roman"/>
                <a:sym typeface="Times New Roman"/>
              </a:rPr>
            </a:br>
            <a:r>
              <a:rPr b="0" i="0" lang="en-US" sz="1800" u="none" cap="none" strike="noStrike">
                <a:solidFill>
                  <a:schemeClr val="lt1"/>
                </a:solidFill>
                <a:latin typeface="Times New Roman"/>
                <a:ea typeface="Times New Roman"/>
                <a:cs typeface="Times New Roman"/>
                <a:sym typeface="Times New Roman"/>
              </a:rPr>
              <a:t>Ronit Dutta</a:t>
            </a:r>
            <a:endParaRPr b="0" i="0" sz="1800" u="none" cap="none" strike="noStrike">
              <a:solidFill>
                <a:schemeClr val="lt1"/>
              </a:solidFill>
              <a:latin typeface="Times New Roman"/>
              <a:ea typeface="Times New Roman"/>
              <a:cs typeface="Times New Roman"/>
              <a:sym typeface="Times New Roman"/>
            </a:endParaRPr>
          </a:p>
        </p:txBody>
      </p:sp>
      <p:pic>
        <p:nvPicPr>
          <p:cNvPr id="571" name="Google Shape;571;g3da1138a163_0_262"/>
          <p:cNvPicPr preferRelativeResize="0"/>
          <p:nvPr/>
        </p:nvPicPr>
        <p:blipFill rotWithShape="1">
          <a:blip r:embed="rId6">
            <a:alphaModFix/>
          </a:blip>
          <a:srcRect b="0" l="0" r="0" t="0"/>
          <a:stretch/>
        </p:blipFill>
        <p:spPr>
          <a:xfrm>
            <a:off x="10579375" y="6476299"/>
            <a:ext cx="1500023" cy="585000"/>
          </a:xfrm>
          <a:prstGeom prst="rect">
            <a:avLst/>
          </a:prstGeom>
          <a:noFill/>
          <a:ln>
            <a:noFill/>
          </a:ln>
        </p:spPr>
      </p:pic>
      <p:pic>
        <p:nvPicPr>
          <p:cNvPr id="572" name="Google Shape;572;g3da1138a163_0_262"/>
          <p:cNvPicPr preferRelativeResize="0"/>
          <p:nvPr/>
        </p:nvPicPr>
        <p:blipFill rotWithShape="1">
          <a:blip r:embed="rId4">
            <a:alphaModFix/>
          </a:blip>
          <a:srcRect b="0" l="0" r="0" t="0"/>
          <a:stretch/>
        </p:blipFill>
        <p:spPr>
          <a:xfrm>
            <a:off x="10590934" y="6330522"/>
            <a:ext cx="1499906" cy="585000"/>
          </a:xfrm>
          <a:prstGeom prst="rect">
            <a:avLst/>
          </a:prstGeom>
          <a:noFill/>
          <a:ln>
            <a:noFill/>
          </a:ln>
        </p:spPr>
      </p:pic>
      <p:sp>
        <p:nvSpPr>
          <p:cNvPr id="573" name="Google Shape;573;g3da1138a163_0_262"/>
          <p:cNvSpPr txBox="1"/>
          <p:nvPr/>
        </p:nvSpPr>
        <p:spPr>
          <a:xfrm>
            <a:off x="-1" y="6288587"/>
            <a:ext cx="5981100" cy="3693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chemeClr val="dk1"/>
              </a:buClr>
              <a:buSzPts val="1800"/>
              <a:buFont typeface="Arial"/>
              <a:buNone/>
            </a:pPr>
            <a:r>
              <a:rPr b="0" i="0" lang="en-US" sz="1800" u="none" cap="none" strike="noStrike">
                <a:solidFill>
                  <a:schemeClr val="lt1"/>
                </a:solidFill>
                <a:latin typeface="Times New Roman"/>
                <a:ea typeface="Times New Roman"/>
                <a:cs typeface="Times New Roman"/>
                <a:sym typeface="Times New Roman"/>
              </a:rPr>
              <a:t>Term Paper Presentation | Ronit Dutta</a:t>
            </a:r>
            <a:endParaRPr b="0" i="0" sz="1800" u="none" cap="none" strike="noStrike">
              <a:solidFill>
                <a:schemeClr val="lt1"/>
              </a:solidFill>
              <a:latin typeface="Times New Roman"/>
              <a:ea typeface="Times New Roman"/>
              <a:cs typeface="Times New Roman"/>
              <a:sym typeface="Times New Roman"/>
            </a:endParaRPr>
          </a:p>
        </p:txBody>
      </p:sp>
      <p:pic>
        <p:nvPicPr>
          <p:cNvPr id="574" name="Google Shape;574;g3da1138a163_0_262"/>
          <p:cNvPicPr preferRelativeResize="0"/>
          <p:nvPr/>
        </p:nvPicPr>
        <p:blipFill rotWithShape="1">
          <a:blip r:embed="rId4">
            <a:alphaModFix/>
          </a:blip>
          <a:srcRect b="0" l="0" r="0" t="0"/>
          <a:stretch/>
        </p:blipFill>
        <p:spPr>
          <a:xfrm>
            <a:off x="10590934" y="6330522"/>
            <a:ext cx="1499906" cy="585000"/>
          </a:xfrm>
          <a:prstGeom prst="rect">
            <a:avLst/>
          </a:prstGeom>
          <a:noFill/>
          <a:ln>
            <a:noFill/>
          </a:ln>
        </p:spPr>
      </p:pic>
      <p:sp>
        <p:nvSpPr>
          <p:cNvPr id="575" name="Google Shape;575;g3da1138a163_0_262"/>
          <p:cNvSpPr txBox="1"/>
          <p:nvPr/>
        </p:nvSpPr>
        <p:spPr>
          <a:xfrm>
            <a:off x="-1" y="6288587"/>
            <a:ext cx="5981100" cy="3693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chemeClr val="dk1"/>
              </a:buClr>
              <a:buSzPts val="1800"/>
              <a:buFont typeface="Arial"/>
              <a:buNone/>
            </a:pPr>
            <a:r>
              <a:rPr b="0" i="0" lang="en-US" sz="1800" u="none" cap="none" strike="noStrike">
                <a:solidFill>
                  <a:schemeClr val="lt1"/>
                </a:solidFill>
                <a:latin typeface="Times New Roman"/>
                <a:ea typeface="Times New Roman"/>
                <a:cs typeface="Times New Roman"/>
                <a:sym typeface="Times New Roman"/>
              </a:rPr>
              <a:t>Term Paper Presentation | Ronit Dutta</a:t>
            </a:r>
            <a:endParaRPr b="0" i="0" sz="1800" u="none" cap="none" strike="noStrike">
              <a:solidFill>
                <a:schemeClr val="lt1"/>
              </a:solidFill>
              <a:latin typeface="Times New Roman"/>
              <a:ea typeface="Times New Roman"/>
              <a:cs typeface="Times New Roman"/>
              <a:sym typeface="Times New Roman"/>
            </a:endParaRPr>
          </a:p>
        </p:txBody>
      </p:sp>
      <p:pic>
        <p:nvPicPr>
          <p:cNvPr id="576" name="Google Shape;576;g3da1138a163_0_262"/>
          <p:cNvPicPr preferRelativeResize="0"/>
          <p:nvPr/>
        </p:nvPicPr>
        <p:blipFill rotWithShape="1">
          <a:blip r:embed="rId4">
            <a:alphaModFix/>
          </a:blip>
          <a:srcRect b="0" l="0" r="0" t="0"/>
          <a:stretch/>
        </p:blipFill>
        <p:spPr>
          <a:xfrm>
            <a:off x="10590934" y="6330522"/>
            <a:ext cx="1499906" cy="585000"/>
          </a:xfrm>
          <a:prstGeom prst="rect">
            <a:avLst/>
          </a:prstGeom>
          <a:noFill/>
          <a:ln>
            <a:noFill/>
          </a:ln>
        </p:spPr>
      </p:pic>
      <p:sp>
        <p:nvSpPr>
          <p:cNvPr id="577" name="Google Shape;577;g3da1138a163_0_262"/>
          <p:cNvSpPr txBox="1"/>
          <p:nvPr/>
        </p:nvSpPr>
        <p:spPr>
          <a:xfrm>
            <a:off x="-1" y="6288587"/>
            <a:ext cx="5981100" cy="6465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chemeClr val="dk1"/>
              </a:buClr>
              <a:buSzPts val="1800"/>
              <a:buFont typeface="Arial"/>
              <a:buNone/>
            </a:pPr>
            <a:r>
              <a:rPr b="0" i="0" lang="en-US" sz="1800" u="none" cap="none" strike="noStrike">
                <a:solidFill>
                  <a:schemeClr val="lt1"/>
                </a:solidFill>
                <a:latin typeface="Times New Roman"/>
                <a:ea typeface="Times New Roman"/>
                <a:cs typeface="Times New Roman"/>
                <a:sym typeface="Times New Roman"/>
              </a:rPr>
              <a:t>Machine Learning Professional</a:t>
            </a:r>
            <a:br>
              <a:rPr b="0" i="0" lang="en-US" sz="1800" u="none" cap="none" strike="noStrike">
                <a:solidFill>
                  <a:schemeClr val="lt1"/>
                </a:solidFill>
                <a:latin typeface="Times New Roman"/>
                <a:ea typeface="Times New Roman"/>
                <a:cs typeface="Times New Roman"/>
                <a:sym typeface="Times New Roman"/>
              </a:rPr>
            </a:br>
            <a:r>
              <a:rPr b="0" i="0" lang="en-US" sz="1800" u="none" cap="none" strike="noStrike">
                <a:solidFill>
                  <a:schemeClr val="lt1"/>
                </a:solidFill>
                <a:latin typeface="Times New Roman"/>
                <a:ea typeface="Times New Roman"/>
                <a:cs typeface="Times New Roman"/>
                <a:sym typeface="Times New Roman"/>
              </a:rPr>
              <a:t>Project Presentation</a:t>
            </a:r>
            <a:endParaRPr b="0" i="0" sz="1800" u="none" cap="none" strike="noStrike">
              <a:solidFill>
                <a:schemeClr val="lt1"/>
              </a:solidFill>
              <a:latin typeface="Times New Roman"/>
              <a:ea typeface="Times New Roman"/>
              <a:cs typeface="Times New Roman"/>
              <a:sym typeface="Times New Roman"/>
            </a:endParaRPr>
          </a:p>
        </p:txBody>
      </p:sp>
      <p:pic>
        <p:nvPicPr>
          <p:cNvPr id="578" name="Google Shape;578;g3da1138a163_0_262"/>
          <p:cNvPicPr preferRelativeResize="0"/>
          <p:nvPr/>
        </p:nvPicPr>
        <p:blipFill rotWithShape="1">
          <a:blip r:embed="rId6">
            <a:alphaModFix/>
          </a:blip>
          <a:srcRect b="0" l="0" r="0" t="0"/>
          <a:stretch/>
        </p:blipFill>
        <p:spPr>
          <a:xfrm>
            <a:off x="10590875" y="6341462"/>
            <a:ext cx="1500023" cy="585000"/>
          </a:xfrm>
          <a:prstGeom prst="rect">
            <a:avLst/>
          </a:prstGeom>
          <a:noFill/>
          <a:ln>
            <a:noFill/>
          </a:ln>
        </p:spPr>
      </p:pic>
      <p:sp>
        <p:nvSpPr>
          <p:cNvPr id="579" name="Google Shape;579;g3da1138a163_0_262"/>
          <p:cNvSpPr txBox="1"/>
          <p:nvPr/>
        </p:nvSpPr>
        <p:spPr>
          <a:xfrm>
            <a:off x="-1" y="6288587"/>
            <a:ext cx="5981100" cy="6465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chemeClr val="dk1"/>
              </a:buClr>
              <a:buSzPts val="1800"/>
              <a:buFont typeface="Arial"/>
              <a:buNone/>
            </a:pPr>
            <a:r>
              <a:rPr b="0" i="0" lang="en-US" sz="1800" u="none" cap="none" strike="noStrike">
                <a:solidFill>
                  <a:schemeClr val="lt1"/>
                </a:solidFill>
                <a:latin typeface="Times New Roman"/>
                <a:ea typeface="Times New Roman"/>
                <a:cs typeface="Times New Roman"/>
                <a:sym typeface="Times New Roman"/>
              </a:rPr>
              <a:t>Machine Learning Professional</a:t>
            </a:r>
            <a:br>
              <a:rPr b="0" i="0" lang="en-US" sz="1800" u="none" cap="none" strike="noStrike">
                <a:solidFill>
                  <a:schemeClr val="lt1"/>
                </a:solidFill>
                <a:latin typeface="Times New Roman"/>
                <a:ea typeface="Times New Roman"/>
                <a:cs typeface="Times New Roman"/>
                <a:sym typeface="Times New Roman"/>
              </a:rPr>
            </a:br>
            <a:r>
              <a:rPr b="0" i="0" lang="en-US" sz="1800" u="none" cap="none" strike="noStrike">
                <a:solidFill>
                  <a:schemeClr val="lt1"/>
                </a:solidFill>
                <a:latin typeface="Times New Roman"/>
                <a:ea typeface="Times New Roman"/>
                <a:cs typeface="Times New Roman"/>
                <a:sym typeface="Times New Roman"/>
              </a:rPr>
              <a:t>Project Presentation</a:t>
            </a:r>
            <a:endParaRPr b="0" i="0" sz="1800" u="none" cap="none" strike="noStrike">
              <a:solidFill>
                <a:schemeClr val="lt1"/>
              </a:solidFill>
              <a:latin typeface="Times New Roman"/>
              <a:ea typeface="Times New Roman"/>
              <a:cs typeface="Times New Roman"/>
              <a:sym typeface="Times New Roman"/>
            </a:endParaRPr>
          </a:p>
        </p:txBody>
      </p:sp>
      <p:pic>
        <p:nvPicPr>
          <p:cNvPr id="580" name="Google Shape;580;g3da1138a163_0_262"/>
          <p:cNvPicPr preferRelativeResize="0"/>
          <p:nvPr/>
        </p:nvPicPr>
        <p:blipFill rotWithShape="1">
          <a:blip r:embed="rId6">
            <a:alphaModFix/>
          </a:blip>
          <a:srcRect b="0" l="0" r="0" t="0"/>
          <a:stretch/>
        </p:blipFill>
        <p:spPr>
          <a:xfrm>
            <a:off x="10590875" y="6330524"/>
            <a:ext cx="1500023" cy="585000"/>
          </a:xfrm>
          <a:prstGeom prst="rect">
            <a:avLst/>
          </a:prstGeom>
          <a:noFill/>
          <a:ln>
            <a:noFill/>
          </a:ln>
        </p:spPr>
      </p:pic>
      <p:sp>
        <p:nvSpPr>
          <p:cNvPr id="581" name="Google Shape;581;g3da1138a163_0_262"/>
          <p:cNvSpPr txBox="1"/>
          <p:nvPr/>
        </p:nvSpPr>
        <p:spPr>
          <a:xfrm>
            <a:off x="-1" y="6234672"/>
            <a:ext cx="5981100" cy="6465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chemeClr val="dk1"/>
              </a:buClr>
              <a:buSzPts val="1800"/>
              <a:buFont typeface="Arial"/>
              <a:buNone/>
            </a:pPr>
            <a:r>
              <a:rPr b="0" i="0" lang="en-US" sz="1800" u="none" cap="none" strike="noStrike">
                <a:solidFill>
                  <a:schemeClr val="lt1"/>
                </a:solidFill>
                <a:latin typeface="Times New Roman"/>
                <a:ea typeface="Times New Roman"/>
                <a:cs typeface="Times New Roman"/>
                <a:sym typeface="Times New Roman"/>
              </a:rPr>
              <a:t>Machine Learning Professional</a:t>
            </a:r>
            <a:br>
              <a:rPr b="0" i="0" lang="en-US" sz="1800" u="none" cap="none" strike="noStrike">
                <a:solidFill>
                  <a:schemeClr val="lt1"/>
                </a:solidFill>
                <a:latin typeface="Times New Roman"/>
                <a:ea typeface="Times New Roman"/>
                <a:cs typeface="Times New Roman"/>
                <a:sym typeface="Times New Roman"/>
              </a:rPr>
            </a:br>
            <a:r>
              <a:rPr b="0" i="0" lang="en-US" sz="1800" u="none" cap="none" strike="noStrike">
                <a:solidFill>
                  <a:schemeClr val="lt1"/>
                </a:solidFill>
                <a:latin typeface="Times New Roman"/>
                <a:ea typeface="Times New Roman"/>
                <a:cs typeface="Times New Roman"/>
                <a:sym typeface="Times New Roman"/>
              </a:rPr>
              <a:t>Project Presentation</a:t>
            </a:r>
            <a:endParaRPr b="0" i="0" sz="1800" u="none" cap="none" strike="noStrike">
              <a:solidFill>
                <a:schemeClr val="lt1"/>
              </a:solidFill>
              <a:latin typeface="Times New Roman"/>
              <a:ea typeface="Times New Roman"/>
              <a:cs typeface="Times New Roman"/>
              <a:sym typeface="Times New Roman"/>
            </a:endParaRPr>
          </a:p>
        </p:txBody>
      </p:sp>
      <p:pic>
        <p:nvPicPr>
          <p:cNvPr id="582" name="Google Shape;582;g3da1138a163_0_262"/>
          <p:cNvPicPr preferRelativeResize="0"/>
          <p:nvPr/>
        </p:nvPicPr>
        <p:blipFill rotWithShape="1">
          <a:blip r:embed="rId6">
            <a:alphaModFix/>
          </a:blip>
          <a:srcRect b="0" l="0" r="0" t="0"/>
          <a:stretch/>
        </p:blipFill>
        <p:spPr>
          <a:xfrm>
            <a:off x="10590875" y="6330524"/>
            <a:ext cx="1500023" cy="585000"/>
          </a:xfrm>
          <a:prstGeom prst="rect">
            <a:avLst/>
          </a:prstGeom>
          <a:noFill/>
          <a:ln>
            <a:noFill/>
          </a:ln>
        </p:spPr>
      </p:pic>
      <p:sp>
        <p:nvSpPr>
          <p:cNvPr id="583" name="Google Shape;583;g3da1138a163_0_262"/>
          <p:cNvSpPr txBox="1"/>
          <p:nvPr/>
        </p:nvSpPr>
        <p:spPr>
          <a:xfrm>
            <a:off x="-1" y="6234672"/>
            <a:ext cx="5981100" cy="6465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chemeClr val="dk1"/>
              </a:buClr>
              <a:buSzPts val="1800"/>
              <a:buFont typeface="Arial"/>
              <a:buNone/>
            </a:pPr>
            <a:r>
              <a:rPr b="0" i="0" lang="en-US" sz="1800" u="none" cap="none" strike="noStrike">
                <a:solidFill>
                  <a:schemeClr val="lt1"/>
                </a:solidFill>
                <a:latin typeface="Times New Roman"/>
                <a:ea typeface="Times New Roman"/>
                <a:cs typeface="Times New Roman"/>
                <a:sym typeface="Times New Roman"/>
              </a:rPr>
              <a:t>Machine Learning Professional</a:t>
            </a:r>
            <a:br>
              <a:rPr b="0" i="0" lang="en-US" sz="1800" u="none" cap="none" strike="noStrike">
                <a:solidFill>
                  <a:schemeClr val="lt1"/>
                </a:solidFill>
                <a:latin typeface="Times New Roman"/>
                <a:ea typeface="Times New Roman"/>
                <a:cs typeface="Times New Roman"/>
                <a:sym typeface="Times New Roman"/>
              </a:rPr>
            </a:br>
            <a:r>
              <a:rPr b="0" i="0" lang="en-US" sz="1800" u="none" cap="none" strike="noStrike">
                <a:solidFill>
                  <a:schemeClr val="lt1"/>
                </a:solidFill>
                <a:latin typeface="Times New Roman"/>
                <a:ea typeface="Times New Roman"/>
                <a:cs typeface="Times New Roman"/>
                <a:sym typeface="Times New Roman"/>
              </a:rPr>
              <a:t>Project Presentation</a:t>
            </a:r>
            <a:endParaRPr b="0" i="0" sz="1800" u="none" cap="none" strike="noStrike">
              <a:solidFill>
                <a:schemeClr val="lt1"/>
              </a:solidFill>
              <a:latin typeface="Times New Roman"/>
              <a:ea typeface="Times New Roman"/>
              <a:cs typeface="Times New Roman"/>
              <a:sym typeface="Times New Roman"/>
            </a:endParaRPr>
          </a:p>
        </p:txBody>
      </p:sp>
      <p:pic>
        <p:nvPicPr>
          <p:cNvPr id="584" name="Google Shape;584;g3da1138a163_0_262"/>
          <p:cNvPicPr preferRelativeResize="0"/>
          <p:nvPr/>
        </p:nvPicPr>
        <p:blipFill rotWithShape="1">
          <a:blip r:embed="rId6">
            <a:alphaModFix/>
          </a:blip>
          <a:srcRect b="0" l="0" r="0" t="0"/>
          <a:stretch/>
        </p:blipFill>
        <p:spPr>
          <a:xfrm>
            <a:off x="10590875" y="6330524"/>
            <a:ext cx="1500023" cy="585000"/>
          </a:xfrm>
          <a:prstGeom prst="rect">
            <a:avLst/>
          </a:prstGeom>
          <a:noFill/>
          <a:ln>
            <a:noFill/>
          </a:ln>
        </p:spPr>
      </p:pic>
      <p:sp>
        <p:nvSpPr>
          <p:cNvPr id="585" name="Google Shape;585;g3da1138a163_0_262"/>
          <p:cNvSpPr txBox="1"/>
          <p:nvPr/>
        </p:nvSpPr>
        <p:spPr>
          <a:xfrm>
            <a:off x="-1" y="6234672"/>
            <a:ext cx="5981100" cy="6465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chemeClr val="dk1"/>
              </a:buClr>
              <a:buSzPts val="1800"/>
              <a:buFont typeface="Arial"/>
              <a:buNone/>
            </a:pPr>
            <a:r>
              <a:rPr b="0" i="0" lang="en-US" sz="1800" u="none" cap="none" strike="noStrike">
                <a:solidFill>
                  <a:schemeClr val="lt1"/>
                </a:solidFill>
                <a:latin typeface="Times New Roman"/>
                <a:ea typeface="Times New Roman"/>
                <a:cs typeface="Times New Roman"/>
                <a:sym typeface="Times New Roman"/>
              </a:rPr>
              <a:t>Nanoelectronics - Seminar Presentation</a:t>
            </a:r>
            <a:br>
              <a:rPr b="0" i="0" lang="en-US" sz="1800" u="none" cap="none" strike="noStrike">
                <a:solidFill>
                  <a:schemeClr val="lt1"/>
                </a:solidFill>
                <a:latin typeface="Times New Roman"/>
                <a:ea typeface="Times New Roman"/>
                <a:cs typeface="Times New Roman"/>
                <a:sym typeface="Times New Roman"/>
              </a:rPr>
            </a:br>
            <a:r>
              <a:rPr b="0" i="0" lang="en-US" sz="1800" u="none" cap="none" strike="noStrike">
                <a:solidFill>
                  <a:schemeClr val="lt1"/>
                </a:solidFill>
                <a:latin typeface="Times New Roman"/>
                <a:ea typeface="Times New Roman"/>
                <a:cs typeface="Times New Roman"/>
                <a:sym typeface="Times New Roman"/>
              </a:rPr>
              <a:t>Ronit Dutta</a:t>
            </a:r>
            <a:endParaRPr b="0" i="0" sz="1800" u="none" cap="none" strike="noStrike">
              <a:solidFill>
                <a:schemeClr val="lt1"/>
              </a:solidFill>
              <a:latin typeface="Times New Roman"/>
              <a:ea typeface="Times New Roman"/>
              <a:cs typeface="Times New Roman"/>
              <a:sym typeface="Times New Roman"/>
            </a:endParaRPr>
          </a:p>
        </p:txBody>
      </p:sp>
      <p:pic>
        <p:nvPicPr>
          <p:cNvPr id="586" name="Google Shape;586;g3da1138a163_0_262"/>
          <p:cNvPicPr preferRelativeResize="0"/>
          <p:nvPr/>
        </p:nvPicPr>
        <p:blipFill rotWithShape="1">
          <a:blip r:embed="rId6">
            <a:alphaModFix/>
          </a:blip>
          <a:srcRect b="0" l="0" r="0" t="0"/>
          <a:stretch/>
        </p:blipFill>
        <p:spPr>
          <a:xfrm>
            <a:off x="10590875" y="6330524"/>
            <a:ext cx="1500023" cy="585000"/>
          </a:xfrm>
          <a:prstGeom prst="rect">
            <a:avLst/>
          </a:prstGeom>
          <a:noFill/>
          <a:ln>
            <a:noFill/>
          </a:ln>
        </p:spPr>
      </p:pic>
      <p:pic>
        <p:nvPicPr>
          <p:cNvPr id="587" name="Google Shape;587;g3da1138a163_0_262"/>
          <p:cNvPicPr preferRelativeResize="0"/>
          <p:nvPr/>
        </p:nvPicPr>
        <p:blipFill rotWithShape="1">
          <a:blip r:embed="rId4">
            <a:alphaModFix/>
          </a:blip>
          <a:srcRect b="0" l="0" r="0" t="0"/>
          <a:stretch/>
        </p:blipFill>
        <p:spPr>
          <a:xfrm>
            <a:off x="10590934" y="6330522"/>
            <a:ext cx="1499906" cy="585000"/>
          </a:xfrm>
          <a:prstGeom prst="rect">
            <a:avLst/>
          </a:prstGeom>
          <a:noFill/>
          <a:ln>
            <a:noFill/>
          </a:ln>
        </p:spPr>
      </p:pic>
      <p:sp>
        <p:nvSpPr>
          <p:cNvPr id="588" name="Google Shape;588;g3da1138a163_0_262"/>
          <p:cNvSpPr txBox="1"/>
          <p:nvPr/>
        </p:nvSpPr>
        <p:spPr>
          <a:xfrm>
            <a:off x="-1" y="6288587"/>
            <a:ext cx="5981100" cy="3693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chemeClr val="dk1"/>
              </a:buClr>
              <a:buSzPts val="1800"/>
              <a:buFont typeface="Arial"/>
              <a:buNone/>
            </a:pPr>
            <a:r>
              <a:rPr b="0" i="0" lang="en-US" sz="1800" u="none" cap="none" strike="noStrike">
                <a:solidFill>
                  <a:schemeClr val="lt1"/>
                </a:solidFill>
                <a:latin typeface="Times New Roman"/>
                <a:ea typeface="Times New Roman"/>
                <a:cs typeface="Times New Roman"/>
                <a:sym typeface="Times New Roman"/>
              </a:rPr>
              <a:t>Term Paper Presentation | Ronit Dutta</a:t>
            </a:r>
            <a:endParaRPr b="0" i="0" sz="1800" u="none" cap="none" strike="noStrike">
              <a:solidFill>
                <a:schemeClr val="lt1"/>
              </a:solidFill>
              <a:latin typeface="Times New Roman"/>
              <a:ea typeface="Times New Roman"/>
              <a:cs typeface="Times New Roman"/>
              <a:sym typeface="Times New Roman"/>
            </a:endParaRPr>
          </a:p>
        </p:txBody>
      </p:sp>
      <p:pic>
        <p:nvPicPr>
          <p:cNvPr id="589" name="Google Shape;589;g3da1138a163_0_262"/>
          <p:cNvPicPr preferRelativeResize="0"/>
          <p:nvPr/>
        </p:nvPicPr>
        <p:blipFill rotWithShape="1">
          <a:blip r:embed="rId4">
            <a:alphaModFix/>
          </a:blip>
          <a:srcRect b="0" l="0" r="0" t="0"/>
          <a:stretch/>
        </p:blipFill>
        <p:spPr>
          <a:xfrm>
            <a:off x="10590934" y="6330522"/>
            <a:ext cx="1499906" cy="585000"/>
          </a:xfrm>
          <a:prstGeom prst="rect">
            <a:avLst/>
          </a:prstGeom>
          <a:noFill/>
          <a:ln>
            <a:noFill/>
          </a:ln>
        </p:spPr>
      </p:pic>
      <p:sp>
        <p:nvSpPr>
          <p:cNvPr id="590" name="Google Shape;590;g3da1138a163_0_262"/>
          <p:cNvSpPr txBox="1"/>
          <p:nvPr/>
        </p:nvSpPr>
        <p:spPr>
          <a:xfrm>
            <a:off x="-1" y="6288587"/>
            <a:ext cx="5981100" cy="3693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chemeClr val="dk1"/>
              </a:buClr>
              <a:buSzPts val="1800"/>
              <a:buFont typeface="Arial"/>
              <a:buNone/>
            </a:pPr>
            <a:r>
              <a:rPr b="0" i="0" lang="en-US" sz="1800" u="none" cap="none" strike="noStrike">
                <a:solidFill>
                  <a:schemeClr val="lt1"/>
                </a:solidFill>
                <a:latin typeface="Times New Roman"/>
                <a:ea typeface="Times New Roman"/>
                <a:cs typeface="Times New Roman"/>
                <a:sym typeface="Times New Roman"/>
              </a:rPr>
              <a:t>Term Paper Presentation | Ronit Dutta</a:t>
            </a:r>
            <a:endParaRPr b="0" i="0" sz="1800" u="none" cap="none" strike="noStrike">
              <a:solidFill>
                <a:schemeClr val="lt1"/>
              </a:solidFill>
              <a:latin typeface="Times New Roman"/>
              <a:ea typeface="Times New Roman"/>
              <a:cs typeface="Times New Roman"/>
              <a:sym typeface="Times New Roman"/>
            </a:endParaRPr>
          </a:p>
        </p:txBody>
      </p:sp>
      <p:pic>
        <p:nvPicPr>
          <p:cNvPr id="591" name="Google Shape;591;g3da1138a163_0_262"/>
          <p:cNvPicPr preferRelativeResize="0"/>
          <p:nvPr/>
        </p:nvPicPr>
        <p:blipFill rotWithShape="1">
          <a:blip r:embed="rId4">
            <a:alphaModFix/>
          </a:blip>
          <a:srcRect b="0" l="0" r="0" t="0"/>
          <a:stretch/>
        </p:blipFill>
        <p:spPr>
          <a:xfrm>
            <a:off x="10590934" y="6330522"/>
            <a:ext cx="1499906" cy="585000"/>
          </a:xfrm>
          <a:prstGeom prst="rect">
            <a:avLst/>
          </a:prstGeom>
          <a:noFill/>
          <a:ln>
            <a:noFill/>
          </a:ln>
        </p:spPr>
      </p:pic>
      <p:sp>
        <p:nvSpPr>
          <p:cNvPr id="592" name="Google Shape;592;g3da1138a163_0_262"/>
          <p:cNvSpPr txBox="1"/>
          <p:nvPr/>
        </p:nvSpPr>
        <p:spPr>
          <a:xfrm>
            <a:off x="-1" y="6288587"/>
            <a:ext cx="5981100" cy="6465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chemeClr val="dk1"/>
              </a:buClr>
              <a:buSzPts val="1800"/>
              <a:buFont typeface="Arial"/>
              <a:buNone/>
            </a:pPr>
            <a:r>
              <a:rPr b="0" i="0" lang="en-US" sz="1800" u="none" cap="none" strike="noStrike">
                <a:solidFill>
                  <a:schemeClr val="lt1"/>
                </a:solidFill>
                <a:latin typeface="Times New Roman"/>
                <a:ea typeface="Times New Roman"/>
                <a:cs typeface="Times New Roman"/>
                <a:sym typeface="Times New Roman"/>
              </a:rPr>
              <a:t>Machine Learning Professional</a:t>
            </a:r>
            <a:br>
              <a:rPr b="0" i="0" lang="en-US" sz="1800" u="none" cap="none" strike="noStrike">
                <a:solidFill>
                  <a:schemeClr val="lt1"/>
                </a:solidFill>
                <a:latin typeface="Times New Roman"/>
                <a:ea typeface="Times New Roman"/>
                <a:cs typeface="Times New Roman"/>
                <a:sym typeface="Times New Roman"/>
              </a:rPr>
            </a:br>
            <a:r>
              <a:rPr b="0" i="0" lang="en-US" sz="1800" u="none" cap="none" strike="noStrike">
                <a:solidFill>
                  <a:schemeClr val="lt1"/>
                </a:solidFill>
                <a:latin typeface="Times New Roman"/>
                <a:ea typeface="Times New Roman"/>
                <a:cs typeface="Times New Roman"/>
                <a:sym typeface="Times New Roman"/>
              </a:rPr>
              <a:t>Project Presentation</a:t>
            </a:r>
            <a:endParaRPr b="0" i="0" sz="1800" u="none" cap="none" strike="noStrike">
              <a:solidFill>
                <a:schemeClr val="lt1"/>
              </a:solidFill>
              <a:latin typeface="Times New Roman"/>
              <a:ea typeface="Times New Roman"/>
              <a:cs typeface="Times New Roman"/>
              <a:sym typeface="Times New Roman"/>
            </a:endParaRPr>
          </a:p>
        </p:txBody>
      </p:sp>
      <p:pic>
        <p:nvPicPr>
          <p:cNvPr id="593" name="Google Shape;593;g3da1138a163_0_262"/>
          <p:cNvPicPr preferRelativeResize="0"/>
          <p:nvPr/>
        </p:nvPicPr>
        <p:blipFill rotWithShape="1">
          <a:blip r:embed="rId6">
            <a:alphaModFix/>
          </a:blip>
          <a:srcRect b="0" l="0" r="0" t="0"/>
          <a:stretch/>
        </p:blipFill>
        <p:spPr>
          <a:xfrm>
            <a:off x="10590875" y="6341462"/>
            <a:ext cx="1500023" cy="585000"/>
          </a:xfrm>
          <a:prstGeom prst="rect">
            <a:avLst/>
          </a:prstGeom>
          <a:noFill/>
          <a:ln>
            <a:noFill/>
          </a:ln>
        </p:spPr>
      </p:pic>
      <p:sp>
        <p:nvSpPr>
          <p:cNvPr id="594" name="Google Shape;594;g3da1138a163_0_262"/>
          <p:cNvSpPr txBox="1"/>
          <p:nvPr/>
        </p:nvSpPr>
        <p:spPr>
          <a:xfrm>
            <a:off x="-1" y="6288587"/>
            <a:ext cx="5981100" cy="6465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chemeClr val="dk1"/>
              </a:buClr>
              <a:buSzPts val="1800"/>
              <a:buFont typeface="Arial"/>
              <a:buNone/>
            </a:pPr>
            <a:r>
              <a:rPr b="0" i="0" lang="en-US" sz="1800" u="none" cap="none" strike="noStrike">
                <a:solidFill>
                  <a:schemeClr val="lt1"/>
                </a:solidFill>
                <a:latin typeface="Times New Roman"/>
                <a:ea typeface="Times New Roman"/>
                <a:cs typeface="Times New Roman"/>
                <a:sym typeface="Times New Roman"/>
              </a:rPr>
              <a:t>Machine Learning Professional</a:t>
            </a:r>
            <a:br>
              <a:rPr b="0" i="0" lang="en-US" sz="1800" u="none" cap="none" strike="noStrike">
                <a:solidFill>
                  <a:schemeClr val="lt1"/>
                </a:solidFill>
                <a:latin typeface="Times New Roman"/>
                <a:ea typeface="Times New Roman"/>
                <a:cs typeface="Times New Roman"/>
                <a:sym typeface="Times New Roman"/>
              </a:rPr>
            </a:br>
            <a:r>
              <a:rPr b="0" i="0" lang="en-US" sz="1800" u="none" cap="none" strike="noStrike">
                <a:solidFill>
                  <a:schemeClr val="lt1"/>
                </a:solidFill>
                <a:latin typeface="Times New Roman"/>
                <a:ea typeface="Times New Roman"/>
                <a:cs typeface="Times New Roman"/>
                <a:sym typeface="Times New Roman"/>
              </a:rPr>
              <a:t>Project Presentation</a:t>
            </a:r>
            <a:endParaRPr b="0" i="0" sz="1800" u="none" cap="none" strike="noStrike">
              <a:solidFill>
                <a:schemeClr val="lt1"/>
              </a:solidFill>
              <a:latin typeface="Times New Roman"/>
              <a:ea typeface="Times New Roman"/>
              <a:cs typeface="Times New Roman"/>
              <a:sym typeface="Times New Roman"/>
            </a:endParaRPr>
          </a:p>
        </p:txBody>
      </p:sp>
      <p:pic>
        <p:nvPicPr>
          <p:cNvPr id="595" name="Google Shape;595;g3da1138a163_0_262"/>
          <p:cNvPicPr preferRelativeResize="0"/>
          <p:nvPr/>
        </p:nvPicPr>
        <p:blipFill rotWithShape="1">
          <a:blip r:embed="rId6">
            <a:alphaModFix/>
          </a:blip>
          <a:srcRect b="0" l="0" r="0" t="0"/>
          <a:stretch/>
        </p:blipFill>
        <p:spPr>
          <a:xfrm>
            <a:off x="10590875" y="6330524"/>
            <a:ext cx="1500023" cy="585000"/>
          </a:xfrm>
          <a:prstGeom prst="rect">
            <a:avLst/>
          </a:prstGeom>
          <a:noFill/>
          <a:ln>
            <a:noFill/>
          </a:ln>
        </p:spPr>
      </p:pic>
      <p:sp>
        <p:nvSpPr>
          <p:cNvPr id="596" name="Google Shape;596;g3da1138a163_0_262"/>
          <p:cNvSpPr txBox="1"/>
          <p:nvPr/>
        </p:nvSpPr>
        <p:spPr>
          <a:xfrm>
            <a:off x="-1" y="6234672"/>
            <a:ext cx="5981100" cy="6465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chemeClr val="dk1"/>
              </a:buClr>
              <a:buSzPts val="1800"/>
              <a:buFont typeface="Arial"/>
              <a:buNone/>
            </a:pPr>
            <a:r>
              <a:rPr b="0" i="0" lang="en-US" sz="1800" u="none" cap="none" strike="noStrike">
                <a:solidFill>
                  <a:schemeClr val="lt1"/>
                </a:solidFill>
                <a:latin typeface="Times New Roman"/>
                <a:ea typeface="Times New Roman"/>
                <a:cs typeface="Times New Roman"/>
                <a:sym typeface="Times New Roman"/>
              </a:rPr>
              <a:t>Machine Learning Professional</a:t>
            </a:r>
            <a:br>
              <a:rPr b="0" i="0" lang="en-US" sz="1800" u="none" cap="none" strike="noStrike">
                <a:solidFill>
                  <a:schemeClr val="lt1"/>
                </a:solidFill>
                <a:latin typeface="Times New Roman"/>
                <a:ea typeface="Times New Roman"/>
                <a:cs typeface="Times New Roman"/>
                <a:sym typeface="Times New Roman"/>
              </a:rPr>
            </a:br>
            <a:r>
              <a:rPr b="0" i="0" lang="en-US" sz="1800" u="none" cap="none" strike="noStrike">
                <a:solidFill>
                  <a:schemeClr val="lt1"/>
                </a:solidFill>
                <a:latin typeface="Times New Roman"/>
                <a:ea typeface="Times New Roman"/>
                <a:cs typeface="Times New Roman"/>
                <a:sym typeface="Times New Roman"/>
              </a:rPr>
              <a:t>Project Presentation</a:t>
            </a:r>
            <a:endParaRPr b="0" i="0" sz="1800" u="none" cap="none" strike="noStrike">
              <a:solidFill>
                <a:schemeClr val="lt1"/>
              </a:solidFill>
              <a:latin typeface="Times New Roman"/>
              <a:ea typeface="Times New Roman"/>
              <a:cs typeface="Times New Roman"/>
              <a:sym typeface="Times New Roman"/>
            </a:endParaRPr>
          </a:p>
        </p:txBody>
      </p:sp>
      <p:pic>
        <p:nvPicPr>
          <p:cNvPr id="597" name="Google Shape;597;g3da1138a163_0_262"/>
          <p:cNvPicPr preferRelativeResize="0"/>
          <p:nvPr/>
        </p:nvPicPr>
        <p:blipFill rotWithShape="1">
          <a:blip r:embed="rId6">
            <a:alphaModFix/>
          </a:blip>
          <a:srcRect b="0" l="0" r="0" t="0"/>
          <a:stretch/>
        </p:blipFill>
        <p:spPr>
          <a:xfrm>
            <a:off x="10590875" y="6330524"/>
            <a:ext cx="1500023" cy="585000"/>
          </a:xfrm>
          <a:prstGeom prst="rect">
            <a:avLst/>
          </a:prstGeom>
          <a:noFill/>
          <a:ln>
            <a:noFill/>
          </a:ln>
        </p:spPr>
      </p:pic>
      <p:sp>
        <p:nvSpPr>
          <p:cNvPr id="598" name="Google Shape;598;g3da1138a163_0_262"/>
          <p:cNvSpPr txBox="1"/>
          <p:nvPr/>
        </p:nvSpPr>
        <p:spPr>
          <a:xfrm>
            <a:off x="-1" y="6234672"/>
            <a:ext cx="5981100" cy="6465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chemeClr val="dk1"/>
              </a:buClr>
              <a:buSzPts val="1800"/>
              <a:buFont typeface="Arial"/>
              <a:buNone/>
            </a:pPr>
            <a:r>
              <a:rPr b="0" i="0" lang="en-US" sz="1800" u="none" cap="none" strike="noStrike">
                <a:solidFill>
                  <a:schemeClr val="lt1"/>
                </a:solidFill>
                <a:latin typeface="Times New Roman"/>
                <a:ea typeface="Times New Roman"/>
                <a:cs typeface="Times New Roman"/>
                <a:sym typeface="Times New Roman"/>
              </a:rPr>
              <a:t>Machine Learning Professional</a:t>
            </a:r>
            <a:br>
              <a:rPr b="0" i="0" lang="en-US" sz="1800" u="none" cap="none" strike="noStrike">
                <a:solidFill>
                  <a:schemeClr val="lt1"/>
                </a:solidFill>
                <a:latin typeface="Times New Roman"/>
                <a:ea typeface="Times New Roman"/>
                <a:cs typeface="Times New Roman"/>
                <a:sym typeface="Times New Roman"/>
              </a:rPr>
            </a:br>
            <a:r>
              <a:rPr b="0" i="0" lang="en-US" sz="1800" u="none" cap="none" strike="noStrike">
                <a:solidFill>
                  <a:schemeClr val="lt1"/>
                </a:solidFill>
                <a:latin typeface="Times New Roman"/>
                <a:ea typeface="Times New Roman"/>
                <a:cs typeface="Times New Roman"/>
                <a:sym typeface="Times New Roman"/>
              </a:rPr>
              <a:t>Project Presentation</a:t>
            </a:r>
            <a:endParaRPr b="0" i="0" sz="1800" u="none" cap="none" strike="noStrike">
              <a:solidFill>
                <a:schemeClr val="lt1"/>
              </a:solidFill>
              <a:latin typeface="Times New Roman"/>
              <a:ea typeface="Times New Roman"/>
              <a:cs typeface="Times New Roman"/>
              <a:sym typeface="Times New Roman"/>
            </a:endParaRPr>
          </a:p>
        </p:txBody>
      </p:sp>
      <p:pic>
        <p:nvPicPr>
          <p:cNvPr id="599" name="Google Shape;599;g3da1138a163_0_262"/>
          <p:cNvPicPr preferRelativeResize="0"/>
          <p:nvPr/>
        </p:nvPicPr>
        <p:blipFill rotWithShape="1">
          <a:blip r:embed="rId6">
            <a:alphaModFix/>
          </a:blip>
          <a:srcRect b="0" l="0" r="0" t="0"/>
          <a:stretch/>
        </p:blipFill>
        <p:spPr>
          <a:xfrm>
            <a:off x="10590875" y="6330524"/>
            <a:ext cx="1500023" cy="585000"/>
          </a:xfrm>
          <a:prstGeom prst="rect">
            <a:avLst/>
          </a:prstGeom>
          <a:noFill/>
          <a:ln>
            <a:noFill/>
          </a:ln>
        </p:spPr>
      </p:pic>
      <p:sp>
        <p:nvSpPr>
          <p:cNvPr id="600" name="Google Shape;600;g3da1138a163_0_262"/>
          <p:cNvSpPr txBox="1"/>
          <p:nvPr/>
        </p:nvSpPr>
        <p:spPr>
          <a:xfrm>
            <a:off x="-1" y="6234672"/>
            <a:ext cx="5981100" cy="6465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chemeClr val="dk1"/>
              </a:buClr>
              <a:buSzPts val="1800"/>
              <a:buFont typeface="Arial"/>
              <a:buNone/>
            </a:pPr>
            <a:r>
              <a:rPr b="0" i="0" lang="en-US" sz="1800" u="none" cap="none" strike="noStrike">
                <a:solidFill>
                  <a:schemeClr val="lt1"/>
                </a:solidFill>
                <a:latin typeface="Times New Roman"/>
                <a:ea typeface="Times New Roman"/>
                <a:cs typeface="Times New Roman"/>
                <a:sym typeface="Times New Roman"/>
              </a:rPr>
              <a:t>Nanoelectronics - Seminar Presentation</a:t>
            </a:r>
            <a:br>
              <a:rPr b="0" i="0" lang="en-US" sz="1800" u="none" cap="none" strike="noStrike">
                <a:solidFill>
                  <a:schemeClr val="lt1"/>
                </a:solidFill>
                <a:latin typeface="Times New Roman"/>
                <a:ea typeface="Times New Roman"/>
                <a:cs typeface="Times New Roman"/>
                <a:sym typeface="Times New Roman"/>
              </a:rPr>
            </a:br>
            <a:r>
              <a:rPr b="0" i="0" lang="en-US" sz="1800" u="none" cap="none" strike="noStrike">
                <a:solidFill>
                  <a:schemeClr val="lt1"/>
                </a:solidFill>
                <a:latin typeface="Times New Roman"/>
                <a:ea typeface="Times New Roman"/>
                <a:cs typeface="Times New Roman"/>
                <a:sym typeface="Times New Roman"/>
              </a:rPr>
              <a:t>Ronit Dutta</a:t>
            </a:r>
            <a:endParaRPr b="0" i="0" sz="1800" u="none" cap="none" strike="noStrike">
              <a:solidFill>
                <a:schemeClr val="lt1"/>
              </a:solidFill>
              <a:latin typeface="Times New Roman"/>
              <a:ea typeface="Times New Roman"/>
              <a:cs typeface="Times New Roman"/>
              <a:sym typeface="Times New Roman"/>
            </a:endParaRPr>
          </a:p>
        </p:txBody>
      </p:sp>
      <p:pic>
        <p:nvPicPr>
          <p:cNvPr id="601" name="Google Shape;601;g3da1138a163_0_262"/>
          <p:cNvPicPr preferRelativeResize="0"/>
          <p:nvPr/>
        </p:nvPicPr>
        <p:blipFill rotWithShape="1">
          <a:blip r:embed="rId6">
            <a:alphaModFix/>
          </a:blip>
          <a:srcRect b="0" l="0" r="0" t="0"/>
          <a:stretch/>
        </p:blipFill>
        <p:spPr>
          <a:xfrm>
            <a:off x="10590875" y="6330524"/>
            <a:ext cx="1500023" cy="585000"/>
          </a:xfrm>
          <a:prstGeom prst="rect">
            <a:avLst/>
          </a:prstGeom>
          <a:noFill/>
          <a:ln>
            <a:noFill/>
          </a:ln>
        </p:spPr>
      </p:pic>
      <p:pic>
        <p:nvPicPr>
          <p:cNvPr id="602" name="Google Shape;602;g3da1138a163_0_262"/>
          <p:cNvPicPr preferRelativeResize="0"/>
          <p:nvPr/>
        </p:nvPicPr>
        <p:blipFill rotWithShape="1">
          <a:blip r:embed="rId9">
            <a:alphaModFix/>
          </a:blip>
          <a:srcRect b="0" l="0" r="0" t="0"/>
          <a:stretch/>
        </p:blipFill>
        <p:spPr>
          <a:xfrm>
            <a:off x="0" y="6234674"/>
            <a:ext cx="12192000" cy="1165875"/>
          </a:xfrm>
          <a:prstGeom prst="rect">
            <a:avLst/>
          </a:prstGeom>
          <a:noFill/>
          <a:ln>
            <a:noFill/>
          </a:ln>
        </p:spPr>
      </p:pic>
      <p:sp>
        <p:nvSpPr>
          <p:cNvPr id="603" name="Google Shape;603;g3da1138a163_0_262"/>
          <p:cNvSpPr txBox="1"/>
          <p:nvPr/>
        </p:nvSpPr>
        <p:spPr>
          <a:xfrm>
            <a:off x="-1" y="6310697"/>
            <a:ext cx="5981100" cy="6465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chemeClr val="dk1"/>
              </a:buClr>
              <a:buSzPts val="1800"/>
              <a:buFont typeface="Arial"/>
              <a:buNone/>
            </a:pPr>
            <a:r>
              <a:rPr lang="en-US" sz="1800">
                <a:solidFill>
                  <a:schemeClr val="lt1"/>
                </a:solidFill>
                <a:latin typeface="Times New Roman"/>
                <a:ea typeface="Times New Roman"/>
                <a:cs typeface="Times New Roman"/>
                <a:sym typeface="Times New Roman"/>
              </a:rPr>
              <a:t>Applied Mathematics for Engineering [MIDTERM PROJECT]</a:t>
            </a:r>
            <a:br>
              <a:rPr b="0" i="0" lang="en-US" sz="1800" u="none" cap="none" strike="noStrike">
                <a:solidFill>
                  <a:schemeClr val="lt1"/>
                </a:solidFill>
                <a:latin typeface="Times New Roman"/>
                <a:ea typeface="Times New Roman"/>
                <a:cs typeface="Times New Roman"/>
                <a:sym typeface="Times New Roman"/>
              </a:rPr>
            </a:br>
            <a:r>
              <a:rPr b="0" i="0" lang="en-US" sz="1800" u="none" cap="none" strike="noStrike">
                <a:solidFill>
                  <a:schemeClr val="lt1"/>
                </a:solidFill>
                <a:latin typeface="Times New Roman"/>
                <a:ea typeface="Times New Roman"/>
                <a:cs typeface="Times New Roman"/>
                <a:sym typeface="Times New Roman"/>
              </a:rPr>
              <a:t>Ronit Dutta</a:t>
            </a:r>
            <a:endParaRPr b="0" i="0" sz="1800" u="none" cap="none" strike="noStrike">
              <a:solidFill>
                <a:schemeClr val="lt1"/>
              </a:solidFill>
              <a:latin typeface="Times New Roman"/>
              <a:ea typeface="Times New Roman"/>
              <a:cs typeface="Times New Roman"/>
              <a:sym typeface="Times New Roman"/>
            </a:endParaRPr>
          </a:p>
        </p:txBody>
      </p:sp>
      <p:pic>
        <p:nvPicPr>
          <p:cNvPr id="604" name="Google Shape;604;g3da1138a163_0_262"/>
          <p:cNvPicPr preferRelativeResize="0"/>
          <p:nvPr/>
        </p:nvPicPr>
        <p:blipFill rotWithShape="1">
          <a:blip r:embed="rId6">
            <a:alphaModFix/>
          </a:blip>
          <a:srcRect b="0" l="0" r="0" t="0"/>
          <a:stretch/>
        </p:blipFill>
        <p:spPr>
          <a:xfrm>
            <a:off x="10579375" y="6341449"/>
            <a:ext cx="1500023" cy="585000"/>
          </a:xfrm>
          <a:prstGeom prst="rect">
            <a:avLst/>
          </a:prstGeom>
          <a:noFill/>
          <a:ln>
            <a:noFill/>
          </a:ln>
        </p:spPr>
      </p:pic>
      <p:pic>
        <p:nvPicPr>
          <p:cNvPr id="605" name="Google Shape;605;g3da1138a163_0_262"/>
          <p:cNvPicPr preferRelativeResize="0"/>
          <p:nvPr/>
        </p:nvPicPr>
        <p:blipFill rotWithShape="1">
          <a:blip r:embed="rId9">
            <a:alphaModFix/>
          </a:blip>
          <a:srcRect b="0" l="0" r="0" t="0"/>
          <a:stretch/>
        </p:blipFill>
        <p:spPr>
          <a:xfrm>
            <a:off x="0" y="6330524"/>
            <a:ext cx="12192000" cy="1165875"/>
          </a:xfrm>
          <a:prstGeom prst="rect">
            <a:avLst/>
          </a:prstGeom>
          <a:noFill/>
          <a:ln>
            <a:noFill/>
          </a:ln>
        </p:spPr>
      </p:pic>
      <p:sp>
        <p:nvSpPr>
          <p:cNvPr id="606" name="Google Shape;606;g3da1138a163_0_262"/>
          <p:cNvSpPr txBox="1"/>
          <p:nvPr/>
        </p:nvSpPr>
        <p:spPr>
          <a:xfrm>
            <a:off x="-1" y="6445547"/>
            <a:ext cx="5981100" cy="6465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chemeClr val="dk1"/>
              </a:buClr>
              <a:buSzPts val="1800"/>
              <a:buFont typeface="Arial"/>
              <a:buNone/>
            </a:pPr>
            <a:r>
              <a:rPr lang="en-US" sz="1800">
                <a:solidFill>
                  <a:schemeClr val="lt1"/>
                </a:solidFill>
                <a:latin typeface="Times New Roman"/>
                <a:ea typeface="Times New Roman"/>
                <a:cs typeface="Times New Roman"/>
                <a:sym typeface="Times New Roman"/>
              </a:rPr>
              <a:t>Applied Mathematics for Engineering [MIDTERM PROJECT]</a:t>
            </a:r>
            <a:br>
              <a:rPr b="0" i="0" lang="en-US" sz="1800" u="none" cap="none" strike="noStrike">
                <a:solidFill>
                  <a:schemeClr val="lt1"/>
                </a:solidFill>
                <a:latin typeface="Times New Roman"/>
                <a:ea typeface="Times New Roman"/>
                <a:cs typeface="Times New Roman"/>
                <a:sym typeface="Times New Roman"/>
              </a:rPr>
            </a:br>
            <a:r>
              <a:rPr b="0" i="0" lang="en-US" sz="1800" u="none" cap="none" strike="noStrike">
                <a:solidFill>
                  <a:schemeClr val="lt1"/>
                </a:solidFill>
                <a:latin typeface="Times New Roman"/>
                <a:ea typeface="Times New Roman"/>
                <a:cs typeface="Times New Roman"/>
                <a:sym typeface="Times New Roman"/>
              </a:rPr>
              <a:t>Ronit Dutta</a:t>
            </a:r>
            <a:endParaRPr b="0" i="0" sz="1800" u="none" cap="none" strike="noStrike">
              <a:solidFill>
                <a:schemeClr val="lt1"/>
              </a:solidFill>
              <a:latin typeface="Times New Roman"/>
              <a:ea typeface="Times New Roman"/>
              <a:cs typeface="Times New Roman"/>
              <a:sym typeface="Times New Roman"/>
            </a:endParaRPr>
          </a:p>
        </p:txBody>
      </p:sp>
      <p:pic>
        <p:nvPicPr>
          <p:cNvPr id="607" name="Google Shape;607;g3da1138a163_0_262"/>
          <p:cNvPicPr preferRelativeResize="0"/>
          <p:nvPr/>
        </p:nvPicPr>
        <p:blipFill rotWithShape="1">
          <a:blip r:embed="rId6">
            <a:alphaModFix/>
          </a:blip>
          <a:srcRect b="0" l="0" r="0" t="0"/>
          <a:stretch/>
        </p:blipFill>
        <p:spPr>
          <a:xfrm>
            <a:off x="10579375" y="6476299"/>
            <a:ext cx="1500023" cy="585000"/>
          </a:xfrm>
          <a:prstGeom prst="rect">
            <a:avLst/>
          </a:prstGeom>
          <a:noFill/>
          <a:ln>
            <a:noFill/>
          </a:ln>
        </p:spPr>
      </p:pic>
      <p:pic>
        <p:nvPicPr>
          <p:cNvPr id="608" name="Google Shape;608;g3da1138a163_0_262"/>
          <p:cNvPicPr preferRelativeResize="0"/>
          <p:nvPr/>
        </p:nvPicPr>
        <p:blipFill rotWithShape="1">
          <a:blip r:embed="rId4">
            <a:alphaModFix/>
          </a:blip>
          <a:srcRect b="0" l="0" r="0" t="0"/>
          <a:stretch/>
        </p:blipFill>
        <p:spPr>
          <a:xfrm>
            <a:off x="10590934" y="6330522"/>
            <a:ext cx="1499906" cy="585000"/>
          </a:xfrm>
          <a:prstGeom prst="rect">
            <a:avLst/>
          </a:prstGeom>
          <a:noFill/>
          <a:ln>
            <a:noFill/>
          </a:ln>
        </p:spPr>
      </p:pic>
      <p:sp>
        <p:nvSpPr>
          <p:cNvPr id="609" name="Google Shape;609;g3da1138a163_0_262"/>
          <p:cNvSpPr txBox="1"/>
          <p:nvPr/>
        </p:nvSpPr>
        <p:spPr>
          <a:xfrm>
            <a:off x="-1" y="6288587"/>
            <a:ext cx="5981100" cy="3693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chemeClr val="dk1"/>
              </a:buClr>
              <a:buSzPts val="1800"/>
              <a:buFont typeface="Arial"/>
              <a:buNone/>
            </a:pPr>
            <a:r>
              <a:rPr b="0" i="0" lang="en-US" sz="1800" u="none" cap="none" strike="noStrike">
                <a:solidFill>
                  <a:schemeClr val="lt1"/>
                </a:solidFill>
                <a:latin typeface="Times New Roman"/>
                <a:ea typeface="Times New Roman"/>
                <a:cs typeface="Times New Roman"/>
                <a:sym typeface="Times New Roman"/>
              </a:rPr>
              <a:t>Term Paper Presentation | Ronit Dutta</a:t>
            </a:r>
            <a:endParaRPr b="0" i="0" sz="1800" u="none" cap="none" strike="noStrike">
              <a:solidFill>
                <a:schemeClr val="lt1"/>
              </a:solidFill>
              <a:latin typeface="Times New Roman"/>
              <a:ea typeface="Times New Roman"/>
              <a:cs typeface="Times New Roman"/>
              <a:sym typeface="Times New Roman"/>
            </a:endParaRPr>
          </a:p>
        </p:txBody>
      </p:sp>
      <p:pic>
        <p:nvPicPr>
          <p:cNvPr id="610" name="Google Shape;610;g3da1138a163_0_262"/>
          <p:cNvPicPr preferRelativeResize="0"/>
          <p:nvPr/>
        </p:nvPicPr>
        <p:blipFill rotWithShape="1">
          <a:blip r:embed="rId4">
            <a:alphaModFix/>
          </a:blip>
          <a:srcRect b="0" l="0" r="0" t="0"/>
          <a:stretch/>
        </p:blipFill>
        <p:spPr>
          <a:xfrm>
            <a:off x="10590934" y="6330522"/>
            <a:ext cx="1499906" cy="585000"/>
          </a:xfrm>
          <a:prstGeom prst="rect">
            <a:avLst/>
          </a:prstGeom>
          <a:noFill/>
          <a:ln>
            <a:noFill/>
          </a:ln>
        </p:spPr>
      </p:pic>
      <p:sp>
        <p:nvSpPr>
          <p:cNvPr id="611" name="Google Shape;611;g3da1138a163_0_262"/>
          <p:cNvSpPr txBox="1"/>
          <p:nvPr/>
        </p:nvSpPr>
        <p:spPr>
          <a:xfrm>
            <a:off x="-1" y="6288587"/>
            <a:ext cx="5981100" cy="3693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chemeClr val="dk1"/>
              </a:buClr>
              <a:buSzPts val="1800"/>
              <a:buFont typeface="Arial"/>
              <a:buNone/>
            </a:pPr>
            <a:r>
              <a:rPr b="0" i="0" lang="en-US" sz="1800" u="none" cap="none" strike="noStrike">
                <a:solidFill>
                  <a:schemeClr val="lt1"/>
                </a:solidFill>
                <a:latin typeface="Times New Roman"/>
                <a:ea typeface="Times New Roman"/>
                <a:cs typeface="Times New Roman"/>
                <a:sym typeface="Times New Roman"/>
              </a:rPr>
              <a:t>Term Paper Presentation | Ronit Dutta</a:t>
            </a:r>
            <a:endParaRPr b="0" i="0" sz="1800" u="none" cap="none" strike="noStrike">
              <a:solidFill>
                <a:schemeClr val="lt1"/>
              </a:solidFill>
              <a:latin typeface="Times New Roman"/>
              <a:ea typeface="Times New Roman"/>
              <a:cs typeface="Times New Roman"/>
              <a:sym typeface="Times New Roman"/>
            </a:endParaRPr>
          </a:p>
        </p:txBody>
      </p:sp>
      <p:pic>
        <p:nvPicPr>
          <p:cNvPr id="612" name="Google Shape;612;g3da1138a163_0_262"/>
          <p:cNvPicPr preferRelativeResize="0"/>
          <p:nvPr/>
        </p:nvPicPr>
        <p:blipFill rotWithShape="1">
          <a:blip r:embed="rId4">
            <a:alphaModFix/>
          </a:blip>
          <a:srcRect b="0" l="0" r="0" t="0"/>
          <a:stretch/>
        </p:blipFill>
        <p:spPr>
          <a:xfrm>
            <a:off x="10590934" y="6330522"/>
            <a:ext cx="1499906" cy="585000"/>
          </a:xfrm>
          <a:prstGeom prst="rect">
            <a:avLst/>
          </a:prstGeom>
          <a:noFill/>
          <a:ln>
            <a:noFill/>
          </a:ln>
        </p:spPr>
      </p:pic>
      <p:sp>
        <p:nvSpPr>
          <p:cNvPr id="613" name="Google Shape;613;g3da1138a163_0_262"/>
          <p:cNvSpPr txBox="1"/>
          <p:nvPr/>
        </p:nvSpPr>
        <p:spPr>
          <a:xfrm>
            <a:off x="-1" y="6288587"/>
            <a:ext cx="5981100" cy="6465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chemeClr val="dk1"/>
              </a:buClr>
              <a:buSzPts val="1800"/>
              <a:buFont typeface="Arial"/>
              <a:buNone/>
            </a:pPr>
            <a:r>
              <a:rPr b="0" i="0" lang="en-US" sz="1800" u="none" cap="none" strike="noStrike">
                <a:solidFill>
                  <a:schemeClr val="lt1"/>
                </a:solidFill>
                <a:latin typeface="Times New Roman"/>
                <a:ea typeface="Times New Roman"/>
                <a:cs typeface="Times New Roman"/>
                <a:sym typeface="Times New Roman"/>
              </a:rPr>
              <a:t>Machine Learning Professional</a:t>
            </a:r>
            <a:br>
              <a:rPr b="0" i="0" lang="en-US" sz="1800" u="none" cap="none" strike="noStrike">
                <a:solidFill>
                  <a:schemeClr val="lt1"/>
                </a:solidFill>
                <a:latin typeface="Times New Roman"/>
                <a:ea typeface="Times New Roman"/>
                <a:cs typeface="Times New Roman"/>
                <a:sym typeface="Times New Roman"/>
              </a:rPr>
            </a:br>
            <a:r>
              <a:rPr b="0" i="0" lang="en-US" sz="1800" u="none" cap="none" strike="noStrike">
                <a:solidFill>
                  <a:schemeClr val="lt1"/>
                </a:solidFill>
                <a:latin typeface="Times New Roman"/>
                <a:ea typeface="Times New Roman"/>
                <a:cs typeface="Times New Roman"/>
                <a:sym typeface="Times New Roman"/>
              </a:rPr>
              <a:t>Project Presentation</a:t>
            </a:r>
            <a:endParaRPr b="0" i="0" sz="1800" u="none" cap="none" strike="noStrike">
              <a:solidFill>
                <a:schemeClr val="lt1"/>
              </a:solidFill>
              <a:latin typeface="Times New Roman"/>
              <a:ea typeface="Times New Roman"/>
              <a:cs typeface="Times New Roman"/>
              <a:sym typeface="Times New Roman"/>
            </a:endParaRPr>
          </a:p>
        </p:txBody>
      </p:sp>
      <p:pic>
        <p:nvPicPr>
          <p:cNvPr id="614" name="Google Shape;614;g3da1138a163_0_262"/>
          <p:cNvPicPr preferRelativeResize="0"/>
          <p:nvPr/>
        </p:nvPicPr>
        <p:blipFill rotWithShape="1">
          <a:blip r:embed="rId6">
            <a:alphaModFix/>
          </a:blip>
          <a:srcRect b="0" l="0" r="0" t="0"/>
          <a:stretch/>
        </p:blipFill>
        <p:spPr>
          <a:xfrm>
            <a:off x="10590875" y="6341462"/>
            <a:ext cx="1500023" cy="585000"/>
          </a:xfrm>
          <a:prstGeom prst="rect">
            <a:avLst/>
          </a:prstGeom>
          <a:noFill/>
          <a:ln>
            <a:noFill/>
          </a:ln>
        </p:spPr>
      </p:pic>
      <p:sp>
        <p:nvSpPr>
          <p:cNvPr id="615" name="Google Shape;615;g3da1138a163_0_262"/>
          <p:cNvSpPr txBox="1"/>
          <p:nvPr/>
        </p:nvSpPr>
        <p:spPr>
          <a:xfrm>
            <a:off x="-1" y="6288587"/>
            <a:ext cx="5981100" cy="6465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chemeClr val="dk1"/>
              </a:buClr>
              <a:buSzPts val="1800"/>
              <a:buFont typeface="Arial"/>
              <a:buNone/>
            </a:pPr>
            <a:r>
              <a:rPr b="0" i="0" lang="en-US" sz="1800" u="none" cap="none" strike="noStrike">
                <a:solidFill>
                  <a:schemeClr val="lt1"/>
                </a:solidFill>
                <a:latin typeface="Times New Roman"/>
                <a:ea typeface="Times New Roman"/>
                <a:cs typeface="Times New Roman"/>
                <a:sym typeface="Times New Roman"/>
              </a:rPr>
              <a:t>Machine Learning Professional</a:t>
            </a:r>
            <a:br>
              <a:rPr b="0" i="0" lang="en-US" sz="1800" u="none" cap="none" strike="noStrike">
                <a:solidFill>
                  <a:schemeClr val="lt1"/>
                </a:solidFill>
                <a:latin typeface="Times New Roman"/>
                <a:ea typeface="Times New Roman"/>
                <a:cs typeface="Times New Roman"/>
                <a:sym typeface="Times New Roman"/>
              </a:rPr>
            </a:br>
            <a:r>
              <a:rPr b="0" i="0" lang="en-US" sz="1800" u="none" cap="none" strike="noStrike">
                <a:solidFill>
                  <a:schemeClr val="lt1"/>
                </a:solidFill>
                <a:latin typeface="Times New Roman"/>
                <a:ea typeface="Times New Roman"/>
                <a:cs typeface="Times New Roman"/>
                <a:sym typeface="Times New Roman"/>
              </a:rPr>
              <a:t>Project Presentation</a:t>
            </a:r>
            <a:endParaRPr b="0" i="0" sz="1800" u="none" cap="none" strike="noStrike">
              <a:solidFill>
                <a:schemeClr val="lt1"/>
              </a:solidFill>
              <a:latin typeface="Times New Roman"/>
              <a:ea typeface="Times New Roman"/>
              <a:cs typeface="Times New Roman"/>
              <a:sym typeface="Times New Roman"/>
            </a:endParaRPr>
          </a:p>
        </p:txBody>
      </p:sp>
      <p:pic>
        <p:nvPicPr>
          <p:cNvPr id="616" name="Google Shape;616;g3da1138a163_0_262"/>
          <p:cNvPicPr preferRelativeResize="0"/>
          <p:nvPr/>
        </p:nvPicPr>
        <p:blipFill rotWithShape="1">
          <a:blip r:embed="rId6">
            <a:alphaModFix/>
          </a:blip>
          <a:srcRect b="0" l="0" r="0" t="0"/>
          <a:stretch/>
        </p:blipFill>
        <p:spPr>
          <a:xfrm>
            <a:off x="10590875" y="6330524"/>
            <a:ext cx="1500023" cy="585000"/>
          </a:xfrm>
          <a:prstGeom prst="rect">
            <a:avLst/>
          </a:prstGeom>
          <a:noFill/>
          <a:ln>
            <a:noFill/>
          </a:ln>
        </p:spPr>
      </p:pic>
      <p:sp>
        <p:nvSpPr>
          <p:cNvPr id="617" name="Google Shape;617;g3da1138a163_0_262"/>
          <p:cNvSpPr txBox="1"/>
          <p:nvPr/>
        </p:nvSpPr>
        <p:spPr>
          <a:xfrm>
            <a:off x="-1" y="6234672"/>
            <a:ext cx="5981100" cy="6465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chemeClr val="dk1"/>
              </a:buClr>
              <a:buSzPts val="1800"/>
              <a:buFont typeface="Arial"/>
              <a:buNone/>
            </a:pPr>
            <a:r>
              <a:rPr b="0" i="0" lang="en-US" sz="1800" u="none" cap="none" strike="noStrike">
                <a:solidFill>
                  <a:schemeClr val="lt1"/>
                </a:solidFill>
                <a:latin typeface="Times New Roman"/>
                <a:ea typeface="Times New Roman"/>
                <a:cs typeface="Times New Roman"/>
                <a:sym typeface="Times New Roman"/>
              </a:rPr>
              <a:t>Machine Learning Professional</a:t>
            </a:r>
            <a:br>
              <a:rPr b="0" i="0" lang="en-US" sz="1800" u="none" cap="none" strike="noStrike">
                <a:solidFill>
                  <a:schemeClr val="lt1"/>
                </a:solidFill>
                <a:latin typeface="Times New Roman"/>
                <a:ea typeface="Times New Roman"/>
                <a:cs typeface="Times New Roman"/>
                <a:sym typeface="Times New Roman"/>
              </a:rPr>
            </a:br>
            <a:r>
              <a:rPr b="0" i="0" lang="en-US" sz="1800" u="none" cap="none" strike="noStrike">
                <a:solidFill>
                  <a:schemeClr val="lt1"/>
                </a:solidFill>
                <a:latin typeface="Times New Roman"/>
                <a:ea typeface="Times New Roman"/>
                <a:cs typeface="Times New Roman"/>
                <a:sym typeface="Times New Roman"/>
              </a:rPr>
              <a:t>Project Presentation</a:t>
            </a:r>
            <a:endParaRPr b="0" i="0" sz="1800" u="none" cap="none" strike="noStrike">
              <a:solidFill>
                <a:schemeClr val="lt1"/>
              </a:solidFill>
              <a:latin typeface="Times New Roman"/>
              <a:ea typeface="Times New Roman"/>
              <a:cs typeface="Times New Roman"/>
              <a:sym typeface="Times New Roman"/>
            </a:endParaRPr>
          </a:p>
        </p:txBody>
      </p:sp>
      <p:pic>
        <p:nvPicPr>
          <p:cNvPr id="618" name="Google Shape;618;g3da1138a163_0_262"/>
          <p:cNvPicPr preferRelativeResize="0"/>
          <p:nvPr/>
        </p:nvPicPr>
        <p:blipFill rotWithShape="1">
          <a:blip r:embed="rId6">
            <a:alphaModFix/>
          </a:blip>
          <a:srcRect b="0" l="0" r="0" t="0"/>
          <a:stretch/>
        </p:blipFill>
        <p:spPr>
          <a:xfrm>
            <a:off x="10590875" y="6330524"/>
            <a:ext cx="1500023" cy="585000"/>
          </a:xfrm>
          <a:prstGeom prst="rect">
            <a:avLst/>
          </a:prstGeom>
          <a:noFill/>
          <a:ln>
            <a:noFill/>
          </a:ln>
        </p:spPr>
      </p:pic>
      <p:sp>
        <p:nvSpPr>
          <p:cNvPr id="619" name="Google Shape;619;g3da1138a163_0_262"/>
          <p:cNvSpPr txBox="1"/>
          <p:nvPr/>
        </p:nvSpPr>
        <p:spPr>
          <a:xfrm>
            <a:off x="-1" y="6234672"/>
            <a:ext cx="5981100" cy="6465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chemeClr val="dk1"/>
              </a:buClr>
              <a:buSzPts val="1800"/>
              <a:buFont typeface="Arial"/>
              <a:buNone/>
            </a:pPr>
            <a:r>
              <a:rPr b="0" i="0" lang="en-US" sz="1800" u="none" cap="none" strike="noStrike">
                <a:solidFill>
                  <a:schemeClr val="lt1"/>
                </a:solidFill>
                <a:latin typeface="Times New Roman"/>
                <a:ea typeface="Times New Roman"/>
                <a:cs typeface="Times New Roman"/>
                <a:sym typeface="Times New Roman"/>
              </a:rPr>
              <a:t>Machine Learning Professional</a:t>
            </a:r>
            <a:br>
              <a:rPr b="0" i="0" lang="en-US" sz="1800" u="none" cap="none" strike="noStrike">
                <a:solidFill>
                  <a:schemeClr val="lt1"/>
                </a:solidFill>
                <a:latin typeface="Times New Roman"/>
                <a:ea typeface="Times New Roman"/>
                <a:cs typeface="Times New Roman"/>
                <a:sym typeface="Times New Roman"/>
              </a:rPr>
            </a:br>
            <a:r>
              <a:rPr b="0" i="0" lang="en-US" sz="1800" u="none" cap="none" strike="noStrike">
                <a:solidFill>
                  <a:schemeClr val="lt1"/>
                </a:solidFill>
                <a:latin typeface="Times New Roman"/>
                <a:ea typeface="Times New Roman"/>
                <a:cs typeface="Times New Roman"/>
                <a:sym typeface="Times New Roman"/>
              </a:rPr>
              <a:t>Project Presentation</a:t>
            </a:r>
            <a:endParaRPr b="0" i="0" sz="1800" u="none" cap="none" strike="noStrike">
              <a:solidFill>
                <a:schemeClr val="lt1"/>
              </a:solidFill>
              <a:latin typeface="Times New Roman"/>
              <a:ea typeface="Times New Roman"/>
              <a:cs typeface="Times New Roman"/>
              <a:sym typeface="Times New Roman"/>
            </a:endParaRPr>
          </a:p>
        </p:txBody>
      </p:sp>
      <p:pic>
        <p:nvPicPr>
          <p:cNvPr id="620" name="Google Shape;620;g3da1138a163_0_262"/>
          <p:cNvPicPr preferRelativeResize="0"/>
          <p:nvPr/>
        </p:nvPicPr>
        <p:blipFill rotWithShape="1">
          <a:blip r:embed="rId6">
            <a:alphaModFix/>
          </a:blip>
          <a:srcRect b="0" l="0" r="0" t="0"/>
          <a:stretch/>
        </p:blipFill>
        <p:spPr>
          <a:xfrm>
            <a:off x="10590875" y="6330524"/>
            <a:ext cx="1500023" cy="585000"/>
          </a:xfrm>
          <a:prstGeom prst="rect">
            <a:avLst/>
          </a:prstGeom>
          <a:noFill/>
          <a:ln>
            <a:noFill/>
          </a:ln>
        </p:spPr>
      </p:pic>
      <p:sp>
        <p:nvSpPr>
          <p:cNvPr id="621" name="Google Shape;621;g3da1138a163_0_262"/>
          <p:cNvSpPr txBox="1"/>
          <p:nvPr/>
        </p:nvSpPr>
        <p:spPr>
          <a:xfrm>
            <a:off x="-1" y="6234672"/>
            <a:ext cx="5981100" cy="6465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chemeClr val="dk1"/>
              </a:buClr>
              <a:buSzPts val="1800"/>
              <a:buFont typeface="Arial"/>
              <a:buNone/>
            </a:pPr>
            <a:r>
              <a:rPr b="0" i="0" lang="en-US" sz="1800" u="none" cap="none" strike="noStrike">
                <a:solidFill>
                  <a:schemeClr val="lt1"/>
                </a:solidFill>
                <a:latin typeface="Times New Roman"/>
                <a:ea typeface="Times New Roman"/>
                <a:cs typeface="Times New Roman"/>
                <a:sym typeface="Times New Roman"/>
              </a:rPr>
              <a:t>Nanoelectronics - Seminar Presentation</a:t>
            </a:r>
            <a:br>
              <a:rPr b="0" i="0" lang="en-US" sz="1800" u="none" cap="none" strike="noStrike">
                <a:solidFill>
                  <a:schemeClr val="lt1"/>
                </a:solidFill>
                <a:latin typeface="Times New Roman"/>
                <a:ea typeface="Times New Roman"/>
                <a:cs typeface="Times New Roman"/>
                <a:sym typeface="Times New Roman"/>
              </a:rPr>
            </a:br>
            <a:r>
              <a:rPr b="0" i="0" lang="en-US" sz="1800" u="none" cap="none" strike="noStrike">
                <a:solidFill>
                  <a:schemeClr val="lt1"/>
                </a:solidFill>
                <a:latin typeface="Times New Roman"/>
                <a:ea typeface="Times New Roman"/>
                <a:cs typeface="Times New Roman"/>
                <a:sym typeface="Times New Roman"/>
              </a:rPr>
              <a:t>Ronit Dutta</a:t>
            </a:r>
            <a:endParaRPr b="0" i="0" sz="1800" u="none" cap="none" strike="noStrike">
              <a:solidFill>
                <a:schemeClr val="lt1"/>
              </a:solidFill>
              <a:latin typeface="Times New Roman"/>
              <a:ea typeface="Times New Roman"/>
              <a:cs typeface="Times New Roman"/>
              <a:sym typeface="Times New Roman"/>
            </a:endParaRPr>
          </a:p>
        </p:txBody>
      </p:sp>
      <p:pic>
        <p:nvPicPr>
          <p:cNvPr id="622" name="Google Shape;622;g3da1138a163_0_262"/>
          <p:cNvPicPr preferRelativeResize="0"/>
          <p:nvPr/>
        </p:nvPicPr>
        <p:blipFill rotWithShape="1">
          <a:blip r:embed="rId6">
            <a:alphaModFix/>
          </a:blip>
          <a:srcRect b="0" l="0" r="0" t="0"/>
          <a:stretch/>
        </p:blipFill>
        <p:spPr>
          <a:xfrm>
            <a:off x="10590875" y="6330524"/>
            <a:ext cx="1500023" cy="585000"/>
          </a:xfrm>
          <a:prstGeom prst="rect">
            <a:avLst/>
          </a:prstGeom>
          <a:noFill/>
          <a:ln>
            <a:noFill/>
          </a:ln>
        </p:spPr>
      </p:pic>
      <p:pic>
        <p:nvPicPr>
          <p:cNvPr id="623" name="Google Shape;623;g3da1138a163_0_262"/>
          <p:cNvPicPr preferRelativeResize="0"/>
          <p:nvPr/>
        </p:nvPicPr>
        <p:blipFill rotWithShape="1">
          <a:blip r:embed="rId4">
            <a:alphaModFix/>
          </a:blip>
          <a:srcRect b="0" l="0" r="0" t="0"/>
          <a:stretch/>
        </p:blipFill>
        <p:spPr>
          <a:xfrm>
            <a:off x="10590934" y="6330522"/>
            <a:ext cx="1499906" cy="585000"/>
          </a:xfrm>
          <a:prstGeom prst="rect">
            <a:avLst/>
          </a:prstGeom>
          <a:noFill/>
          <a:ln>
            <a:noFill/>
          </a:ln>
        </p:spPr>
      </p:pic>
      <p:sp>
        <p:nvSpPr>
          <p:cNvPr id="624" name="Google Shape;624;g3da1138a163_0_262"/>
          <p:cNvSpPr txBox="1"/>
          <p:nvPr/>
        </p:nvSpPr>
        <p:spPr>
          <a:xfrm>
            <a:off x="-1" y="6288587"/>
            <a:ext cx="5981100" cy="3693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chemeClr val="dk1"/>
              </a:buClr>
              <a:buSzPts val="1800"/>
              <a:buFont typeface="Arial"/>
              <a:buNone/>
            </a:pPr>
            <a:r>
              <a:rPr b="0" i="0" lang="en-US" sz="1800" u="none" cap="none" strike="noStrike">
                <a:solidFill>
                  <a:schemeClr val="lt1"/>
                </a:solidFill>
                <a:latin typeface="Times New Roman"/>
                <a:ea typeface="Times New Roman"/>
                <a:cs typeface="Times New Roman"/>
                <a:sym typeface="Times New Roman"/>
              </a:rPr>
              <a:t>Term Paper Presentation | Ronit Dutta</a:t>
            </a:r>
            <a:endParaRPr b="0" i="0" sz="1800" u="none" cap="none" strike="noStrike">
              <a:solidFill>
                <a:schemeClr val="lt1"/>
              </a:solidFill>
              <a:latin typeface="Times New Roman"/>
              <a:ea typeface="Times New Roman"/>
              <a:cs typeface="Times New Roman"/>
              <a:sym typeface="Times New Roman"/>
            </a:endParaRPr>
          </a:p>
        </p:txBody>
      </p:sp>
      <p:pic>
        <p:nvPicPr>
          <p:cNvPr id="625" name="Google Shape;625;g3da1138a163_0_262"/>
          <p:cNvPicPr preferRelativeResize="0"/>
          <p:nvPr/>
        </p:nvPicPr>
        <p:blipFill rotWithShape="1">
          <a:blip r:embed="rId4">
            <a:alphaModFix/>
          </a:blip>
          <a:srcRect b="0" l="0" r="0" t="0"/>
          <a:stretch/>
        </p:blipFill>
        <p:spPr>
          <a:xfrm>
            <a:off x="10590934" y="6330522"/>
            <a:ext cx="1499906" cy="585000"/>
          </a:xfrm>
          <a:prstGeom prst="rect">
            <a:avLst/>
          </a:prstGeom>
          <a:noFill/>
          <a:ln>
            <a:noFill/>
          </a:ln>
        </p:spPr>
      </p:pic>
      <p:sp>
        <p:nvSpPr>
          <p:cNvPr id="626" name="Google Shape;626;g3da1138a163_0_262"/>
          <p:cNvSpPr txBox="1"/>
          <p:nvPr/>
        </p:nvSpPr>
        <p:spPr>
          <a:xfrm>
            <a:off x="-1" y="6288587"/>
            <a:ext cx="5981100" cy="3693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chemeClr val="dk1"/>
              </a:buClr>
              <a:buSzPts val="1800"/>
              <a:buFont typeface="Arial"/>
              <a:buNone/>
            </a:pPr>
            <a:r>
              <a:rPr b="0" i="0" lang="en-US" sz="1800" u="none" cap="none" strike="noStrike">
                <a:solidFill>
                  <a:schemeClr val="lt1"/>
                </a:solidFill>
                <a:latin typeface="Times New Roman"/>
                <a:ea typeface="Times New Roman"/>
                <a:cs typeface="Times New Roman"/>
                <a:sym typeface="Times New Roman"/>
              </a:rPr>
              <a:t>Term Paper Presentation | Ronit Dutta</a:t>
            </a:r>
            <a:endParaRPr b="0" i="0" sz="1800" u="none" cap="none" strike="noStrike">
              <a:solidFill>
                <a:schemeClr val="lt1"/>
              </a:solidFill>
              <a:latin typeface="Times New Roman"/>
              <a:ea typeface="Times New Roman"/>
              <a:cs typeface="Times New Roman"/>
              <a:sym typeface="Times New Roman"/>
            </a:endParaRPr>
          </a:p>
        </p:txBody>
      </p:sp>
      <p:pic>
        <p:nvPicPr>
          <p:cNvPr id="627" name="Google Shape;627;g3da1138a163_0_262"/>
          <p:cNvPicPr preferRelativeResize="0"/>
          <p:nvPr/>
        </p:nvPicPr>
        <p:blipFill rotWithShape="1">
          <a:blip r:embed="rId4">
            <a:alphaModFix/>
          </a:blip>
          <a:srcRect b="0" l="0" r="0" t="0"/>
          <a:stretch/>
        </p:blipFill>
        <p:spPr>
          <a:xfrm>
            <a:off x="10590934" y="6330522"/>
            <a:ext cx="1499906" cy="585000"/>
          </a:xfrm>
          <a:prstGeom prst="rect">
            <a:avLst/>
          </a:prstGeom>
          <a:noFill/>
          <a:ln>
            <a:noFill/>
          </a:ln>
        </p:spPr>
      </p:pic>
      <p:sp>
        <p:nvSpPr>
          <p:cNvPr id="628" name="Google Shape;628;g3da1138a163_0_262"/>
          <p:cNvSpPr txBox="1"/>
          <p:nvPr/>
        </p:nvSpPr>
        <p:spPr>
          <a:xfrm>
            <a:off x="-1" y="6288587"/>
            <a:ext cx="5981100" cy="6465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chemeClr val="dk1"/>
              </a:buClr>
              <a:buSzPts val="1800"/>
              <a:buFont typeface="Arial"/>
              <a:buNone/>
            </a:pPr>
            <a:r>
              <a:rPr b="0" i="0" lang="en-US" sz="1800" u="none" cap="none" strike="noStrike">
                <a:solidFill>
                  <a:schemeClr val="lt1"/>
                </a:solidFill>
                <a:latin typeface="Times New Roman"/>
                <a:ea typeface="Times New Roman"/>
                <a:cs typeface="Times New Roman"/>
                <a:sym typeface="Times New Roman"/>
              </a:rPr>
              <a:t>Machine Learning Professional</a:t>
            </a:r>
            <a:br>
              <a:rPr b="0" i="0" lang="en-US" sz="1800" u="none" cap="none" strike="noStrike">
                <a:solidFill>
                  <a:schemeClr val="lt1"/>
                </a:solidFill>
                <a:latin typeface="Times New Roman"/>
                <a:ea typeface="Times New Roman"/>
                <a:cs typeface="Times New Roman"/>
                <a:sym typeface="Times New Roman"/>
              </a:rPr>
            </a:br>
            <a:r>
              <a:rPr b="0" i="0" lang="en-US" sz="1800" u="none" cap="none" strike="noStrike">
                <a:solidFill>
                  <a:schemeClr val="lt1"/>
                </a:solidFill>
                <a:latin typeface="Times New Roman"/>
                <a:ea typeface="Times New Roman"/>
                <a:cs typeface="Times New Roman"/>
                <a:sym typeface="Times New Roman"/>
              </a:rPr>
              <a:t>Project Presentation</a:t>
            </a:r>
            <a:endParaRPr b="0" i="0" sz="1800" u="none" cap="none" strike="noStrike">
              <a:solidFill>
                <a:schemeClr val="lt1"/>
              </a:solidFill>
              <a:latin typeface="Times New Roman"/>
              <a:ea typeface="Times New Roman"/>
              <a:cs typeface="Times New Roman"/>
              <a:sym typeface="Times New Roman"/>
            </a:endParaRPr>
          </a:p>
        </p:txBody>
      </p:sp>
      <p:pic>
        <p:nvPicPr>
          <p:cNvPr id="629" name="Google Shape;629;g3da1138a163_0_262"/>
          <p:cNvPicPr preferRelativeResize="0"/>
          <p:nvPr/>
        </p:nvPicPr>
        <p:blipFill rotWithShape="1">
          <a:blip r:embed="rId6">
            <a:alphaModFix/>
          </a:blip>
          <a:srcRect b="0" l="0" r="0" t="0"/>
          <a:stretch/>
        </p:blipFill>
        <p:spPr>
          <a:xfrm>
            <a:off x="10590875" y="6341462"/>
            <a:ext cx="1500023" cy="585000"/>
          </a:xfrm>
          <a:prstGeom prst="rect">
            <a:avLst/>
          </a:prstGeom>
          <a:noFill/>
          <a:ln>
            <a:noFill/>
          </a:ln>
        </p:spPr>
      </p:pic>
      <p:sp>
        <p:nvSpPr>
          <p:cNvPr id="630" name="Google Shape;630;g3da1138a163_0_262"/>
          <p:cNvSpPr txBox="1"/>
          <p:nvPr/>
        </p:nvSpPr>
        <p:spPr>
          <a:xfrm>
            <a:off x="-1" y="6288587"/>
            <a:ext cx="5981100" cy="6465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chemeClr val="dk1"/>
              </a:buClr>
              <a:buSzPts val="1800"/>
              <a:buFont typeface="Arial"/>
              <a:buNone/>
            </a:pPr>
            <a:r>
              <a:rPr b="0" i="0" lang="en-US" sz="1800" u="none" cap="none" strike="noStrike">
                <a:solidFill>
                  <a:schemeClr val="lt1"/>
                </a:solidFill>
                <a:latin typeface="Times New Roman"/>
                <a:ea typeface="Times New Roman"/>
                <a:cs typeface="Times New Roman"/>
                <a:sym typeface="Times New Roman"/>
              </a:rPr>
              <a:t>Machine Learning Professional</a:t>
            </a:r>
            <a:br>
              <a:rPr b="0" i="0" lang="en-US" sz="1800" u="none" cap="none" strike="noStrike">
                <a:solidFill>
                  <a:schemeClr val="lt1"/>
                </a:solidFill>
                <a:latin typeface="Times New Roman"/>
                <a:ea typeface="Times New Roman"/>
                <a:cs typeface="Times New Roman"/>
                <a:sym typeface="Times New Roman"/>
              </a:rPr>
            </a:br>
            <a:r>
              <a:rPr b="0" i="0" lang="en-US" sz="1800" u="none" cap="none" strike="noStrike">
                <a:solidFill>
                  <a:schemeClr val="lt1"/>
                </a:solidFill>
                <a:latin typeface="Times New Roman"/>
                <a:ea typeface="Times New Roman"/>
                <a:cs typeface="Times New Roman"/>
                <a:sym typeface="Times New Roman"/>
              </a:rPr>
              <a:t>Project Presentation</a:t>
            </a:r>
            <a:endParaRPr b="0" i="0" sz="1800" u="none" cap="none" strike="noStrike">
              <a:solidFill>
                <a:schemeClr val="lt1"/>
              </a:solidFill>
              <a:latin typeface="Times New Roman"/>
              <a:ea typeface="Times New Roman"/>
              <a:cs typeface="Times New Roman"/>
              <a:sym typeface="Times New Roman"/>
            </a:endParaRPr>
          </a:p>
        </p:txBody>
      </p:sp>
      <p:pic>
        <p:nvPicPr>
          <p:cNvPr id="631" name="Google Shape;631;g3da1138a163_0_262"/>
          <p:cNvPicPr preferRelativeResize="0"/>
          <p:nvPr/>
        </p:nvPicPr>
        <p:blipFill rotWithShape="1">
          <a:blip r:embed="rId6">
            <a:alphaModFix/>
          </a:blip>
          <a:srcRect b="0" l="0" r="0" t="0"/>
          <a:stretch/>
        </p:blipFill>
        <p:spPr>
          <a:xfrm>
            <a:off x="10590875" y="6330524"/>
            <a:ext cx="1500023" cy="585000"/>
          </a:xfrm>
          <a:prstGeom prst="rect">
            <a:avLst/>
          </a:prstGeom>
          <a:noFill/>
          <a:ln>
            <a:noFill/>
          </a:ln>
        </p:spPr>
      </p:pic>
      <p:sp>
        <p:nvSpPr>
          <p:cNvPr id="632" name="Google Shape;632;g3da1138a163_0_262"/>
          <p:cNvSpPr txBox="1"/>
          <p:nvPr/>
        </p:nvSpPr>
        <p:spPr>
          <a:xfrm>
            <a:off x="-1" y="6234672"/>
            <a:ext cx="5981100" cy="6465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chemeClr val="dk1"/>
              </a:buClr>
              <a:buSzPts val="1800"/>
              <a:buFont typeface="Arial"/>
              <a:buNone/>
            </a:pPr>
            <a:r>
              <a:rPr b="0" i="0" lang="en-US" sz="1800" u="none" cap="none" strike="noStrike">
                <a:solidFill>
                  <a:schemeClr val="lt1"/>
                </a:solidFill>
                <a:latin typeface="Times New Roman"/>
                <a:ea typeface="Times New Roman"/>
                <a:cs typeface="Times New Roman"/>
                <a:sym typeface="Times New Roman"/>
              </a:rPr>
              <a:t>Machine Learning Professional</a:t>
            </a:r>
            <a:br>
              <a:rPr b="0" i="0" lang="en-US" sz="1800" u="none" cap="none" strike="noStrike">
                <a:solidFill>
                  <a:schemeClr val="lt1"/>
                </a:solidFill>
                <a:latin typeface="Times New Roman"/>
                <a:ea typeface="Times New Roman"/>
                <a:cs typeface="Times New Roman"/>
                <a:sym typeface="Times New Roman"/>
              </a:rPr>
            </a:br>
            <a:r>
              <a:rPr b="0" i="0" lang="en-US" sz="1800" u="none" cap="none" strike="noStrike">
                <a:solidFill>
                  <a:schemeClr val="lt1"/>
                </a:solidFill>
                <a:latin typeface="Times New Roman"/>
                <a:ea typeface="Times New Roman"/>
                <a:cs typeface="Times New Roman"/>
                <a:sym typeface="Times New Roman"/>
              </a:rPr>
              <a:t>Project Presentation</a:t>
            </a:r>
            <a:endParaRPr b="0" i="0" sz="1800" u="none" cap="none" strike="noStrike">
              <a:solidFill>
                <a:schemeClr val="lt1"/>
              </a:solidFill>
              <a:latin typeface="Times New Roman"/>
              <a:ea typeface="Times New Roman"/>
              <a:cs typeface="Times New Roman"/>
              <a:sym typeface="Times New Roman"/>
            </a:endParaRPr>
          </a:p>
        </p:txBody>
      </p:sp>
      <p:pic>
        <p:nvPicPr>
          <p:cNvPr id="633" name="Google Shape;633;g3da1138a163_0_262"/>
          <p:cNvPicPr preferRelativeResize="0"/>
          <p:nvPr/>
        </p:nvPicPr>
        <p:blipFill rotWithShape="1">
          <a:blip r:embed="rId6">
            <a:alphaModFix/>
          </a:blip>
          <a:srcRect b="0" l="0" r="0" t="0"/>
          <a:stretch/>
        </p:blipFill>
        <p:spPr>
          <a:xfrm>
            <a:off x="10590875" y="6330524"/>
            <a:ext cx="1500023" cy="585000"/>
          </a:xfrm>
          <a:prstGeom prst="rect">
            <a:avLst/>
          </a:prstGeom>
          <a:noFill/>
          <a:ln>
            <a:noFill/>
          </a:ln>
        </p:spPr>
      </p:pic>
      <p:sp>
        <p:nvSpPr>
          <p:cNvPr id="634" name="Google Shape;634;g3da1138a163_0_262"/>
          <p:cNvSpPr txBox="1"/>
          <p:nvPr/>
        </p:nvSpPr>
        <p:spPr>
          <a:xfrm>
            <a:off x="-1" y="6234672"/>
            <a:ext cx="5981100" cy="6465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chemeClr val="dk1"/>
              </a:buClr>
              <a:buSzPts val="1800"/>
              <a:buFont typeface="Arial"/>
              <a:buNone/>
            </a:pPr>
            <a:r>
              <a:rPr b="0" i="0" lang="en-US" sz="1800" u="none" cap="none" strike="noStrike">
                <a:solidFill>
                  <a:schemeClr val="lt1"/>
                </a:solidFill>
                <a:latin typeface="Times New Roman"/>
                <a:ea typeface="Times New Roman"/>
                <a:cs typeface="Times New Roman"/>
                <a:sym typeface="Times New Roman"/>
              </a:rPr>
              <a:t>Machine Learning Professional</a:t>
            </a:r>
            <a:br>
              <a:rPr b="0" i="0" lang="en-US" sz="1800" u="none" cap="none" strike="noStrike">
                <a:solidFill>
                  <a:schemeClr val="lt1"/>
                </a:solidFill>
                <a:latin typeface="Times New Roman"/>
                <a:ea typeface="Times New Roman"/>
                <a:cs typeface="Times New Roman"/>
                <a:sym typeface="Times New Roman"/>
              </a:rPr>
            </a:br>
            <a:r>
              <a:rPr b="0" i="0" lang="en-US" sz="1800" u="none" cap="none" strike="noStrike">
                <a:solidFill>
                  <a:schemeClr val="lt1"/>
                </a:solidFill>
                <a:latin typeface="Times New Roman"/>
                <a:ea typeface="Times New Roman"/>
                <a:cs typeface="Times New Roman"/>
                <a:sym typeface="Times New Roman"/>
              </a:rPr>
              <a:t>Project Presentation</a:t>
            </a:r>
            <a:endParaRPr b="0" i="0" sz="1800" u="none" cap="none" strike="noStrike">
              <a:solidFill>
                <a:schemeClr val="lt1"/>
              </a:solidFill>
              <a:latin typeface="Times New Roman"/>
              <a:ea typeface="Times New Roman"/>
              <a:cs typeface="Times New Roman"/>
              <a:sym typeface="Times New Roman"/>
            </a:endParaRPr>
          </a:p>
        </p:txBody>
      </p:sp>
      <p:pic>
        <p:nvPicPr>
          <p:cNvPr id="635" name="Google Shape;635;g3da1138a163_0_262"/>
          <p:cNvPicPr preferRelativeResize="0"/>
          <p:nvPr/>
        </p:nvPicPr>
        <p:blipFill rotWithShape="1">
          <a:blip r:embed="rId6">
            <a:alphaModFix/>
          </a:blip>
          <a:srcRect b="0" l="0" r="0" t="0"/>
          <a:stretch/>
        </p:blipFill>
        <p:spPr>
          <a:xfrm>
            <a:off x="10590875" y="6330524"/>
            <a:ext cx="1500023" cy="585000"/>
          </a:xfrm>
          <a:prstGeom prst="rect">
            <a:avLst/>
          </a:prstGeom>
          <a:noFill/>
          <a:ln>
            <a:noFill/>
          </a:ln>
        </p:spPr>
      </p:pic>
      <p:sp>
        <p:nvSpPr>
          <p:cNvPr id="636" name="Google Shape;636;g3da1138a163_0_262"/>
          <p:cNvSpPr txBox="1"/>
          <p:nvPr/>
        </p:nvSpPr>
        <p:spPr>
          <a:xfrm>
            <a:off x="-1" y="6234672"/>
            <a:ext cx="5981100" cy="6465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chemeClr val="dk1"/>
              </a:buClr>
              <a:buSzPts val="1800"/>
              <a:buFont typeface="Arial"/>
              <a:buNone/>
            </a:pPr>
            <a:r>
              <a:rPr b="0" i="0" lang="en-US" sz="1800" u="none" cap="none" strike="noStrike">
                <a:solidFill>
                  <a:schemeClr val="lt1"/>
                </a:solidFill>
                <a:latin typeface="Times New Roman"/>
                <a:ea typeface="Times New Roman"/>
                <a:cs typeface="Times New Roman"/>
                <a:sym typeface="Times New Roman"/>
              </a:rPr>
              <a:t>Nanoelectronics - Seminar Presentation</a:t>
            </a:r>
            <a:br>
              <a:rPr b="0" i="0" lang="en-US" sz="1800" u="none" cap="none" strike="noStrike">
                <a:solidFill>
                  <a:schemeClr val="lt1"/>
                </a:solidFill>
                <a:latin typeface="Times New Roman"/>
                <a:ea typeface="Times New Roman"/>
                <a:cs typeface="Times New Roman"/>
                <a:sym typeface="Times New Roman"/>
              </a:rPr>
            </a:br>
            <a:r>
              <a:rPr b="0" i="0" lang="en-US" sz="1800" u="none" cap="none" strike="noStrike">
                <a:solidFill>
                  <a:schemeClr val="lt1"/>
                </a:solidFill>
                <a:latin typeface="Times New Roman"/>
                <a:ea typeface="Times New Roman"/>
                <a:cs typeface="Times New Roman"/>
                <a:sym typeface="Times New Roman"/>
              </a:rPr>
              <a:t>Ronit Dutta</a:t>
            </a:r>
            <a:endParaRPr b="0" i="0" sz="1800" u="none" cap="none" strike="noStrike">
              <a:solidFill>
                <a:schemeClr val="lt1"/>
              </a:solidFill>
              <a:latin typeface="Times New Roman"/>
              <a:ea typeface="Times New Roman"/>
              <a:cs typeface="Times New Roman"/>
              <a:sym typeface="Times New Roman"/>
            </a:endParaRPr>
          </a:p>
        </p:txBody>
      </p:sp>
      <p:pic>
        <p:nvPicPr>
          <p:cNvPr id="637" name="Google Shape;637;g3da1138a163_0_262"/>
          <p:cNvPicPr preferRelativeResize="0"/>
          <p:nvPr/>
        </p:nvPicPr>
        <p:blipFill rotWithShape="1">
          <a:blip r:embed="rId6">
            <a:alphaModFix/>
          </a:blip>
          <a:srcRect b="0" l="0" r="0" t="0"/>
          <a:stretch/>
        </p:blipFill>
        <p:spPr>
          <a:xfrm>
            <a:off x="10590875" y="6330524"/>
            <a:ext cx="1500023" cy="585000"/>
          </a:xfrm>
          <a:prstGeom prst="rect">
            <a:avLst/>
          </a:prstGeom>
          <a:noFill/>
          <a:ln>
            <a:noFill/>
          </a:ln>
        </p:spPr>
      </p:pic>
      <p:pic>
        <p:nvPicPr>
          <p:cNvPr id="638" name="Google Shape;638;g3da1138a163_0_262"/>
          <p:cNvPicPr preferRelativeResize="0"/>
          <p:nvPr/>
        </p:nvPicPr>
        <p:blipFill rotWithShape="1">
          <a:blip r:embed="rId10">
            <a:alphaModFix/>
          </a:blip>
          <a:srcRect b="0" l="0" r="0" t="0"/>
          <a:stretch/>
        </p:blipFill>
        <p:spPr>
          <a:xfrm>
            <a:off x="0" y="6234674"/>
            <a:ext cx="12192000" cy="1165875"/>
          </a:xfrm>
          <a:prstGeom prst="rect">
            <a:avLst/>
          </a:prstGeom>
          <a:noFill/>
          <a:ln>
            <a:noFill/>
          </a:ln>
        </p:spPr>
      </p:pic>
      <p:sp>
        <p:nvSpPr>
          <p:cNvPr id="639" name="Google Shape;639;g3da1138a163_0_262"/>
          <p:cNvSpPr txBox="1"/>
          <p:nvPr/>
        </p:nvSpPr>
        <p:spPr>
          <a:xfrm>
            <a:off x="-1" y="6310697"/>
            <a:ext cx="5981100" cy="6465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chemeClr val="dk1"/>
              </a:buClr>
              <a:buSzPts val="1800"/>
              <a:buFont typeface="Arial"/>
              <a:buNone/>
            </a:pPr>
            <a:r>
              <a:rPr lang="en-US" sz="1800">
                <a:solidFill>
                  <a:schemeClr val="lt1"/>
                </a:solidFill>
                <a:latin typeface="Times New Roman"/>
                <a:ea typeface="Times New Roman"/>
                <a:cs typeface="Times New Roman"/>
                <a:sym typeface="Times New Roman"/>
              </a:rPr>
              <a:t>Applied Mathematics for Engineering [MIDTERM PROJECT]</a:t>
            </a:r>
            <a:br>
              <a:rPr b="0" i="0" lang="en-US" sz="1800" u="none" cap="none" strike="noStrike">
                <a:solidFill>
                  <a:schemeClr val="lt1"/>
                </a:solidFill>
                <a:latin typeface="Times New Roman"/>
                <a:ea typeface="Times New Roman"/>
                <a:cs typeface="Times New Roman"/>
                <a:sym typeface="Times New Roman"/>
              </a:rPr>
            </a:br>
            <a:r>
              <a:rPr b="0" i="0" lang="en-US" sz="1800" u="none" cap="none" strike="noStrike">
                <a:solidFill>
                  <a:schemeClr val="lt1"/>
                </a:solidFill>
                <a:latin typeface="Times New Roman"/>
                <a:ea typeface="Times New Roman"/>
                <a:cs typeface="Times New Roman"/>
                <a:sym typeface="Times New Roman"/>
              </a:rPr>
              <a:t>Ronit Dutta</a:t>
            </a:r>
            <a:endParaRPr b="0" i="0" sz="1800" u="none" cap="none" strike="noStrike">
              <a:solidFill>
                <a:schemeClr val="lt1"/>
              </a:solidFill>
              <a:latin typeface="Times New Roman"/>
              <a:ea typeface="Times New Roman"/>
              <a:cs typeface="Times New Roman"/>
              <a:sym typeface="Times New Roman"/>
            </a:endParaRPr>
          </a:p>
        </p:txBody>
      </p:sp>
      <p:pic>
        <p:nvPicPr>
          <p:cNvPr id="640" name="Google Shape;640;g3da1138a163_0_262"/>
          <p:cNvPicPr preferRelativeResize="0"/>
          <p:nvPr/>
        </p:nvPicPr>
        <p:blipFill rotWithShape="1">
          <a:blip r:embed="rId6">
            <a:alphaModFix/>
          </a:blip>
          <a:srcRect b="0" l="0" r="0" t="0"/>
          <a:stretch/>
        </p:blipFill>
        <p:spPr>
          <a:xfrm>
            <a:off x="10579375" y="6341449"/>
            <a:ext cx="1500023" cy="585000"/>
          </a:xfrm>
          <a:prstGeom prst="rect">
            <a:avLst/>
          </a:prstGeom>
          <a:noFill/>
          <a:ln>
            <a:noFill/>
          </a:ln>
        </p:spPr>
      </p:pic>
      <p:pic>
        <p:nvPicPr>
          <p:cNvPr id="641" name="Google Shape;641;g3da1138a163_0_262"/>
          <p:cNvPicPr preferRelativeResize="0"/>
          <p:nvPr/>
        </p:nvPicPr>
        <p:blipFill>
          <a:blip r:embed="rId11">
            <a:alphaModFix/>
          </a:blip>
          <a:stretch>
            <a:fillRect/>
          </a:stretch>
        </p:blipFill>
        <p:spPr>
          <a:xfrm>
            <a:off x="10590875" y="65726"/>
            <a:ext cx="1500026" cy="2231298"/>
          </a:xfrm>
          <a:prstGeom prst="rect">
            <a:avLst/>
          </a:prstGeom>
          <a:noFill/>
          <a:ln>
            <a:noFill/>
          </a:ln>
        </p:spPr>
      </p:pic>
      <p:pic>
        <p:nvPicPr>
          <p:cNvPr id="642" name="Google Shape;642;g3da1138a163_0_262"/>
          <p:cNvPicPr preferRelativeResize="0"/>
          <p:nvPr/>
        </p:nvPicPr>
        <p:blipFill rotWithShape="1">
          <a:blip r:embed="rId12">
            <a:alphaModFix/>
          </a:blip>
          <a:srcRect b="67366" l="0" r="0" t="0"/>
          <a:stretch/>
        </p:blipFill>
        <p:spPr>
          <a:xfrm>
            <a:off x="106000" y="1030719"/>
            <a:ext cx="6751050" cy="1547550"/>
          </a:xfrm>
          <a:prstGeom prst="rect">
            <a:avLst/>
          </a:prstGeom>
          <a:noFill/>
          <a:ln cap="flat" cmpd="sng" w="19050">
            <a:solidFill>
              <a:schemeClr val="dk1"/>
            </a:solidFill>
            <a:prstDash val="solid"/>
            <a:round/>
            <a:headEnd len="sm" w="sm" type="none"/>
            <a:tailEnd len="sm" w="sm" type="none"/>
          </a:ln>
        </p:spPr>
      </p:pic>
      <p:pic>
        <p:nvPicPr>
          <p:cNvPr id="643" name="Google Shape;643;g3da1138a163_0_262"/>
          <p:cNvPicPr preferRelativeResize="0"/>
          <p:nvPr/>
        </p:nvPicPr>
        <p:blipFill rotWithShape="1">
          <a:blip r:embed="rId12">
            <a:alphaModFix/>
          </a:blip>
          <a:srcRect b="0" l="0" r="0" t="67367"/>
          <a:stretch/>
        </p:blipFill>
        <p:spPr>
          <a:xfrm>
            <a:off x="106000" y="4518425"/>
            <a:ext cx="6751050" cy="1547550"/>
          </a:xfrm>
          <a:prstGeom prst="rect">
            <a:avLst/>
          </a:prstGeom>
          <a:noFill/>
          <a:ln cap="flat" cmpd="sng" w="19050">
            <a:solidFill>
              <a:schemeClr val="dk1"/>
            </a:solidFill>
            <a:prstDash val="solid"/>
            <a:round/>
            <a:headEnd len="sm" w="sm" type="none"/>
            <a:tailEnd len="sm" w="sm" type="none"/>
          </a:ln>
        </p:spPr>
      </p:pic>
      <p:pic>
        <p:nvPicPr>
          <p:cNvPr id="644" name="Google Shape;644;g3da1138a163_0_262"/>
          <p:cNvPicPr preferRelativeResize="0"/>
          <p:nvPr/>
        </p:nvPicPr>
        <p:blipFill rotWithShape="1">
          <a:blip r:embed="rId13">
            <a:alphaModFix/>
          </a:blip>
          <a:srcRect b="62585" l="0" r="0" t="0"/>
          <a:stretch/>
        </p:blipFill>
        <p:spPr>
          <a:xfrm>
            <a:off x="7175900" y="2346375"/>
            <a:ext cx="4903501" cy="1391724"/>
          </a:xfrm>
          <a:prstGeom prst="rect">
            <a:avLst/>
          </a:prstGeom>
          <a:noFill/>
          <a:ln cap="flat" cmpd="sng" w="19050">
            <a:solidFill>
              <a:schemeClr val="dk1"/>
            </a:solidFill>
            <a:prstDash val="solid"/>
            <a:round/>
            <a:headEnd len="sm" w="sm" type="none"/>
            <a:tailEnd len="sm" w="sm" type="none"/>
          </a:ln>
        </p:spPr>
      </p:pic>
      <p:pic>
        <p:nvPicPr>
          <p:cNvPr id="645" name="Google Shape;645;g3da1138a163_0_262"/>
          <p:cNvPicPr preferRelativeResize="0"/>
          <p:nvPr/>
        </p:nvPicPr>
        <p:blipFill rotWithShape="1">
          <a:blip r:embed="rId12">
            <a:alphaModFix/>
          </a:blip>
          <a:srcRect b="35058" l="0" r="0" t="35595"/>
          <a:stretch/>
        </p:blipFill>
        <p:spPr>
          <a:xfrm>
            <a:off x="106000" y="2852488"/>
            <a:ext cx="6751050" cy="1391725"/>
          </a:xfrm>
          <a:prstGeom prst="rect">
            <a:avLst/>
          </a:prstGeom>
          <a:noFill/>
          <a:ln cap="flat" cmpd="sng" w="19050">
            <a:solidFill>
              <a:schemeClr val="dk1"/>
            </a:solidFill>
            <a:prstDash val="solid"/>
            <a:round/>
            <a:headEnd len="sm" w="sm" type="none"/>
            <a:tailEnd len="sm" w="sm" type="none"/>
          </a:ln>
        </p:spPr>
      </p:pic>
      <p:pic>
        <p:nvPicPr>
          <p:cNvPr id="646" name="Google Shape;646;g3da1138a163_0_262"/>
          <p:cNvPicPr preferRelativeResize="0"/>
          <p:nvPr/>
        </p:nvPicPr>
        <p:blipFill rotWithShape="1">
          <a:blip r:embed="rId13">
            <a:alphaModFix/>
          </a:blip>
          <a:srcRect b="25320" l="0" r="0" t="43336"/>
          <a:stretch/>
        </p:blipFill>
        <p:spPr>
          <a:xfrm>
            <a:off x="7175900" y="3980475"/>
            <a:ext cx="4903501" cy="1165874"/>
          </a:xfrm>
          <a:prstGeom prst="rect">
            <a:avLst/>
          </a:prstGeom>
          <a:noFill/>
          <a:ln cap="flat" cmpd="sng" w="19050">
            <a:solidFill>
              <a:schemeClr val="dk1"/>
            </a:solidFill>
            <a:prstDash val="solid"/>
            <a:round/>
            <a:headEnd len="sm" w="sm" type="none"/>
            <a:tailEnd len="sm" w="sm" type="none"/>
          </a:ln>
        </p:spPr>
      </p:pic>
      <p:pic>
        <p:nvPicPr>
          <p:cNvPr id="647" name="Google Shape;647;g3da1138a163_0_262"/>
          <p:cNvPicPr preferRelativeResize="0"/>
          <p:nvPr/>
        </p:nvPicPr>
        <p:blipFill rotWithShape="1">
          <a:blip r:embed="rId13">
            <a:alphaModFix/>
          </a:blip>
          <a:srcRect b="0" l="0" r="0" t="79303"/>
          <a:stretch/>
        </p:blipFill>
        <p:spPr>
          <a:xfrm>
            <a:off x="7175900" y="5293901"/>
            <a:ext cx="4903501" cy="769850"/>
          </a:xfrm>
          <a:prstGeom prst="rect">
            <a:avLst/>
          </a:prstGeom>
          <a:noFill/>
          <a:ln cap="flat" cmpd="sng" w="19050">
            <a:solidFill>
              <a:schemeClr val="dk1"/>
            </a:solidFill>
            <a:prstDash val="solid"/>
            <a:round/>
            <a:headEnd len="sm" w="sm" type="none"/>
            <a:tailEnd len="sm" w="sm" type="none"/>
          </a:ln>
        </p:spPr>
      </p:pic>
      <p:pic>
        <p:nvPicPr>
          <p:cNvPr id="648" name="Google Shape;648;g3da1138a163_0_262"/>
          <p:cNvPicPr preferRelativeResize="0"/>
          <p:nvPr/>
        </p:nvPicPr>
        <p:blipFill rotWithShape="1">
          <a:blip r:embed="rId14">
            <a:alphaModFix/>
          </a:blip>
          <a:srcRect b="8278" l="11633" r="11633" t="8278"/>
          <a:stretch/>
        </p:blipFill>
        <p:spPr>
          <a:xfrm>
            <a:off x="7801375" y="154500"/>
            <a:ext cx="2517949" cy="2053750"/>
          </a:xfrm>
          <a:prstGeom prst="rect">
            <a:avLst/>
          </a:prstGeom>
          <a:noFill/>
          <a:ln cap="flat" cmpd="sng" w="19050">
            <a:solidFill>
              <a:schemeClr val="dk1"/>
            </a:solidFill>
            <a:prstDash val="solid"/>
            <a:round/>
            <a:headEnd len="sm" w="sm" type="none"/>
            <a:tailEnd len="sm" w="sm" type="none"/>
          </a:ln>
        </p:spPr>
      </p:pic>
    </p:spTree>
  </p:cSld>
  <p:clrMapOvr>
    <a:masterClrMapping/>
  </p:clrMapOvr>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52" name="Shape 652"/>
        <p:cNvGrpSpPr/>
        <p:nvPr/>
      </p:nvGrpSpPr>
      <p:grpSpPr>
        <a:xfrm>
          <a:off x="0" y="0"/>
          <a:ext cx="0" cy="0"/>
          <a:chOff x="0" y="0"/>
          <a:chExt cx="0" cy="0"/>
        </a:xfrm>
      </p:grpSpPr>
      <p:sp>
        <p:nvSpPr>
          <p:cNvPr id="653" name="Google Shape;653;g3da1138a163_0_360"/>
          <p:cNvSpPr/>
          <p:nvPr/>
        </p:nvSpPr>
        <p:spPr>
          <a:xfrm>
            <a:off x="7968950" y="3274975"/>
            <a:ext cx="4027500" cy="2783100"/>
          </a:xfrm>
          <a:prstGeom prst="rect">
            <a:avLst/>
          </a:prstGeom>
          <a:noFill/>
          <a:ln cap="flat" cmpd="sng" w="19050">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Calibri"/>
              <a:ea typeface="Calibri"/>
              <a:cs typeface="Calibri"/>
              <a:sym typeface="Calibri"/>
            </a:endParaRPr>
          </a:p>
        </p:txBody>
      </p:sp>
      <p:sp>
        <p:nvSpPr>
          <p:cNvPr id="654" name="Google Shape;654;g3da1138a163_0_360"/>
          <p:cNvSpPr/>
          <p:nvPr/>
        </p:nvSpPr>
        <p:spPr>
          <a:xfrm>
            <a:off x="3413388" y="2175467"/>
            <a:ext cx="4027500" cy="3219900"/>
          </a:xfrm>
          <a:prstGeom prst="rect">
            <a:avLst/>
          </a:prstGeom>
          <a:noFill/>
          <a:ln cap="flat" cmpd="sng" w="17775">
            <a:solidFill>
              <a:schemeClr val="dk1"/>
            </a:solidFill>
            <a:prstDash val="solid"/>
            <a:round/>
            <a:headEnd len="sm" w="sm" type="none"/>
            <a:tailEnd len="sm" w="sm" type="none"/>
          </a:ln>
        </p:spPr>
        <p:txBody>
          <a:bodyPr anchorCtr="0" anchor="ctr" bIns="85275" lIns="85275" spcFirstLastPara="1" rIns="85275" wrap="square" tIns="85275">
            <a:noAutofit/>
          </a:bodyPr>
          <a:lstStyle/>
          <a:p>
            <a:pPr indent="0" lvl="0" marL="0" rtl="0" algn="ctr">
              <a:spcBef>
                <a:spcPts val="0"/>
              </a:spcBef>
              <a:spcAft>
                <a:spcPts val="0"/>
              </a:spcAft>
              <a:buNone/>
            </a:pPr>
            <a:r>
              <a:t/>
            </a:r>
            <a:endParaRPr sz="1305">
              <a:latin typeface="Calibri"/>
              <a:ea typeface="Calibri"/>
              <a:cs typeface="Calibri"/>
              <a:sym typeface="Calibri"/>
            </a:endParaRPr>
          </a:p>
        </p:txBody>
      </p:sp>
      <p:sp>
        <p:nvSpPr>
          <p:cNvPr id="655" name="Google Shape;655;g3da1138a163_0_360"/>
          <p:cNvSpPr/>
          <p:nvPr/>
        </p:nvSpPr>
        <p:spPr>
          <a:xfrm>
            <a:off x="53475" y="1497600"/>
            <a:ext cx="2985000" cy="4129500"/>
          </a:xfrm>
          <a:prstGeom prst="rect">
            <a:avLst/>
          </a:prstGeom>
          <a:noFill/>
          <a:ln cap="flat" cmpd="sng" w="19050">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Calibri"/>
              <a:ea typeface="Calibri"/>
              <a:cs typeface="Calibri"/>
              <a:sym typeface="Calibri"/>
            </a:endParaRPr>
          </a:p>
        </p:txBody>
      </p:sp>
      <p:sp>
        <p:nvSpPr>
          <p:cNvPr id="656" name="Google Shape;656;g3da1138a163_0_360"/>
          <p:cNvSpPr/>
          <p:nvPr/>
        </p:nvSpPr>
        <p:spPr>
          <a:xfrm>
            <a:off x="7815805" y="168599"/>
            <a:ext cx="4333800" cy="2494800"/>
          </a:xfrm>
          <a:prstGeom prst="rect">
            <a:avLst/>
          </a:prstGeom>
          <a:noFill/>
          <a:ln cap="flat" cmpd="sng" w="17075">
            <a:solidFill>
              <a:schemeClr val="dk1"/>
            </a:solidFill>
            <a:prstDash val="solid"/>
            <a:round/>
            <a:headEnd len="sm" w="sm" type="none"/>
            <a:tailEnd len="sm" w="sm" type="none"/>
          </a:ln>
        </p:spPr>
        <p:txBody>
          <a:bodyPr anchorCtr="0" anchor="ctr" bIns="81950" lIns="81950" spcFirstLastPara="1" rIns="81950" wrap="square" tIns="81950">
            <a:noAutofit/>
          </a:bodyPr>
          <a:lstStyle/>
          <a:p>
            <a:pPr indent="0" lvl="0" marL="0" rtl="0" algn="ctr">
              <a:spcBef>
                <a:spcPts val="0"/>
              </a:spcBef>
              <a:spcAft>
                <a:spcPts val="0"/>
              </a:spcAft>
              <a:buNone/>
            </a:pPr>
            <a:r>
              <a:rPr lang="en-US" sz="1254">
                <a:latin typeface="Calibri"/>
                <a:ea typeface="Calibri"/>
                <a:cs typeface="Calibri"/>
                <a:sym typeface="Calibri"/>
              </a:rPr>
              <a:t>`</a:t>
            </a:r>
            <a:endParaRPr sz="1254">
              <a:latin typeface="Calibri"/>
              <a:ea typeface="Calibri"/>
              <a:cs typeface="Calibri"/>
              <a:sym typeface="Calibri"/>
            </a:endParaRPr>
          </a:p>
        </p:txBody>
      </p:sp>
      <p:sp>
        <p:nvSpPr>
          <p:cNvPr id="657" name="Google Shape;657;g3da1138a163_0_360"/>
          <p:cNvSpPr txBox="1"/>
          <p:nvPr/>
        </p:nvSpPr>
        <p:spPr>
          <a:xfrm>
            <a:off x="150325" y="754000"/>
            <a:ext cx="5340300" cy="585000"/>
          </a:xfrm>
          <a:prstGeom prst="rect">
            <a:avLst/>
          </a:prstGeom>
          <a:noFill/>
          <a:ln cap="flat" cmpd="sng" w="19050">
            <a:solidFill>
              <a:srgbClr val="000000"/>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15000"/>
              </a:lnSpc>
              <a:spcBef>
                <a:spcPts val="1000"/>
              </a:spcBef>
              <a:spcAft>
                <a:spcPts val="1000"/>
              </a:spcAft>
              <a:buNone/>
            </a:pPr>
            <a:r>
              <a:rPr lang="en-US" sz="1300">
                <a:solidFill>
                  <a:schemeClr val="dk1"/>
                </a:solidFill>
                <a:latin typeface="Georgia"/>
                <a:ea typeface="Georgia"/>
                <a:cs typeface="Georgia"/>
                <a:sym typeface="Georgia"/>
              </a:rPr>
              <a:t>C</a:t>
            </a:r>
            <a:r>
              <a:rPr lang="en-US" sz="1300">
                <a:solidFill>
                  <a:schemeClr val="dk1"/>
                </a:solidFill>
                <a:latin typeface="Georgia"/>
                <a:ea typeface="Georgia"/>
                <a:cs typeface="Georgia"/>
                <a:sym typeface="Georgia"/>
              </a:rPr>
              <a:t>onfinement</a:t>
            </a:r>
            <a:r>
              <a:rPr lang="en-US" sz="1300">
                <a:solidFill>
                  <a:schemeClr val="dk1"/>
                </a:solidFill>
                <a:latin typeface="Georgia"/>
                <a:ea typeface="Georgia"/>
                <a:cs typeface="Georgia"/>
                <a:sym typeface="Georgia"/>
              </a:rPr>
              <a:t> is the exact opposite of scattering as previously shown.</a:t>
            </a:r>
            <a:br>
              <a:rPr lang="en-US" sz="1300">
                <a:solidFill>
                  <a:schemeClr val="dk1"/>
                </a:solidFill>
                <a:latin typeface="Georgia"/>
                <a:ea typeface="Georgia"/>
                <a:cs typeface="Georgia"/>
                <a:sym typeface="Georgia"/>
              </a:rPr>
            </a:br>
            <a:r>
              <a:rPr lang="en-US" sz="1300">
                <a:solidFill>
                  <a:schemeClr val="dk1"/>
                </a:solidFill>
                <a:latin typeface="Georgia"/>
                <a:ea typeface="Georgia"/>
                <a:cs typeface="Georgia"/>
                <a:sym typeface="Georgia"/>
              </a:rPr>
              <a:t>Some common examples of “Bound” or “Confined” states.</a:t>
            </a:r>
            <a:endParaRPr b="0" i="0" sz="1300" u="none" cap="none" strike="noStrike">
              <a:solidFill>
                <a:schemeClr val="dk1"/>
              </a:solidFill>
              <a:latin typeface="Georgia"/>
              <a:ea typeface="Georgia"/>
              <a:cs typeface="Georgia"/>
              <a:sym typeface="Georgia"/>
            </a:endParaRPr>
          </a:p>
        </p:txBody>
      </p:sp>
      <p:pic>
        <p:nvPicPr>
          <p:cNvPr id="658" name="Google Shape;658;g3da1138a163_0_360"/>
          <p:cNvPicPr preferRelativeResize="0"/>
          <p:nvPr/>
        </p:nvPicPr>
        <p:blipFill rotWithShape="1">
          <a:blip r:embed="rId3">
            <a:alphaModFix/>
          </a:blip>
          <a:srcRect b="0" l="0" r="0" t="0"/>
          <a:stretch/>
        </p:blipFill>
        <p:spPr>
          <a:xfrm>
            <a:off x="-4" y="6211289"/>
            <a:ext cx="12192003" cy="1285104"/>
          </a:xfrm>
          <a:prstGeom prst="rect">
            <a:avLst/>
          </a:prstGeom>
          <a:noFill/>
          <a:ln>
            <a:noFill/>
          </a:ln>
        </p:spPr>
      </p:pic>
      <p:pic>
        <p:nvPicPr>
          <p:cNvPr id="659" name="Google Shape;659;g3da1138a163_0_360"/>
          <p:cNvPicPr preferRelativeResize="0"/>
          <p:nvPr/>
        </p:nvPicPr>
        <p:blipFill rotWithShape="1">
          <a:blip r:embed="rId4">
            <a:alphaModFix/>
          </a:blip>
          <a:srcRect b="0" l="0" r="0" t="0"/>
          <a:stretch/>
        </p:blipFill>
        <p:spPr>
          <a:xfrm>
            <a:off x="10590934" y="6330522"/>
            <a:ext cx="1499906" cy="585000"/>
          </a:xfrm>
          <a:prstGeom prst="rect">
            <a:avLst/>
          </a:prstGeom>
          <a:noFill/>
          <a:ln>
            <a:noFill/>
          </a:ln>
        </p:spPr>
      </p:pic>
      <p:sp>
        <p:nvSpPr>
          <p:cNvPr id="660" name="Google Shape;660;g3da1138a163_0_360"/>
          <p:cNvSpPr txBox="1"/>
          <p:nvPr/>
        </p:nvSpPr>
        <p:spPr>
          <a:xfrm>
            <a:off x="-1" y="6288587"/>
            <a:ext cx="5981100" cy="3693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chemeClr val="dk1"/>
              </a:buClr>
              <a:buSzPts val="1800"/>
              <a:buFont typeface="Arial"/>
              <a:buNone/>
            </a:pPr>
            <a:r>
              <a:rPr b="0" i="0" lang="en-US" sz="1800" u="none" cap="none" strike="noStrike">
                <a:solidFill>
                  <a:schemeClr val="lt1"/>
                </a:solidFill>
                <a:latin typeface="Times New Roman"/>
                <a:ea typeface="Times New Roman"/>
                <a:cs typeface="Times New Roman"/>
                <a:sym typeface="Times New Roman"/>
              </a:rPr>
              <a:t>Term Paper Presentation | Ronit Dutta</a:t>
            </a:r>
            <a:endParaRPr b="0" i="0" sz="1800" u="none" cap="none" strike="noStrike">
              <a:solidFill>
                <a:schemeClr val="lt1"/>
              </a:solidFill>
              <a:latin typeface="Times New Roman"/>
              <a:ea typeface="Times New Roman"/>
              <a:cs typeface="Times New Roman"/>
              <a:sym typeface="Times New Roman"/>
            </a:endParaRPr>
          </a:p>
        </p:txBody>
      </p:sp>
      <p:sp>
        <p:nvSpPr>
          <p:cNvPr id="661" name="Google Shape;661;g3da1138a163_0_360"/>
          <p:cNvSpPr txBox="1"/>
          <p:nvPr/>
        </p:nvSpPr>
        <p:spPr>
          <a:xfrm>
            <a:off x="0" y="0"/>
            <a:ext cx="12192000" cy="5388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3200"/>
              <a:buFont typeface="Arial"/>
              <a:buNone/>
            </a:pPr>
            <a:r>
              <a:rPr lang="en-US" sz="2900">
                <a:solidFill>
                  <a:schemeClr val="dk1"/>
                </a:solidFill>
                <a:latin typeface="Times New Roman"/>
                <a:ea typeface="Times New Roman"/>
                <a:cs typeface="Times New Roman"/>
                <a:sym typeface="Times New Roman"/>
              </a:rPr>
              <a:t>Confined (bound) vs Scattering (unbound) states</a:t>
            </a:r>
            <a:endParaRPr b="0" i="0" sz="2900" u="none" cap="none" strike="noStrike">
              <a:solidFill>
                <a:schemeClr val="dk1"/>
              </a:solidFill>
              <a:latin typeface="Times New Roman"/>
              <a:ea typeface="Times New Roman"/>
              <a:cs typeface="Times New Roman"/>
              <a:sym typeface="Times New Roman"/>
            </a:endParaRPr>
          </a:p>
        </p:txBody>
      </p:sp>
      <p:cxnSp>
        <p:nvCxnSpPr>
          <p:cNvPr id="662" name="Google Shape;662;g3da1138a163_0_360"/>
          <p:cNvCxnSpPr/>
          <p:nvPr/>
        </p:nvCxnSpPr>
        <p:spPr>
          <a:xfrm flipH="1" rot="10800000">
            <a:off x="6" y="654189"/>
            <a:ext cx="6318000" cy="30600"/>
          </a:xfrm>
          <a:prstGeom prst="straightConnector1">
            <a:avLst/>
          </a:prstGeom>
          <a:noFill/>
          <a:ln cap="flat" cmpd="sng" w="9525">
            <a:solidFill>
              <a:srgbClr val="0E4D3B"/>
            </a:solidFill>
            <a:prstDash val="solid"/>
            <a:miter lim="800000"/>
            <a:headEnd len="sm" w="sm" type="none"/>
            <a:tailEnd len="sm" w="sm" type="none"/>
          </a:ln>
        </p:spPr>
      </p:cxnSp>
      <p:pic>
        <p:nvPicPr>
          <p:cNvPr id="663" name="Google Shape;663;g3da1138a163_0_360"/>
          <p:cNvPicPr preferRelativeResize="0"/>
          <p:nvPr/>
        </p:nvPicPr>
        <p:blipFill rotWithShape="1">
          <a:blip r:embed="rId5">
            <a:alphaModFix/>
          </a:blip>
          <a:srcRect b="0" l="0" r="0" t="0"/>
          <a:stretch/>
        </p:blipFill>
        <p:spPr>
          <a:xfrm>
            <a:off x="-4" y="6211289"/>
            <a:ext cx="12192003" cy="1285104"/>
          </a:xfrm>
          <a:prstGeom prst="rect">
            <a:avLst/>
          </a:prstGeom>
          <a:noFill/>
          <a:ln>
            <a:noFill/>
          </a:ln>
        </p:spPr>
      </p:pic>
      <p:pic>
        <p:nvPicPr>
          <p:cNvPr id="664" name="Google Shape;664;g3da1138a163_0_360"/>
          <p:cNvPicPr preferRelativeResize="0"/>
          <p:nvPr/>
        </p:nvPicPr>
        <p:blipFill rotWithShape="1">
          <a:blip r:embed="rId4">
            <a:alphaModFix/>
          </a:blip>
          <a:srcRect b="0" l="0" r="0" t="0"/>
          <a:stretch/>
        </p:blipFill>
        <p:spPr>
          <a:xfrm>
            <a:off x="10590934" y="6330522"/>
            <a:ext cx="1499906" cy="585000"/>
          </a:xfrm>
          <a:prstGeom prst="rect">
            <a:avLst/>
          </a:prstGeom>
          <a:noFill/>
          <a:ln>
            <a:noFill/>
          </a:ln>
        </p:spPr>
      </p:pic>
      <p:sp>
        <p:nvSpPr>
          <p:cNvPr id="665" name="Google Shape;665;g3da1138a163_0_360"/>
          <p:cNvSpPr txBox="1"/>
          <p:nvPr/>
        </p:nvSpPr>
        <p:spPr>
          <a:xfrm>
            <a:off x="-1" y="6288587"/>
            <a:ext cx="5981100" cy="3693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chemeClr val="dk1"/>
              </a:buClr>
              <a:buSzPts val="1800"/>
              <a:buFont typeface="Arial"/>
              <a:buNone/>
            </a:pPr>
            <a:r>
              <a:rPr b="0" i="0" lang="en-US" sz="1800" u="none" cap="none" strike="noStrike">
                <a:solidFill>
                  <a:schemeClr val="lt1"/>
                </a:solidFill>
                <a:latin typeface="Times New Roman"/>
                <a:ea typeface="Times New Roman"/>
                <a:cs typeface="Times New Roman"/>
                <a:sym typeface="Times New Roman"/>
              </a:rPr>
              <a:t>Term Paper Presentation | Ronit Dutta</a:t>
            </a:r>
            <a:endParaRPr b="0" i="0" sz="1800" u="none" cap="none" strike="noStrike">
              <a:solidFill>
                <a:schemeClr val="lt1"/>
              </a:solidFill>
              <a:latin typeface="Times New Roman"/>
              <a:ea typeface="Times New Roman"/>
              <a:cs typeface="Times New Roman"/>
              <a:sym typeface="Times New Roman"/>
            </a:endParaRPr>
          </a:p>
        </p:txBody>
      </p:sp>
      <p:pic>
        <p:nvPicPr>
          <p:cNvPr id="666" name="Google Shape;666;g3da1138a163_0_360"/>
          <p:cNvPicPr preferRelativeResize="0"/>
          <p:nvPr/>
        </p:nvPicPr>
        <p:blipFill rotWithShape="1">
          <a:blip r:embed="rId5">
            <a:alphaModFix/>
          </a:blip>
          <a:srcRect b="0" l="0" r="0" t="0"/>
          <a:stretch/>
        </p:blipFill>
        <p:spPr>
          <a:xfrm>
            <a:off x="-4" y="6211289"/>
            <a:ext cx="12192003" cy="1285104"/>
          </a:xfrm>
          <a:prstGeom prst="rect">
            <a:avLst/>
          </a:prstGeom>
          <a:noFill/>
          <a:ln>
            <a:noFill/>
          </a:ln>
        </p:spPr>
      </p:pic>
      <p:pic>
        <p:nvPicPr>
          <p:cNvPr id="667" name="Google Shape;667;g3da1138a163_0_360"/>
          <p:cNvPicPr preferRelativeResize="0"/>
          <p:nvPr/>
        </p:nvPicPr>
        <p:blipFill rotWithShape="1">
          <a:blip r:embed="rId4">
            <a:alphaModFix/>
          </a:blip>
          <a:srcRect b="0" l="0" r="0" t="0"/>
          <a:stretch/>
        </p:blipFill>
        <p:spPr>
          <a:xfrm>
            <a:off x="10590934" y="6330522"/>
            <a:ext cx="1499906" cy="585000"/>
          </a:xfrm>
          <a:prstGeom prst="rect">
            <a:avLst/>
          </a:prstGeom>
          <a:noFill/>
          <a:ln>
            <a:noFill/>
          </a:ln>
        </p:spPr>
      </p:pic>
      <p:sp>
        <p:nvSpPr>
          <p:cNvPr id="668" name="Google Shape;668;g3da1138a163_0_360"/>
          <p:cNvSpPr txBox="1"/>
          <p:nvPr/>
        </p:nvSpPr>
        <p:spPr>
          <a:xfrm>
            <a:off x="-1" y="6288587"/>
            <a:ext cx="5981100" cy="6465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chemeClr val="dk1"/>
              </a:buClr>
              <a:buSzPts val="1800"/>
              <a:buFont typeface="Arial"/>
              <a:buNone/>
            </a:pPr>
            <a:r>
              <a:rPr b="0" i="0" lang="en-US" sz="1800" u="none" cap="none" strike="noStrike">
                <a:solidFill>
                  <a:schemeClr val="lt1"/>
                </a:solidFill>
                <a:latin typeface="Times New Roman"/>
                <a:ea typeface="Times New Roman"/>
                <a:cs typeface="Times New Roman"/>
                <a:sym typeface="Times New Roman"/>
              </a:rPr>
              <a:t>Machine Learning Professional</a:t>
            </a:r>
            <a:br>
              <a:rPr b="0" i="0" lang="en-US" sz="1800" u="none" cap="none" strike="noStrike">
                <a:solidFill>
                  <a:schemeClr val="lt1"/>
                </a:solidFill>
                <a:latin typeface="Times New Roman"/>
                <a:ea typeface="Times New Roman"/>
                <a:cs typeface="Times New Roman"/>
                <a:sym typeface="Times New Roman"/>
              </a:rPr>
            </a:br>
            <a:r>
              <a:rPr b="0" i="0" lang="en-US" sz="1800" u="none" cap="none" strike="noStrike">
                <a:solidFill>
                  <a:schemeClr val="lt1"/>
                </a:solidFill>
                <a:latin typeface="Times New Roman"/>
                <a:ea typeface="Times New Roman"/>
                <a:cs typeface="Times New Roman"/>
                <a:sym typeface="Times New Roman"/>
              </a:rPr>
              <a:t>Project Presentation</a:t>
            </a:r>
            <a:endParaRPr b="0" i="0" sz="1800" u="none" cap="none" strike="noStrike">
              <a:solidFill>
                <a:schemeClr val="lt1"/>
              </a:solidFill>
              <a:latin typeface="Times New Roman"/>
              <a:ea typeface="Times New Roman"/>
              <a:cs typeface="Times New Roman"/>
              <a:sym typeface="Times New Roman"/>
            </a:endParaRPr>
          </a:p>
        </p:txBody>
      </p:sp>
      <p:pic>
        <p:nvPicPr>
          <p:cNvPr id="669" name="Google Shape;669;g3da1138a163_0_360"/>
          <p:cNvPicPr preferRelativeResize="0"/>
          <p:nvPr/>
        </p:nvPicPr>
        <p:blipFill rotWithShape="1">
          <a:blip r:embed="rId6">
            <a:alphaModFix/>
          </a:blip>
          <a:srcRect b="0" l="0" r="0" t="0"/>
          <a:stretch/>
        </p:blipFill>
        <p:spPr>
          <a:xfrm>
            <a:off x="10590875" y="6330524"/>
            <a:ext cx="1500023" cy="585000"/>
          </a:xfrm>
          <a:prstGeom prst="rect">
            <a:avLst/>
          </a:prstGeom>
          <a:noFill/>
          <a:ln>
            <a:noFill/>
          </a:ln>
        </p:spPr>
      </p:pic>
      <p:pic>
        <p:nvPicPr>
          <p:cNvPr id="670" name="Google Shape;670;g3da1138a163_0_360"/>
          <p:cNvPicPr preferRelativeResize="0"/>
          <p:nvPr/>
        </p:nvPicPr>
        <p:blipFill rotWithShape="1">
          <a:blip r:embed="rId7">
            <a:alphaModFix/>
          </a:blip>
          <a:srcRect b="0" l="0" r="0" t="0"/>
          <a:stretch/>
        </p:blipFill>
        <p:spPr>
          <a:xfrm>
            <a:off x="-4" y="6211289"/>
            <a:ext cx="12192003" cy="1285104"/>
          </a:xfrm>
          <a:prstGeom prst="rect">
            <a:avLst/>
          </a:prstGeom>
          <a:noFill/>
          <a:ln>
            <a:noFill/>
          </a:ln>
        </p:spPr>
      </p:pic>
      <p:sp>
        <p:nvSpPr>
          <p:cNvPr id="671" name="Google Shape;671;g3da1138a163_0_360"/>
          <p:cNvSpPr txBox="1"/>
          <p:nvPr/>
        </p:nvSpPr>
        <p:spPr>
          <a:xfrm>
            <a:off x="-1" y="6288587"/>
            <a:ext cx="5981100" cy="6465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chemeClr val="dk1"/>
              </a:buClr>
              <a:buSzPts val="1800"/>
              <a:buFont typeface="Arial"/>
              <a:buNone/>
            </a:pPr>
            <a:r>
              <a:rPr b="0" i="0" lang="en-US" sz="1800" u="none" cap="none" strike="noStrike">
                <a:solidFill>
                  <a:schemeClr val="lt1"/>
                </a:solidFill>
                <a:latin typeface="Times New Roman"/>
                <a:ea typeface="Times New Roman"/>
                <a:cs typeface="Times New Roman"/>
                <a:sym typeface="Times New Roman"/>
              </a:rPr>
              <a:t>Machine Learning Professional</a:t>
            </a:r>
            <a:br>
              <a:rPr b="0" i="0" lang="en-US" sz="1800" u="none" cap="none" strike="noStrike">
                <a:solidFill>
                  <a:schemeClr val="lt1"/>
                </a:solidFill>
                <a:latin typeface="Times New Roman"/>
                <a:ea typeface="Times New Roman"/>
                <a:cs typeface="Times New Roman"/>
                <a:sym typeface="Times New Roman"/>
              </a:rPr>
            </a:br>
            <a:r>
              <a:rPr b="0" i="0" lang="en-US" sz="1800" u="none" cap="none" strike="noStrike">
                <a:solidFill>
                  <a:schemeClr val="lt1"/>
                </a:solidFill>
                <a:latin typeface="Times New Roman"/>
                <a:ea typeface="Times New Roman"/>
                <a:cs typeface="Times New Roman"/>
                <a:sym typeface="Times New Roman"/>
              </a:rPr>
              <a:t>Project Presentation</a:t>
            </a:r>
            <a:endParaRPr b="0" i="0" sz="1800" u="none" cap="none" strike="noStrike">
              <a:solidFill>
                <a:schemeClr val="lt1"/>
              </a:solidFill>
              <a:latin typeface="Times New Roman"/>
              <a:ea typeface="Times New Roman"/>
              <a:cs typeface="Times New Roman"/>
              <a:sym typeface="Times New Roman"/>
            </a:endParaRPr>
          </a:p>
        </p:txBody>
      </p:sp>
      <p:pic>
        <p:nvPicPr>
          <p:cNvPr id="672" name="Google Shape;672;g3da1138a163_0_360"/>
          <p:cNvPicPr preferRelativeResize="0"/>
          <p:nvPr/>
        </p:nvPicPr>
        <p:blipFill rotWithShape="1">
          <a:blip r:embed="rId6">
            <a:alphaModFix/>
          </a:blip>
          <a:srcRect b="0" l="0" r="0" t="0"/>
          <a:stretch/>
        </p:blipFill>
        <p:spPr>
          <a:xfrm>
            <a:off x="10590875" y="6330524"/>
            <a:ext cx="1500023" cy="585000"/>
          </a:xfrm>
          <a:prstGeom prst="rect">
            <a:avLst/>
          </a:prstGeom>
          <a:noFill/>
          <a:ln>
            <a:noFill/>
          </a:ln>
        </p:spPr>
      </p:pic>
      <p:pic>
        <p:nvPicPr>
          <p:cNvPr id="673" name="Google Shape;673;g3da1138a163_0_360"/>
          <p:cNvPicPr preferRelativeResize="0"/>
          <p:nvPr/>
        </p:nvPicPr>
        <p:blipFill rotWithShape="1">
          <a:blip r:embed="rId7">
            <a:alphaModFix/>
          </a:blip>
          <a:srcRect b="0" l="0" r="0" t="0"/>
          <a:stretch/>
        </p:blipFill>
        <p:spPr>
          <a:xfrm>
            <a:off x="-4" y="6211289"/>
            <a:ext cx="12192003" cy="1285104"/>
          </a:xfrm>
          <a:prstGeom prst="rect">
            <a:avLst/>
          </a:prstGeom>
          <a:noFill/>
          <a:ln>
            <a:noFill/>
          </a:ln>
        </p:spPr>
      </p:pic>
      <p:sp>
        <p:nvSpPr>
          <p:cNvPr id="674" name="Google Shape;674;g3da1138a163_0_360"/>
          <p:cNvSpPr txBox="1"/>
          <p:nvPr/>
        </p:nvSpPr>
        <p:spPr>
          <a:xfrm>
            <a:off x="-1" y="6234672"/>
            <a:ext cx="5981100" cy="6465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chemeClr val="dk1"/>
              </a:buClr>
              <a:buSzPts val="1800"/>
              <a:buFont typeface="Arial"/>
              <a:buNone/>
            </a:pPr>
            <a:r>
              <a:rPr b="0" i="0" lang="en-US" sz="1800" u="none" cap="none" strike="noStrike">
                <a:solidFill>
                  <a:schemeClr val="lt1"/>
                </a:solidFill>
                <a:latin typeface="Times New Roman"/>
                <a:ea typeface="Times New Roman"/>
                <a:cs typeface="Times New Roman"/>
                <a:sym typeface="Times New Roman"/>
              </a:rPr>
              <a:t>Machine Learning Professional</a:t>
            </a:r>
            <a:br>
              <a:rPr b="0" i="0" lang="en-US" sz="1800" u="none" cap="none" strike="noStrike">
                <a:solidFill>
                  <a:schemeClr val="lt1"/>
                </a:solidFill>
                <a:latin typeface="Times New Roman"/>
                <a:ea typeface="Times New Roman"/>
                <a:cs typeface="Times New Roman"/>
                <a:sym typeface="Times New Roman"/>
              </a:rPr>
            </a:br>
            <a:r>
              <a:rPr b="0" i="0" lang="en-US" sz="1800" u="none" cap="none" strike="noStrike">
                <a:solidFill>
                  <a:schemeClr val="lt1"/>
                </a:solidFill>
                <a:latin typeface="Times New Roman"/>
                <a:ea typeface="Times New Roman"/>
                <a:cs typeface="Times New Roman"/>
                <a:sym typeface="Times New Roman"/>
              </a:rPr>
              <a:t>Project Presentation</a:t>
            </a:r>
            <a:endParaRPr b="0" i="0" sz="1800" u="none" cap="none" strike="noStrike">
              <a:solidFill>
                <a:schemeClr val="lt1"/>
              </a:solidFill>
              <a:latin typeface="Times New Roman"/>
              <a:ea typeface="Times New Roman"/>
              <a:cs typeface="Times New Roman"/>
              <a:sym typeface="Times New Roman"/>
            </a:endParaRPr>
          </a:p>
        </p:txBody>
      </p:sp>
      <p:pic>
        <p:nvPicPr>
          <p:cNvPr id="675" name="Google Shape;675;g3da1138a163_0_360"/>
          <p:cNvPicPr preferRelativeResize="0"/>
          <p:nvPr/>
        </p:nvPicPr>
        <p:blipFill rotWithShape="1">
          <a:blip r:embed="rId6">
            <a:alphaModFix/>
          </a:blip>
          <a:srcRect b="0" l="0" r="0" t="0"/>
          <a:stretch/>
        </p:blipFill>
        <p:spPr>
          <a:xfrm>
            <a:off x="10590875" y="6330524"/>
            <a:ext cx="1500023" cy="585000"/>
          </a:xfrm>
          <a:prstGeom prst="rect">
            <a:avLst/>
          </a:prstGeom>
          <a:noFill/>
          <a:ln>
            <a:noFill/>
          </a:ln>
        </p:spPr>
      </p:pic>
      <p:pic>
        <p:nvPicPr>
          <p:cNvPr id="676" name="Google Shape;676;g3da1138a163_0_360"/>
          <p:cNvPicPr preferRelativeResize="0"/>
          <p:nvPr/>
        </p:nvPicPr>
        <p:blipFill rotWithShape="1">
          <a:blip r:embed="rId8">
            <a:alphaModFix/>
          </a:blip>
          <a:srcRect b="0" l="0" r="0" t="0"/>
          <a:stretch/>
        </p:blipFill>
        <p:spPr>
          <a:xfrm>
            <a:off x="-4" y="6211289"/>
            <a:ext cx="12192003" cy="1285104"/>
          </a:xfrm>
          <a:prstGeom prst="rect">
            <a:avLst/>
          </a:prstGeom>
          <a:noFill/>
          <a:ln>
            <a:noFill/>
          </a:ln>
        </p:spPr>
      </p:pic>
      <p:sp>
        <p:nvSpPr>
          <p:cNvPr id="677" name="Google Shape;677;g3da1138a163_0_360"/>
          <p:cNvSpPr txBox="1"/>
          <p:nvPr/>
        </p:nvSpPr>
        <p:spPr>
          <a:xfrm>
            <a:off x="-1" y="6234672"/>
            <a:ext cx="5981100" cy="6465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chemeClr val="dk1"/>
              </a:buClr>
              <a:buSzPts val="1800"/>
              <a:buFont typeface="Arial"/>
              <a:buNone/>
            </a:pPr>
            <a:r>
              <a:rPr b="0" i="0" lang="en-US" sz="1800" u="none" cap="none" strike="noStrike">
                <a:solidFill>
                  <a:schemeClr val="lt1"/>
                </a:solidFill>
                <a:latin typeface="Times New Roman"/>
                <a:ea typeface="Times New Roman"/>
                <a:cs typeface="Times New Roman"/>
                <a:sym typeface="Times New Roman"/>
              </a:rPr>
              <a:t>Nanoelectronics - Seminar Presentation</a:t>
            </a:r>
            <a:br>
              <a:rPr b="0" i="0" lang="en-US" sz="1800" u="none" cap="none" strike="noStrike">
                <a:solidFill>
                  <a:schemeClr val="lt1"/>
                </a:solidFill>
                <a:latin typeface="Times New Roman"/>
                <a:ea typeface="Times New Roman"/>
                <a:cs typeface="Times New Roman"/>
                <a:sym typeface="Times New Roman"/>
              </a:rPr>
            </a:br>
            <a:r>
              <a:rPr b="0" i="0" lang="en-US" sz="1800" u="none" cap="none" strike="noStrike">
                <a:solidFill>
                  <a:schemeClr val="lt1"/>
                </a:solidFill>
                <a:latin typeface="Times New Roman"/>
                <a:ea typeface="Times New Roman"/>
                <a:cs typeface="Times New Roman"/>
                <a:sym typeface="Times New Roman"/>
              </a:rPr>
              <a:t>Ronit Dutta</a:t>
            </a:r>
            <a:endParaRPr b="0" i="0" sz="1800" u="none" cap="none" strike="noStrike">
              <a:solidFill>
                <a:schemeClr val="lt1"/>
              </a:solidFill>
              <a:latin typeface="Times New Roman"/>
              <a:ea typeface="Times New Roman"/>
              <a:cs typeface="Times New Roman"/>
              <a:sym typeface="Times New Roman"/>
            </a:endParaRPr>
          </a:p>
        </p:txBody>
      </p:sp>
      <p:pic>
        <p:nvPicPr>
          <p:cNvPr id="678" name="Google Shape;678;g3da1138a163_0_360"/>
          <p:cNvPicPr preferRelativeResize="0"/>
          <p:nvPr/>
        </p:nvPicPr>
        <p:blipFill rotWithShape="1">
          <a:blip r:embed="rId6">
            <a:alphaModFix/>
          </a:blip>
          <a:srcRect b="0" l="0" r="0" t="0"/>
          <a:stretch/>
        </p:blipFill>
        <p:spPr>
          <a:xfrm>
            <a:off x="10590875" y="6330524"/>
            <a:ext cx="1500023" cy="585000"/>
          </a:xfrm>
          <a:prstGeom prst="rect">
            <a:avLst/>
          </a:prstGeom>
          <a:noFill/>
          <a:ln>
            <a:noFill/>
          </a:ln>
        </p:spPr>
      </p:pic>
      <p:pic>
        <p:nvPicPr>
          <p:cNvPr id="679" name="Google Shape;679;g3da1138a163_0_360"/>
          <p:cNvPicPr preferRelativeResize="0"/>
          <p:nvPr/>
        </p:nvPicPr>
        <p:blipFill rotWithShape="1">
          <a:blip r:embed="rId9">
            <a:alphaModFix/>
          </a:blip>
          <a:srcRect b="8276" l="0" r="0" t="23104"/>
          <a:stretch/>
        </p:blipFill>
        <p:spPr>
          <a:xfrm>
            <a:off x="8053793" y="3353093"/>
            <a:ext cx="3815383" cy="1963559"/>
          </a:xfrm>
          <a:prstGeom prst="rect">
            <a:avLst/>
          </a:prstGeom>
          <a:noFill/>
          <a:ln cap="flat" cmpd="sng" w="19050">
            <a:solidFill>
              <a:schemeClr val="dk1"/>
            </a:solidFill>
            <a:prstDash val="solid"/>
            <a:round/>
            <a:headEnd len="sm" w="sm" type="none"/>
            <a:tailEnd len="sm" w="sm" type="none"/>
          </a:ln>
        </p:spPr>
      </p:pic>
      <p:pic>
        <p:nvPicPr>
          <p:cNvPr id="680" name="Google Shape;680;g3da1138a163_0_360"/>
          <p:cNvPicPr preferRelativeResize="0"/>
          <p:nvPr/>
        </p:nvPicPr>
        <p:blipFill rotWithShape="1">
          <a:blip r:embed="rId10">
            <a:alphaModFix/>
          </a:blip>
          <a:srcRect b="0" l="0" r="0" t="0"/>
          <a:stretch/>
        </p:blipFill>
        <p:spPr>
          <a:xfrm>
            <a:off x="0" y="6330524"/>
            <a:ext cx="12192000" cy="1165875"/>
          </a:xfrm>
          <a:prstGeom prst="rect">
            <a:avLst/>
          </a:prstGeom>
          <a:noFill/>
          <a:ln>
            <a:noFill/>
          </a:ln>
        </p:spPr>
      </p:pic>
      <p:sp>
        <p:nvSpPr>
          <p:cNvPr id="681" name="Google Shape;681;g3da1138a163_0_360"/>
          <p:cNvSpPr txBox="1"/>
          <p:nvPr/>
        </p:nvSpPr>
        <p:spPr>
          <a:xfrm>
            <a:off x="-1" y="6445547"/>
            <a:ext cx="5981100" cy="6465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chemeClr val="dk1"/>
              </a:buClr>
              <a:buSzPts val="1800"/>
              <a:buFont typeface="Arial"/>
              <a:buNone/>
            </a:pPr>
            <a:r>
              <a:rPr lang="en-US" sz="1800">
                <a:solidFill>
                  <a:schemeClr val="lt1"/>
                </a:solidFill>
                <a:latin typeface="Times New Roman"/>
                <a:ea typeface="Times New Roman"/>
                <a:cs typeface="Times New Roman"/>
                <a:sym typeface="Times New Roman"/>
              </a:rPr>
              <a:t>Applied Mathematics for Engineering [MIDTERM PROJECT]</a:t>
            </a:r>
            <a:br>
              <a:rPr b="0" i="0" lang="en-US" sz="1800" u="none" cap="none" strike="noStrike">
                <a:solidFill>
                  <a:schemeClr val="lt1"/>
                </a:solidFill>
                <a:latin typeface="Times New Roman"/>
                <a:ea typeface="Times New Roman"/>
                <a:cs typeface="Times New Roman"/>
                <a:sym typeface="Times New Roman"/>
              </a:rPr>
            </a:br>
            <a:r>
              <a:rPr b="0" i="0" lang="en-US" sz="1800" u="none" cap="none" strike="noStrike">
                <a:solidFill>
                  <a:schemeClr val="lt1"/>
                </a:solidFill>
                <a:latin typeface="Times New Roman"/>
                <a:ea typeface="Times New Roman"/>
                <a:cs typeface="Times New Roman"/>
                <a:sym typeface="Times New Roman"/>
              </a:rPr>
              <a:t>Ronit Dutta</a:t>
            </a:r>
            <a:endParaRPr b="0" i="0" sz="1800" u="none" cap="none" strike="noStrike">
              <a:solidFill>
                <a:schemeClr val="lt1"/>
              </a:solidFill>
              <a:latin typeface="Times New Roman"/>
              <a:ea typeface="Times New Roman"/>
              <a:cs typeface="Times New Roman"/>
              <a:sym typeface="Times New Roman"/>
            </a:endParaRPr>
          </a:p>
        </p:txBody>
      </p:sp>
      <p:pic>
        <p:nvPicPr>
          <p:cNvPr id="682" name="Google Shape;682;g3da1138a163_0_360"/>
          <p:cNvPicPr preferRelativeResize="0"/>
          <p:nvPr/>
        </p:nvPicPr>
        <p:blipFill rotWithShape="1">
          <a:blip r:embed="rId6">
            <a:alphaModFix/>
          </a:blip>
          <a:srcRect b="0" l="0" r="0" t="0"/>
          <a:stretch/>
        </p:blipFill>
        <p:spPr>
          <a:xfrm>
            <a:off x="10579375" y="6476299"/>
            <a:ext cx="1500023" cy="585000"/>
          </a:xfrm>
          <a:prstGeom prst="rect">
            <a:avLst/>
          </a:prstGeom>
          <a:noFill/>
          <a:ln>
            <a:noFill/>
          </a:ln>
        </p:spPr>
      </p:pic>
      <p:pic>
        <p:nvPicPr>
          <p:cNvPr id="683" name="Google Shape;683;g3da1138a163_0_360"/>
          <p:cNvPicPr preferRelativeResize="0"/>
          <p:nvPr/>
        </p:nvPicPr>
        <p:blipFill rotWithShape="1">
          <a:blip r:embed="rId4">
            <a:alphaModFix/>
          </a:blip>
          <a:srcRect b="0" l="0" r="0" t="0"/>
          <a:stretch/>
        </p:blipFill>
        <p:spPr>
          <a:xfrm>
            <a:off x="10590934" y="6330522"/>
            <a:ext cx="1499906" cy="585000"/>
          </a:xfrm>
          <a:prstGeom prst="rect">
            <a:avLst/>
          </a:prstGeom>
          <a:noFill/>
          <a:ln>
            <a:noFill/>
          </a:ln>
        </p:spPr>
      </p:pic>
      <p:sp>
        <p:nvSpPr>
          <p:cNvPr id="684" name="Google Shape;684;g3da1138a163_0_360"/>
          <p:cNvSpPr txBox="1"/>
          <p:nvPr/>
        </p:nvSpPr>
        <p:spPr>
          <a:xfrm>
            <a:off x="-1" y="6288587"/>
            <a:ext cx="5981100" cy="3693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chemeClr val="dk1"/>
              </a:buClr>
              <a:buSzPts val="1800"/>
              <a:buFont typeface="Arial"/>
              <a:buNone/>
            </a:pPr>
            <a:r>
              <a:rPr b="0" i="0" lang="en-US" sz="1800" u="none" cap="none" strike="noStrike">
                <a:solidFill>
                  <a:schemeClr val="lt1"/>
                </a:solidFill>
                <a:latin typeface="Times New Roman"/>
                <a:ea typeface="Times New Roman"/>
                <a:cs typeface="Times New Roman"/>
                <a:sym typeface="Times New Roman"/>
              </a:rPr>
              <a:t>Term Paper Presentation | Ronit Dutta</a:t>
            </a:r>
            <a:endParaRPr b="0" i="0" sz="1800" u="none" cap="none" strike="noStrike">
              <a:solidFill>
                <a:schemeClr val="lt1"/>
              </a:solidFill>
              <a:latin typeface="Times New Roman"/>
              <a:ea typeface="Times New Roman"/>
              <a:cs typeface="Times New Roman"/>
              <a:sym typeface="Times New Roman"/>
            </a:endParaRPr>
          </a:p>
        </p:txBody>
      </p:sp>
      <p:pic>
        <p:nvPicPr>
          <p:cNvPr id="685" name="Google Shape;685;g3da1138a163_0_360"/>
          <p:cNvPicPr preferRelativeResize="0"/>
          <p:nvPr/>
        </p:nvPicPr>
        <p:blipFill rotWithShape="1">
          <a:blip r:embed="rId4">
            <a:alphaModFix/>
          </a:blip>
          <a:srcRect b="0" l="0" r="0" t="0"/>
          <a:stretch/>
        </p:blipFill>
        <p:spPr>
          <a:xfrm>
            <a:off x="10590934" y="6330522"/>
            <a:ext cx="1499906" cy="585000"/>
          </a:xfrm>
          <a:prstGeom prst="rect">
            <a:avLst/>
          </a:prstGeom>
          <a:noFill/>
          <a:ln>
            <a:noFill/>
          </a:ln>
        </p:spPr>
      </p:pic>
      <p:sp>
        <p:nvSpPr>
          <p:cNvPr id="686" name="Google Shape;686;g3da1138a163_0_360"/>
          <p:cNvSpPr txBox="1"/>
          <p:nvPr/>
        </p:nvSpPr>
        <p:spPr>
          <a:xfrm>
            <a:off x="-1" y="6288587"/>
            <a:ext cx="5981100" cy="3693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chemeClr val="dk1"/>
              </a:buClr>
              <a:buSzPts val="1800"/>
              <a:buFont typeface="Arial"/>
              <a:buNone/>
            </a:pPr>
            <a:r>
              <a:rPr b="0" i="0" lang="en-US" sz="1800" u="none" cap="none" strike="noStrike">
                <a:solidFill>
                  <a:schemeClr val="lt1"/>
                </a:solidFill>
                <a:latin typeface="Times New Roman"/>
                <a:ea typeface="Times New Roman"/>
                <a:cs typeface="Times New Roman"/>
                <a:sym typeface="Times New Roman"/>
              </a:rPr>
              <a:t>Term Paper Presentation | Ronit Dutta</a:t>
            </a:r>
            <a:endParaRPr b="0" i="0" sz="1800" u="none" cap="none" strike="noStrike">
              <a:solidFill>
                <a:schemeClr val="lt1"/>
              </a:solidFill>
              <a:latin typeface="Times New Roman"/>
              <a:ea typeface="Times New Roman"/>
              <a:cs typeface="Times New Roman"/>
              <a:sym typeface="Times New Roman"/>
            </a:endParaRPr>
          </a:p>
        </p:txBody>
      </p:sp>
      <p:pic>
        <p:nvPicPr>
          <p:cNvPr id="687" name="Google Shape;687;g3da1138a163_0_360"/>
          <p:cNvPicPr preferRelativeResize="0"/>
          <p:nvPr/>
        </p:nvPicPr>
        <p:blipFill rotWithShape="1">
          <a:blip r:embed="rId4">
            <a:alphaModFix/>
          </a:blip>
          <a:srcRect b="0" l="0" r="0" t="0"/>
          <a:stretch/>
        </p:blipFill>
        <p:spPr>
          <a:xfrm>
            <a:off x="10590934" y="6330522"/>
            <a:ext cx="1499906" cy="585000"/>
          </a:xfrm>
          <a:prstGeom prst="rect">
            <a:avLst/>
          </a:prstGeom>
          <a:noFill/>
          <a:ln>
            <a:noFill/>
          </a:ln>
        </p:spPr>
      </p:pic>
      <p:sp>
        <p:nvSpPr>
          <p:cNvPr id="688" name="Google Shape;688;g3da1138a163_0_360"/>
          <p:cNvSpPr txBox="1"/>
          <p:nvPr/>
        </p:nvSpPr>
        <p:spPr>
          <a:xfrm>
            <a:off x="-1" y="6288587"/>
            <a:ext cx="5981100" cy="6465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chemeClr val="dk1"/>
              </a:buClr>
              <a:buSzPts val="1800"/>
              <a:buFont typeface="Arial"/>
              <a:buNone/>
            </a:pPr>
            <a:r>
              <a:rPr b="0" i="0" lang="en-US" sz="1800" u="none" cap="none" strike="noStrike">
                <a:solidFill>
                  <a:schemeClr val="lt1"/>
                </a:solidFill>
                <a:latin typeface="Times New Roman"/>
                <a:ea typeface="Times New Roman"/>
                <a:cs typeface="Times New Roman"/>
                <a:sym typeface="Times New Roman"/>
              </a:rPr>
              <a:t>Machine Learning Professional</a:t>
            </a:r>
            <a:br>
              <a:rPr b="0" i="0" lang="en-US" sz="1800" u="none" cap="none" strike="noStrike">
                <a:solidFill>
                  <a:schemeClr val="lt1"/>
                </a:solidFill>
                <a:latin typeface="Times New Roman"/>
                <a:ea typeface="Times New Roman"/>
                <a:cs typeface="Times New Roman"/>
                <a:sym typeface="Times New Roman"/>
              </a:rPr>
            </a:br>
            <a:r>
              <a:rPr b="0" i="0" lang="en-US" sz="1800" u="none" cap="none" strike="noStrike">
                <a:solidFill>
                  <a:schemeClr val="lt1"/>
                </a:solidFill>
                <a:latin typeface="Times New Roman"/>
                <a:ea typeface="Times New Roman"/>
                <a:cs typeface="Times New Roman"/>
                <a:sym typeface="Times New Roman"/>
              </a:rPr>
              <a:t>Project Presentation</a:t>
            </a:r>
            <a:endParaRPr b="0" i="0" sz="1800" u="none" cap="none" strike="noStrike">
              <a:solidFill>
                <a:schemeClr val="lt1"/>
              </a:solidFill>
              <a:latin typeface="Times New Roman"/>
              <a:ea typeface="Times New Roman"/>
              <a:cs typeface="Times New Roman"/>
              <a:sym typeface="Times New Roman"/>
            </a:endParaRPr>
          </a:p>
        </p:txBody>
      </p:sp>
      <p:pic>
        <p:nvPicPr>
          <p:cNvPr id="689" name="Google Shape;689;g3da1138a163_0_360"/>
          <p:cNvPicPr preferRelativeResize="0"/>
          <p:nvPr/>
        </p:nvPicPr>
        <p:blipFill rotWithShape="1">
          <a:blip r:embed="rId6">
            <a:alphaModFix/>
          </a:blip>
          <a:srcRect b="0" l="0" r="0" t="0"/>
          <a:stretch/>
        </p:blipFill>
        <p:spPr>
          <a:xfrm>
            <a:off x="10590875" y="6341462"/>
            <a:ext cx="1500023" cy="585000"/>
          </a:xfrm>
          <a:prstGeom prst="rect">
            <a:avLst/>
          </a:prstGeom>
          <a:noFill/>
          <a:ln>
            <a:noFill/>
          </a:ln>
        </p:spPr>
      </p:pic>
      <p:sp>
        <p:nvSpPr>
          <p:cNvPr id="690" name="Google Shape;690;g3da1138a163_0_360"/>
          <p:cNvSpPr txBox="1"/>
          <p:nvPr/>
        </p:nvSpPr>
        <p:spPr>
          <a:xfrm>
            <a:off x="-1" y="6288587"/>
            <a:ext cx="5981100" cy="6465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chemeClr val="dk1"/>
              </a:buClr>
              <a:buSzPts val="1800"/>
              <a:buFont typeface="Arial"/>
              <a:buNone/>
            </a:pPr>
            <a:r>
              <a:rPr b="0" i="0" lang="en-US" sz="1800" u="none" cap="none" strike="noStrike">
                <a:solidFill>
                  <a:schemeClr val="lt1"/>
                </a:solidFill>
                <a:latin typeface="Times New Roman"/>
                <a:ea typeface="Times New Roman"/>
                <a:cs typeface="Times New Roman"/>
                <a:sym typeface="Times New Roman"/>
              </a:rPr>
              <a:t>Machine Learning Professional</a:t>
            </a:r>
            <a:br>
              <a:rPr b="0" i="0" lang="en-US" sz="1800" u="none" cap="none" strike="noStrike">
                <a:solidFill>
                  <a:schemeClr val="lt1"/>
                </a:solidFill>
                <a:latin typeface="Times New Roman"/>
                <a:ea typeface="Times New Roman"/>
                <a:cs typeface="Times New Roman"/>
                <a:sym typeface="Times New Roman"/>
              </a:rPr>
            </a:br>
            <a:r>
              <a:rPr b="0" i="0" lang="en-US" sz="1800" u="none" cap="none" strike="noStrike">
                <a:solidFill>
                  <a:schemeClr val="lt1"/>
                </a:solidFill>
                <a:latin typeface="Times New Roman"/>
                <a:ea typeface="Times New Roman"/>
                <a:cs typeface="Times New Roman"/>
                <a:sym typeface="Times New Roman"/>
              </a:rPr>
              <a:t>Project Presentation</a:t>
            </a:r>
            <a:endParaRPr b="0" i="0" sz="1800" u="none" cap="none" strike="noStrike">
              <a:solidFill>
                <a:schemeClr val="lt1"/>
              </a:solidFill>
              <a:latin typeface="Times New Roman"/>
              <a:ea typeface="Times New Roman"/>
              <a:cs typeface="Times New Roman"/>
              <a:sym typeface="Times New Roman"/>
            </a:endParaRPr>
          </a:p>
        </p:txBody>
      </p:sp>
      <p:pic>
        <p:nvPicPr>
          <p:cNvPr id="691" name="Google Shape;691;g3da1138a163_0_360"/>
          <p:cNvPicPr preferRelativeResize="0"/>
          <p:nvPr/>
        </p:nvPicPr>
        <p:blipFill rotWithShape="1">
          <a:blip r:embed="rId6">
            <a:alphaModFix/>
          </a:blip>
          <a:srcRect b="0" l="0" r="0" t="0"/>
          <a:stretch/>
        </p:blipFill>
        <p:spPr>
          <a:xfrm>
            <a:off x="10590875" y="6330524"/>
            <a:ext cx="1500023" cy="585000"/>
          </a:xfrm>
          <a:prstGeom prst="rect">
            <a:avLst/>
          </a:prstGeom>
          <a:noFill/>
          <a:ln>
            <a:noFill/>
          </a:ln>
        </p:spPr>
      </p:pic>
      <p:sp>
        <p:nvSpPr>
          <p:cNvPr id="692" name="Google Shape;692;g3da1138a163_0_360"/>
          <p:cNvSpPr txBox="1"/>
          <p:nvPr/>
        </p:nvSpPr>
        <p:spPr>
          <a:xfrm>
            <a:off x="-1" y="6234672"/>
            <a:ext cx="5981100" cy="6465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chemeClr val="dk1"/>
              </a:buClr>
              <a:buSzPts val="1800"/>
              <a:buFont typeface="Arial"/>
              <a:buNone/>
            </a:pPr>
            <a:r>
              <a:rPr b="0" i="0" lang="en-US" sz="1800" u="none" cap="none" strike="noStrike">
                <a:solidFill>
                  <a:schemeClr val="lt1"/>
                </a:solidFill>
                <a:latin typeface="Times New Roman"/>
                <a:ea typeface="Times New Roman"/>
                <a:cs typeface="Times New Roman"/>
                <a:sym typeface="Times New Roman"/>
              </a:rPr>
              <a:t>Machine Learning Professional</a:t>
            </a:r>
            <a:br>
              <a:rPr b="0" i="0" lang="en-US" sz="1800" u="none" cap="none" strike="noStrike">
                <a:solidFill>
                  <a:schemeClr val="lt1"/>
                </a:solidFill>
                <a:latin typeface="Times New Roman"/>
                <a:ea typeface="Times New Roman"/>
                <a:cs typeface="Times New Roman"/>
                <a:sym typeface="Times New Roman"/>
              </a:rPr>
            </a:br>
            <a:r>
              <a:rPr b="0" i="0" lang="en-US" sz="1800" u="none" cap="none" strike="noStrike">
                <a:solidFill>
                  <a:schemeClr val="lt1"/>
                </a:solidFill>
                <a:latin typeface="Times New Roman"/>
                <a:ea typeface="Times New Roman"/>
                <a:cs typeface="Times New Roman"/>
                <a:sym typeface="Times New Roman"/>
              </a:rPr>
              <a:t>Project Presentation</a:t>
            </a:r>
            <a:endParaRPr b="0" i="0" sz="1800" u="none" cap="none" strike="noStrike">
              <a:solidFill>
                <a:schemeClr val="lt1"/>
              </a:solidFill>
              <a:latin typeface="Times New Roman"/>
              <a:ea typeface="Times New Roman"/>
              <a:cs typeface="Times New Roman"/>
              <a:sym typeface="Times New Roman"/>
            </a:endParaRPr>
          </a:p>
        </p:txBody>
      </p:sp>
      <p:pic>
        <p:nvPicPr>
          <p:cNvPr id="693" name="Google Shape;693;g3da1138a163_0_360"/>
          <p:cNvPicPr preferRelativeResize="0"/>
          <p:nvPr/>
        </p:nvPicPr>
        <p:blipFill rotWithShape="1">
          <a:blip r:embed="rId6">
            <a:alphaModFix/>
          </a:blip>
          <a:srcRect b="0" l="0" r="0" t="0"/>
          <a:stretch/>
        </p:blipFill>
        <p:spPr>
          <a:xfrm>
            <a:off x="10590875" y="6330524"/>
            <a:ext cx="1500023" cy="585000"/>
          </a:xfrm>
          <a:prstGeom prst="rect">
            <a:avLst/>
          </a:prstGeom>
          <a:noFill/>
          <a:ln>
            <a:noFill/>
          </a:ln>
        </p:spPr>
      </p:pic>
      <p:sp>
        <p:nvSpPr>
          <p:cNvPr id="694" name="Google Shape;694;g3da1138a163_0_360"/>
          <p:cNvSpPr txBox="1"/>
          <p:nvPr/>
        </p:nvSpPr>
        <p:spPr>
          <a:xfrm>
            <a:off x="-1" y="6234672"/>
            <a:ext cx="5981100" cy="6465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chemeClr val="dk1"/>
              </a:buClr>
              <a:buSzPts val="1800"/>
              <a:buFont typeface="Arial"/>
              <a:buNone/>
            </a:pPr>
            <a:r>
              <a:rPr b="0" i="0" lang="en-US" sz="1800" u="none" cap="none" strike="noStrike">
                <a:solidFill>
                  <a:schemeClr val="lt1"/>
                </a:solidFill>
                <a:latin typeface="Times New Roman"/>
                <a:ea typeface="Times New Roman"/>
                <a:cs typeface="Times New Roman"/>
                <a:sym typeface="Times New Roman"/>
              </a:rPr>
              <a:t>Machine Learning Professional</a:t>
            </a:r>
            <a:br>
              <a:rPr b="0" i="0" lang="en-US" sz="1800" u="none" cap="none" strike="noStrike">
                <a:solidFill>
                  <a:schemeClr val="lt1"/>
                </a:solidFill>
                <a:latin typeface="Times New Roman"/>
                <a:ea typeface="Times New Roman"/>
                <a:cs typeface="Times New Roman"/>
                <a:sym typeface="Times New Roman"/>
              </a:rPr>
            </a:br>
            <a:r>
              <a:rPr b="0" i="0" lang="en-US" sz="1800" u="none" cap="none" strike="noStrike">
                <a:solidFill>
                  <a:schemeClr val="lt1"/>
                </a:solidFill>
                <a:latin typeface="Times New Roman"/>
                <a:ea typeface="Times New Roman"/>
                <a:cs typeface="Times New Roman"/>
                <a:sym typeface="Times New Roman"/>
              </a:rPr>
              <a:t>Project Presentation</a:t>
            </a:r>
            <a:endParaRPr b="0" i="0" sz="1800" u="none" cap="none" strike="noStrike">
              <a:solidFill>
                <a:schemeClr val="lt1"/>
              </a:solidFill>
              <a:latin typeface="Times New Roman"/>
              <a:ea typeface="Times New Roman"/>
              <a:cs typeface="Times New Roman"/>
              <a:sym typeface="Times New Roman"/>
            </a:endParaRPr>
          </a:p>
        </p:txBody>
      </p:sp>
      <p:pic>
        <p:nvPicPr>
          <p:cNvPr id="695" name="Google Shape;695;g3da1138a163_0_360"/>
          <p:cNvPicPr preferRelativeResize="0"/>
          <p:nvPr/>
        </p:nvPicPr>
        <p:blipFill rotWithShape="1">
          <a:blip r:embed="rId6">
            <a:alphaModFix/>
          </a:blip>
          <a:srcRect b="0" l="0" r="0" t="0"/>
          <a:stretch/>
        </p:blipFill>
        <p:spPr>
          <a:xfrm>
            <a:off x="10590875" y="6330524"/>
            <a:ext cx="1500023" cy="585000"/>
          </a:xfrm>
          <a:prstGeom prst="rect">
            <a:avLst/>
          </a:prstGeom>
          <a:noFill/>
          <a:ln>
            <a:noFill/>
          </a:ln>
        </p:spPr>
      </p:pic>
      <p:sp>
        <p:nvSpPr>
          <p:cNvPr id="696" name="Google Shape;696;g3da1138a163_0_360"/>
          <p:cNvSpPr txBox="1"/>
          <p:nvPr/>
        </p:nvSpPr>
        <p:spPr>
          <a:xfrm>
            <a:off x="-1" y="6234672"/>
            <a:ext cx="5981100" cy="6465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chemeClr val="dk1"/>
              </a:buClr>
              <a:buSzPts val="1800"/>
              <a:buFont typeface="Arial"/>
              <a:buNone/>
            </a:pPr>
            <a:r>
              <a:rPr b="0" i="0" lang="en-US" sz="1800" u="none" cap="none" strike="noStrike">
                <a:solidFill>
                  <a:schemeClr val="lt1"/>
                </a:solidFill>
                <a:latin typeface="Times New Roman"/>
                <a:ea typeface="Times New Roman"/>
                <a:cs typeface="Times New Roman"/>
                <a:sym typeface="Times New Roman"/>
              </a:rPr>
              <a:t>Nanoelectronics - Seminar Presentation</a:t>
            </a:r>
            <a:br>
              <a:rPr b="0" i="0" lang="en-US" sz="1800" u="none" cap="none" strike="noStrike">
                <a:solidFill>
                  <a:schemeClr val="lt1"/>
                </a:solidFill>
                <a:latin typeface="Times New Roman"/>
                <a:ea typeface="Times New Roman"/>
                <a:cs typeface="Times New Roman"/>
                <a:sym typeface="Times New Roman"/>
              </a:rPr>
            </a:br>
            <a:r>
              <a:rPr b="0" i="0" lang="en-US" sz="1800" u="none" cap="none" strike="noStrike">
                <a:solidFill>
                  <a:schemeClr val="lt1"/>
                </a:solidFill>
                <a:latin typeface="Times New Roman"/>
                <a:ea typeface="Times New Roman"/>
                <a:cs typeface="Times New Roman"/>
                <a:sym typeface="Times New Roman"/>
              </a:rPr>
              <a:t>Ronit Dutta</a:t>
            </a:r>
            <a:endParaRPr b="0" i="0" sz="1800" u="none" cap="none" strike="noStrike">
              <a:solidFill>
                <a:schemeClr val="lt1"/>
              </a:solidFill>
              <a:latin typeface="Times New Roman"/>
              <a:ea typeface="Times New Roman"/>
              <a:cs typeface="Times New Roman"/>
              <a:sym typeface="Times New Roman"/>
            </a:endParaRPr>
          </a:p>
        </p:txBody>
      </p:sp>
      <p:pic>
        <p:nvPicPr>
          <p:cNvPr id="697" name="Google Shape;697;g3da1138a163_0_360"/>
          <p:cNvPicPr preferRelativeResize="0"/>
          <p:nvPr/>
        </p:nvPicPr>
        <p:blipFill rotWithShape="1">
          <a:blip r:embed="rId6">
            <a:alphaModFix/>
          </a:blip>
          <a:srcRect b="0" l="0" r="0" t="0"/>
          <a:stretch/>
        </p:blipFill>
        <p:spPr>
          <a:xfrm>
            <a:off x="10590875" y="6330524"/>
            <a:ext cx="1500023" cy="585000"/>
          </a:xfrm>
          <a:prstGeom prst="rect">
            <a:avLst/>
          </a:prstGeom>
          <a:noFill/>
          <a:ln>
            <a:noFill/>
          </a:ln>
        </p:spPr>
      </p:pic>
      <p:pic>
        <p:nvPicPr>
          <p:cNvPr id="698" name="Google Shape;698;g3da1138a163_0_360"/>
          <p:cNvPicPr preferRelativeResize="0"/>
          <p:nvPr/>
        </p:nvPicPr>
        <p:blipFill rotWithShape="1">
          <a:blip r:embed="rId4">
            <a:alphaModFix/>
          </a:blip>
          <a:srcRect b="0" l="0" r="0" t="0"/>
          <a:stretch/>
        </p:blipFill>
        <p:spPr>
          <a:xfrm>
            <a:off x="10590934" y="6330522"/>
            <a:ext cx="1499906" cy="585000"/>
          </a:xfrm>
          <a:prstGeom prst="rect">
            <a:avLst/>
          </a:prstGeom>
          <a:noFill/>
          <a:ln>
            <a:noFill/>
          </a:ln>
        </p:spPr>
      </p:pic>
      <p:sp>
        <p:nvSpPr>
          <p:cNvPr id="699" name="Google Shape;699;g3da1138a163_0_360"/>
          <p:cNvSpPr txBox="1"/>
          <p:nvPr/>
        </p:nvSpPr>
        <p:spPr>
          <a:xfrm>
            <a:off x="-1" y="6288587"/>
            <a:ext cx="5981100" cy="3693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chemeClr val="dk1"/>
              </a:buClr>
              <a:buSzPts val="1800"/>
              <a:buFont typeface="Arial"/>
              <a:buNone/>
            </a:pPr>
            <a:r>
              <a:rPr b="0" i="0" lang="en-US" sz="1800" u="none" cap="none" strike="noStrike">
                <a:solidFill>
                  <a:schemeClr val="lt1"/>
                </a:solidFill>
                <a:latin typeface="Times New Roman"/>
                <a:ea typeface="Times New Roman"/>
                <a:cs typeface="Times New Roman"/>
                <a:sym typeface="Times New Roman"/>
              </a:rPr>
              <a:t>Term Paper Presentation | Ronit Dutta</a:t>
            </a:r>
            <a:endParaRPr b="0" i="0" sz="1800" u="none" cap="none" strike="noStrike">
              <a:solidFill>
                <a:schemeClr val="lt1"/>
              </a:solidFill>
              <a:latin typeface="Times New Roman"/>
              <a:ea typeface="Times New Roman"/>
              <a:cs typeface="Times New Roman"/>
              <a:sym typeface="Times New Roman"/>
            </a:endParaRPr>
          </a:p>
        </p:txBody>
      </p:sp>
      <p:pic>
        <p:nvPicPr>
          <p:cNvPr id="700" name="Google Shape;700;g3da1138a163_0_360"/>
          <p:cNvPicPr preferRelativeResize="0"/>
          <p:nvPr/>
        </p:nvPicPr>
        <p:blipFill rotWithShape="1">
          <a:blip r:embed="rId4">
            <a:alphaModFix/>
          </a:blip>
          <a:srcRect b="0" l="0" r="0" t="0"/>
          <a:stretch/>
        </p:blipFill>
        <p:spPr>
          <a:xfrm>
            <a:off x="10590934" y="6330522"/>
            <a:ext cx="1499906" cy="585000"/>
          </a:xfrm>
          <a:prstGeom prst="rect">
            <a:avLst/>
          </a:prstGeom>
          <a:noFill/>
          <a:ln>
            <a:noFill/>
          </a:ln>
        </p:spPr>
      </p:pic>
      <p:sp>
        <p:nvSpPr>
          <p:cNvPr id="701" name="Google Shape;701;g3da1138a163_0_360"/>
          <p:cNvSpPr txBox="1"/>
          <p:nvPr/>
        </p:nvSpPr>
        <p:spPr>
          <a:xfrm>
            <a:off x="-1" y="6288587"/>
            <a:ext cx="5981100" cy="3693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chemeClr val="dk1"/>
              </a:buClr>
              <a:buSzPts val="1800"/>
              <a:buFont typeface="Arial"/>
              <a:buNone/>
            </a:pPr>
            <a:r>
              <a:rPr b="0" i="0" lang="en-US" sz="1800" u="none" cap="none" strike="noStrike">
                <a:solidFill>
                  <a:schemeClr val="lt1"/>
                </a:solidFill>
                <a:latin typeface="Times New Roman"/>
                <a:ea typeface="Times New Roman"/>
                <a:cs typeface="Times New Roman"/>
                <a:sym typeface="Times New Roman"/>
              </a:rPr>
              <a:t>Term Paper Presentation | Ronit Dutta</a:t>
            </a:r>
            <a:endParaRPr b="0" i="0" sz="1800" u="none" cap="none" strike="noStrike">
              <a:solidFill>
                <a:schemeClr val="lt1"/>
              </a:solidFill>
              <a:latin typeface="Times New Roman"/>
              <a:ea typeface="Times New Roman"/>
              <a:cs typeface="Times New Roman"/>
              <a:sym typeface="Times New Roman"/>
            </a:endParaRPr>
          </a:p>
        </p:txBody>
      </p:sp>
      <p:pic>
        <p:nvPicPr>
          <p:cNvPr id="702" name="Google Shape;702;g3da1138a163_0_360"/>
          <p:cNvPicPr preferRelativeResize="0"/>
          <p:nvPr/>
        </p:nvPicPr>
        <p:blipFill rotWithShape="1">
          <a:blip r:embed="rId4">
            <a:alphaModFix/>
          </a:blip>
          <a:srcRect b="0" l="0" r="0" t="0"/>
          <a:stretch/>
        </p:blipFill>
        <p:spPr>
          <a:xfrm>
            <a:off x="10590934" y="6330522"/>
            <a:ext cx="1499906" cy="585000"/>
          </a:xfrm>
          <a:prstGeom prst="rect">
            <a:avLst/>
          </a:prstGeom>
          <a:noFill/>
          <a:ln>
            <a:noFill/>
          </a:ln>
        </p:spPr>
      </p:pic>
      <p:sp>
        <p:nvSpPr>
          <p:cNvPr id="703" name="Google Shape;703;g3da1138a163_0_360"/>
          <p:cNvSpPr txBox="1"/>
          <p:nvPr/>
        </p:nvSpPr>
        <p:spPr>
          <a:xfrm>
            <a:off x="-1" y="6288587"/>
            <a:ext cx="5981100" cy="6465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chemeClr val="dk1"/>
              </a:buClr>
              <a:buSzPts val="1800"/>
              <a:buFont typeface="Arial"/>
              <a:buNone/>
            </a:pPr>
            <a:r>
              <a:rPr b="0" i="0" lang="en-US" sz="1800" u="none" cap="none" strike="noStrike">
                <a:solidFill>
                  <a:schemeClr val="lt1"/>
                </a:solidFill>
                <a:latin typeface="Times New Roman"/>
                <a:ea typeface="Times New Roman"/>
                <a:cs typeface="Times New Roman"/>
                <a:sym typeface="Times New Roman"/>
              </a:rPr>
              <a:t>Machine Learning Professional</a:t>
            </a:r>
            <a:br>
              <a:rPr b="0" i="0" lang="en-US" sz="1800" u="none" cap="none" strike="noStrike">
                <a:solidFill>
                  <a:schemeClr val="lt1"/>
                </a:solidFill>
                <a:latin typeface="Times New Roman"/>
                <a:ea typeface="Times New Roman"/>
                <a:cs typeface="Times New Roman"/>
                <a:sym typeface="Times New Roman"/>
              </a:rPr>
            </a:br>
            <a:r>
              <a:rPr b="0" i="0" lang="en-US" sz="1800" u="none" cap="none" strike="noStrike">
                <a:solidFill>
                  <a:schemeClr val="lt1"/>
                </a:solidFill>
                <a:latin typeface="Times New Roman"/>
                <a:ea typeface="Times New Roman"/>
                <a:cs typeface="Times New Roman"/>
                <a:sym typeface="Times New Roman"/>
              </a:rPr>
              <a:t>Project Presentation</a:t>
            </a:r>
            <a:endParaRPr b="0" i="0" sz="1800" u="none" cap="none" strike="noStrike">
              <a:solidFill>
                <a:schemeClr val="lt1"/>
              </a:solidFill>
              <a:latin typeface="Times New Roman"/>
              <a:ea typeface="Times New Roman"/>
              <a:cs typeface="Times New Roman"/>
              <a:sym typeface="Times New Roman"/>
            </a:endParaRPr>
          </a:p>
        </p:txBody>
      </p:sp>
      <p:pic>
        <p:nvPicPr>
          <p:cNvPr id="704" name="Google Shape;704;g3da1138a163_0_360"/>
          <p:cNvPicPr preferRelativeResize="0"/>
          <p:nvPr/>
        </p:nvPicPr>
        <p:blipFill rotWithShape="1">
          <a:blip r:embed="rId6">
            <a:alphaModFix/>
          </a:blip>
          <a:srcRect b="0" l="0" r="0" t="0"/>
          <a:stretch/>
        </p:blipFill>
        <p:spPr>
          <a:xfrm>
            <a:off x="10590875" y="6341462"/>
            <a:ext cx="1500023" cy="585000"/>
          </a:xfrm>
          <a:prstGeom prst="rect">
            <a:avLst/>
          </a:prstGeom>
          <a:noFill/>
          <a:ln>
            <a:noFill/>
          </a:ln>
        </p:spPr>
      </p:pic>
      <p:sp>
        <p:nvSpPr>
          <p:cNvPr id="705" name="Google Shape;705;g3da1138a163_0_360"/>
          <p:cNvSpPr txBox="1"/>
          <p:nvPr/>
        </p:nvSpPr>
        <p:spPr>
          <a:xfrm>
            <a:off x="-1" y="6288587"/>
            <a:ext cx="5981100" cy="6465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chemeClr val="dk1"/>
              </a:buClr>
              <a:buSzPts val="1800"/>
              <a:buFont typeface="Arial"/>
              <a:buNone/>
            </a:pPr>
            <a:r>
              <a:rPr b="0" i="0" lang="en-US" sz="1800" u="none" cap="none" strike="noStrike">
                <a:solidFill>
                  <a:schemeClr val="lt1"/>
                </a:solidFill>
                <a:latin typeface="Times New Roman"/>
                <a:ea typeface="Times New Roman"/>
                <a:cs typeface="Times New Roman"/>
                <a:sym typeface="Times New Roman"/>
              </a:rPr>
              <a:t>Machine Learning Professional</a:t>
            </a:r>
            <a:br>
              <a:rPr b="0" i="0" lang="en-US" sz="1800" u="none" cap="none" strike="noStrike">
                <a:solidFill>
                  <a:schemeClr val="lt1"/>
                </a:solidFill>
                <a:latin typeface="Times New Roman"/>
                <a:ea typeface="Times New Roman"/>
                <a:cs typeface="Times New Roman"/>
                <a:sym typeface="Times New Roman"/>
              </a:rPr>
            </a:br>
            <a:r>
              <a:rPr b="0" i="0" lang="en-US" sz="1800" u="none" cap="none" strike="noStrike">
                <a:solidFill>
                  <a:schemeClr val="lt1"/>
                </a:solidFill>
                <a:latin typeface="Times New Roman"/>
                <a:ea typeface="Times New Roman"/>
                <a:cs typeface="Times New Roman"/>
                <a:sym typeface="Times New Roman"/>
              </a:rPr>
              <a:t>Project Presentation</a:t>
            </a:r>
            <a:endParaRPr b="0" i="0" sz="1800" u="none" cap="none" strike="noStrike">
              <a:solidFill>
                <a:schemeClr val="lt1"/>
              </a:solidFill>
              <a:latin typeface="Times New Roman"/>
              <a:ea typeface="Times New Roman"/>
              <a:cs typeface="Times New Roman"/>
              <a:sym typeface="Times New Roman"/>
            </a:endParaRPr>
          </a:p>
        </p:txBody>
      </p:sp>
      <p:pic>
        <p:nvPicPr>
          <p:cNvPr id="706" name="Google Shape;706;g3da1138a163_0_360"/>
          <p:cNvPicPr preferRelativeResize="0"/>
          <p:nvPr/>
        </p:nvPicPr>
        <p:blipFill rotWithShape="1">
          <a:blip r:embed="rId6">
            <a:alphaModFix/>
          </a:blip>
          <a:srcRect b="0" l="0" r="0" t="0"/>
          <a:stretch/>
        </p:blipFill>
        <p:spPr>
          <a:xfrm>
            <a:off x="10590875" y="6330524"/>
            <a:ext cx="1500023" cy="585000"/>
          </a:xfrm>
          <a:prstGeom prst="rect">
            <a:avLst/>
          </a:prstGeom>
          <a:noFill/>
          <a:ln>
            <a:noFill/>
          </a:ln>
        </p:spPr>
      </p:pic>
      <p:sp>
        <p:nvSpPr>
          <p:cNvPr id="707" name="Google Shape;707;g3da1138a163_0_360"/>
          <p:cNvSpPr txBox="1"/>
          <p:nvPr/>
        </p:nvSpPr>
        <p:spPr>
          <a:xfrm>
            <a:off x="-1" y="6234672"/>
            <a:ext cx="5981100" cy="6465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chemeClr val="dk1"/>
              </a:buClr>
              <a:buSzPts val="1800"/>
              <a:buFont typeface="Arial"/>
              <a:buNone/>
            </a:pPr>
            <a:r>
              <a:rPr b="0" i="0" lang="en-US" sz="1800" u="none" cap="none" strike="noStrike">
                <a:solidFill>
                  <a:schemeClr val="lt1"/>
                </a:solidFill>
                <a:latin typeface="Times New Roman"/>
                <a:ea typeface="Times New Roman"/>
                <a:cs typeface="Times New Roman"/>
                <a:sym typeface="Times New Roman"/>
              </a:rPr>
              <a:t>Machine Learning Professional</a:t>
            </a:r>
            <a:br>
              <a:rPr b="0" i="0" lang="en-US" sz="1800" u="none" cap="none" strike="noStrike">
                <a:solidFill>
                  <a:schemeClr val="lt1"/>
                </a:solidFill>
                <a:latin typeface="Times New Roman"/>
                <a:ea typeface="Times New Roman"/>
                <a:cs typeface="Times New Roman"/>
                <a:sym typeface="Times New Roman"/>
              </a:rPr>
            </a:br>
            <a:r>
              <a:rPr b="0" i="0" lang="en-US" sz="1800" u="none" cap="none" strike="noStrike">
                <a:solidFill>
                  <a:schemeClr val="lt1"/>
                </a:solidFill>
                <a:latin typeface="Times New Roman"/>
                <a:ea typeface="Times New Roman"/>
                <a:cs typeface="Times New Roman"/>
                <a:sym typeface="Times New Roman"/>
              </a:rPr>
              <a:t>Project Presentation</a:t>
            </a:r>
            <a:endParaRPr b="0" i="0" sz="1800" u="none" cap="none" strike="noStrike">
              <a:solidFill>
                <a:schemeClr val="lt1"/>
              </a:solidFill>
              <a:latin typeface="Times New Roman"/>
              <a:ea typeface="Times New Roman"/>
              <a:cs typeface="Times New Roman"/>
              <a:sym typeface="Times New Roman"/>
            </a:endParaRPr>
          </a:p>
        </p:txBody>
      </p:sp>
      <p:pic>
        <p:nvPicPr>
          <p:cNvPr id="708" name="Google Shape;708;g3da1138a163_0_360"/>
          <p:cNvPicPr preferRelativeResize="0"/>
          <p:nvPr/>
        </p:nvPicPr>
        <p:blipFill rotWithShape="1">
          <a:blip r:embed="rId6">
            <a:alphaModFix/>
          </a:blip>
          <a:srcRect b="0" l="0" r="0" t="0"/>
          <a:stretch/>
        </p:blipFill>
        <p:spPr>
          <a:xfrm>
            <a:off x="10590875" y="6330524"/>
            <a:ext cx="1500023" cy="585000"/>
          </a:xfrm>
          <a:prstGeom prst="rect">
            <a:avLst/>
          </a:prstGeom>
          <a:noFill/>
          <a:ln>
            <a:noFill/>
          </a:ln>
        </p:spPr>
      </p:pic>
      <p:sp>
        <p:nvSpPr>
          <p:cNvPr id="709" name="Google Shape;709;g3da1138a163_0_360"/>
          <p:cNvSpPr txBox="1"/>
          <p:nvPr/>
        </p:nvSpPr>
        <p:spPr>
          <a:xfrm>
            <a:off x="-1" y="6234672"/>
            <a:ext cx="5981100" cy="6465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chemeClr val="dk1"/>
              </a:buClr>
              <a:buSzPts val="1800"/>
              <a:buFont typeface="Arial"/>
              <a:buNone/>
            </a:pPr>
            <a:r>
              <a:rPr b="0" i="0" lang="en-US" sz="1800" u="none" cap="none" strike="noStrike">
                <a:solidFill>
                  <a:schemeClr val="lt1"/>
                </a:solidFill>
                <a:latin typeface="Times New Roman"/>
                <a:ea typeface="Times New Roman"/>
                <a:cs typeface="Times New Roman"/>
                <a:sym typeface="Times New Roman"/>
              </a:rPr>
              <a:t>Machine Learning Professional</a:t>
            </a:r>
            <a:br>
              <a:rPr b="0" i="0" lang="en-US" sz="1800" u="none" cap="none" strike="noStrike">
                <a:solidFill>
                  <a:schemeClr val="lt1"/>
                </a:solidFill>
                <a:latin typeface="Times New Roman"/>
                <a:ea typeface="Times New Roman"/>
                <a:cs typeface="Times New Roman"/>
                <a:sym typeface="Times New Roman"/>
              </a:rPr>
            </a:br>
            <a:r>
              <a:rPr b="0" i="0" lang="en-US" sz="1800" u="none" cap="none" strike="noStrike">
                <a:solidFill>
                  <a:schemeClr val="lt1"/>
                </a:solidFill>
                <a:latin typeface="Times New Roman"/>
                <a:ea typeface="Times New Roman"/>
                <a:cs typeface="Times New Roman"/>
                <a:sym typeface="Times New Roman"/>
              </a:rPr>
              <a:t>Project Presentation</a:t>
            </a:r>
            <a:endParaRPr b="0" i="0" sz="1800" u="none" cap="none" strike="noStrike">
              <a:solidFill>
                <a:schemeClr val="lt1"/>
              </a:solidFill>
              <a:latin typeface="Times New Roman"/>
              <a:ea typeface="Times New Roman"/>
              <a:cs typeface="Times New Roman"/>
              <a:sym typeface="Times New Roman"/>
            </a:endParaRPr>
          </a:p>
        </p:txBody>
      </p:sp>
      <p:pic>
        <p:nvPicPr>
          <p:cNvPr id="710" name="Google Shape;710;g3da1138a163_0_360"/>
          <p:cNvPicPr preferRelativeResize="0"/>
          <p:nvPr/>
        </p:nvPicPr>
        <p:blipFill rotWithShape="1">
          <a:blip r:embed="rId6">
            <a:alphaModFix/>
          </a:blip>
          <a:srcRect b="0" l="0" r="0" t="0"/>
          <a:stretch/>
        </p:blipFill>
        <p:spPr>
          <a:xfrm>
            <a:off x="10590875" y="6330524"/>
            <a:ext cx="1500023" cy="585000"/>
          </a:xfrm>
          <a:prstGeom prst="rect">
            <a:avLst/>
          </a:prstGeom>
          <a:noFill/>
          <a:ln>
            <a:noFill/>
          </a:ln>
        </p:spPr>
      </p:pic>
      <p:sp>
        <p:nvSpPr>
          <p:cNvPr id="711" name="Google Shape;711;g3da1138a163_0_360"/>
          <p:cNvSpPr txBox="1"/>
          <p:nvPr/>
        </p:nvSpPr>
        <p:spPr>
          <a:xfrm>
            <a:off x="-1" y="6234672"/>
            <a:ext cx="5981100" cy="6465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chemeClr val="dk1"/>
              </a:buClr>
              <a:buSzPts val="1800"/>
              <a:buFont typeface="Arial"/>
              <a:buNone/>
            </a:pPr>
            <a:r>
              <a:rPr b="0" i="0" lang="en-US" sz="1800" u="none" cap="none" strike="noStrike">
                <a:solidFill>
                  <a:schemeClr val="lt1"/>
                </a:solidFill>
                <a:latin typeface="Times New Roman"/>
                <a:ea typeface="Times New Roman"/>
                <a:cs typeface="Times New Roman"/>
                <a:sym typeface="Times New Roman"/>
              </a:rPr>
              <a:t>Nanoelectronics - Seminar Presentation</a:t>
            </a:r>
            <a:br>
              <a:rPr b="0" i="0" lang="en-US" sz="1800" u="none" cap="none" strike="noStrike">
                <a:solidFill>
                  <a:schemeClr val="lt1"/>
                </a:solidFill>
                <a:latin typeface="Times New Roman"/>
                <a:ea typeface="Times New Roman"/>
                <a:cs typeface="Times New Roman"/>
                <a:sym typeface="Times New Roman"/>
              </a:rPr>
            </a:br>
            <a:r>
              <a:rPr b="0" i="0" lang="en-US" sz="1800" u="none" cap="none" strike="noStrike">
                <a:solidFill>
                  <a:schemeClr val="lt1"/>
                </a:solidFill>
                <a:latin typeface="Times New Roman"/>
                <a:ea typeface="Times New Roman"/>
                <a:cs typeface="Times New Roman"/>
                <a:sym typeface="Times New Roman"/>
              </a:rPr>
              <a:t>Ronit Dutta</a:t>
            </a:r>
            <a:endParaRPr b="0" i="0" sz="1800" u="none" cap="none" strike="noStrike">
              <a:solidFill>
                <a:schemeClr val="lt1"/>
              </a:solidFill>
              <a:latin typeface="Times New Roman"/>
              <a:ea typeface="Times New Roman"/>
              <a:cs typeface="Times New Roman"/>
              <a:sym typeface="Times New Roman"/>
            </a:endParaRPr>
          </a:p>
        </p:txBody>
      </p:sp>
      <p:pic>
        <p:nvPicPr>
          <p:cNvPr id="712" name="Google Shape;712;g3da1138a163_0_360"/>
          <p:cNvPicPr preferRelativeResize="0"/>
          <p:nvPr/>
        </p:nvPicPr>
        <p:blipFill rotWithShape="1">
          <a:blip r:embed="rId6">
            <a:alphaModFix/>
          </a:blip>
          <a:srcRect b="0" l="0" r="0" t="0"/>
          <a:stretch/>
        </p:blipFill>
        <p:spPr>
          <a:xfrm>
            <a:off x="10590875" y="6330524"/>
            <a:ext cx="1500023" cy="585000"/>
          </a:xfrm>
          <a:prstGeom prst="rect">
            <a:avLst/>
          </a:prstGeom>
          <a:noFill/>
          <a:ln>
            <a:noFill/>
          </a:ln>
        </p:spPr>
      </p:pic>
      <p:pic>
        <p:nvPicPr>
          <p:cNvPr id="713" name="Google Shape;713;g3da1138a163_0_360"/>
          <p:cNvPicPr preferRelativeResize="0"/>
          <p:nvPr/>
        </p:nvPicPr>
        <p:blipFill rotWithShape="1">
          <a:blip r:embed="rId10">
            <a:alphaModFix/>
          </a:blip>
          <a:srcRect b="0" l="0" r="0" t="0"/>
          <a:stretch/>
        </p:blipFill>
        <p:spPr>
          <a:xfrm>
            <a:off x="0" y="6234674"/>
            <a:ext cx="12192000" cy="1165875"/>
          </a:xfrm>
          <a:prstGeom prst="rect">
            <a:avLst/>
          </a:prstGeom>
          <a:noFill/>
          <a:ln>
            <a:noFill/>
          </a:ln>
        </p:spPr>
      </p:pic>
      <p:sp>
        <p:nvSpPr>
          <p:cNvPr id="714" name="Google Shape;714;g3da1138a163_0_360"/>
          <p:cNvSpPr txBox="1"/>
          <p:nvPr/>
        </p:nvSpPr>
        <p:spPr>
          <a:xfrm>
            <a:off x="-1" y="6310697"/>
            <a:ext cx="5981100" cy="6465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chemeClr val="dk1"/>
              </a:buClr>
              <a:buSzPts val="1800"/>
              <a:buFont typeface="Arial"/>
              <a:buNone/>
            </a:pPr>
            <a:r>
              <a:rPr lang="en-US" sz="1800">
                <a:solidFill>
                  <a:schemeClr val="lt1"/>
                </a:solidFill>
                <a:latin typeface="Times New Roman"/>
                <a:ea typeface="Times New Roman"/>
                <a:cs typeface="Times New Roman"/>
                <a:sym typeface="Times New Roman"/>
              </a:rPr>
              <a:t>Applied Mathematics for Engineering [MIDTERM PROJECT]</a:t>
            </a:r>
            <a:br>
              <a:rPr b="0" i="0" lang="en-US" sz="1800" u="none" cap="none" strike="noStrike">
                <a:solidFill>
                  <a:schemeClr val="lt1"/>
                </a:solidFill>
                <a:latin typeface="Times New Roman"/>
                <a:ea typeface="Times New Roman"/>
                <a:cs typeface="Times New Roman"/>
                <a:sym typeface="Times New Roman"/>
              </a:rPr>
            </a:br>
            <a:r>
              <a:rPr b="0" i="0" lang="en-US" sz="1800" u="none" cap="none" strike="noStrike">
                <a:solidFill>
                  <a:schemeClr val="lt1"/>
                </a:solidFill>
                <a:latin typeface="Times New Roman"/>
                <a:ea typeface="Times New Roman"/>
                <a:cs typeface="Times New Roman"/>
                <a:sym typeface="Times New Roman"/>
              </a:rPr>
              <a:t>Ronit Dutta</a:t>
            </a:r>
            <a:endParaRPr b="0" i="0" sz="1800" u="none" cap="none" strike="noStrike">
              <a:solidFill>
                <a:schemeClr val="lt1"/>
              </a:solidFill>
              <a:latin typeface="Times New Roman"/>
              <a:ea typeface="Times New Roman"/>
              <a:cs typeface="Times New Roman"/>
              <a:sym typeface="Times New Roman"/>
            </a:endParaRPr>
          </a:p>
        </p:txBody>
      </p:sp>
      <p:pic>
        <p:nvPicPr>
          <p:cNvPr id="715" name="Google Shape;715;g3da1138a163_0_360"/>
          <p:cNvPicPr preferRelativeResize="0"/>
          <p:nvPr/>
        </p:nvPicPr>
        <p:blipFill rotWithShape="1">
          <a:blip r:embed="rId6">
            <a:alphaModFix/>
          </a:blip>
          <a:srcRect b="0" l="0" r="0" t="0"/>
          <a:stretch/>
        </p:blipFill>
        <p:spPr>
          <a:xfrm>
            <a:off x="10579375" y="6341449"/>
            <a:ext cx="1500023" cy="585000"/>
          </a:xfrm>
          <a:prstGeom prst="rect">
            <a:avLst/>
          </a:prstGeom>
          <a:noFill/>
          <a:ln>
            <a:noFill/>
          </a:ln>
        </p:spPr>
      </p:pic>
      <p:pic>
        <p:nvPicPr>
          <p:cNvPr id="716" name="Google Shape;716;g3da1138a163_0_360"/>
          <p:cNvPicPr preferRelativeResize="0"/>
          <p:nvPr/>
        </p:nvPicPr>
        <p:blipFill rotWithShape="1">
          <a:blip r:embed="rId10">
            <a:alphaModFix/>
          </a:blip>
          <a:srcRect b="0" l="0" r="0" t="0"/>
          <a:stretch/>
        </p:blipFill>
        <p:spPr>
          <a:xfrm>
            <a:off x="0" y="6330524"/>
            <a:ext cx="12192000" cy="1165875"/>
          </a:xfrm>
          <a:prstGeom prst="rect">
            <a:avLst/>
          </a:prstGeom>
          <a:noFill/>
          <a:ln>
            <a:noFill/>
          </a:ln>
        </p:spPr>
      </p:pic>
      <p:sp>
        <p:nvSpPr>
          <p:cNvPr id="717" name="Google Shape;717;g3da1138a163_0_360"/>
          <p:cNvSpPr txBox="1"/>
          <p:nvPr/>
        </p:nvSpPr>
        <p:spPr>
          <a:xfrm>
            <a:off x="-1" y="6445547"/>
            <a:ext cx="5981100" cy="6465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chemeClr val="dk1"/>
              </a:buClr>
              <a:buSzPts val="1800"/>
              <a:buFont typeface="Arial"/>
              <a:buNone/>
            </a:pPr>
            <a:r>
              <a:rPr lang="en-US" sz="1800">
                <a:solidFill>
                  <a:schemeClr val="lt1"/>
                </a:solidFill>
                <a:latin typeface="Times New Roman"/>
                <a:ea typeface="Times New Roman"/>
                <a:cs typeface="Times New Roman"/>
                <a:sym typeface="Times New Roman"/>
              </a:rPr>
              <a:t>Applied Mathematics for Engineering [MIDTERM PROJECT]</a:t>
            </a:r>
            <a:br>
              <a:rPr b="0" i="0" lang="en-US" sz="1800" u="none" cap="none" strike="noStrike">
                <a:solidFill>
                  <a:schemeClr val="lt1"/>
                </a:solidFill>
                <a:latin typeface="Times New Roman"/>
                <a:ea typeface="Times New Roman"/>
                <a:cs typeface="Times New Roman"/>
                <a:sym typeface="Times New Roman"/>
              </a:rPr>
            </a:br>
            <a:r>
              <a:rPr b="0" i="0" lang="en-US" sz="1800" u="none" cap="none" strike="noStrike">
                <a:solidFill>
                  <a:schemeClr val="lt1"/>
                </a:solidFill>
                <a:latin typeface="Times New Roman"/>
                <a:ea typeface="Times New Roman"/>
                <a:cs typeface="Times New Roman"/>
                <a:sym typeface="Times New Roman"/>
              </a:rPr>
              <a:t>Ronit Dutta</a:t>
            </a:r>
            <a:endParaRPr b="0" i="0" sz="1800" u="none" cap="none" strike="noStrike">
              <a:solidFill>
                <a:schemeClr val="lt1"/>
              </a:solidFill>
              <a:latin typeface="Times New Roman"/>
              <a:ea typeface="Times New Roman"/>
              <a:cs typeface="Times New Roman"/>
              <a:sym typeface="Times New Roman"/>
            </a:endParaRPr>
          </a:p>
        </p:txBody>
      </p:sp>
      <p:pic>
        <p:nvPicPr>
          <p:cNvPr id="718" name="Google Shape;718;g3da1138a163_0_360"/>
          <p:cNvPicPr preferRelativeResize="0"/>
          <p:nvPr/>
        </p:nvPicPr>
        <p:blipFill rotWithShape="1">
          <a:blip r:embed="rId6">
            <a:alphaModFix/>
          </a:blip>
          <a:srcRect b="0" l="0" r="0" t="0"/>
          <a:stretch/>
        </p:blipFill>
        <p:spPr>
          <a:xfrm>
            <a:off x="10579375" y="6476299"/>
            <a:ext cx="1500023" cy="585000"/>
          </a:xfrm>
          <a:prstGeom prst="rect">
            <a:avLst/>
          </a:prstGeom>
          <a:noFill/>
          <a:ln>
            <a:noFill/>
          </a:ln>
        </p:spPr>
      </p:pic>
      <p:pic>
        <p:nvPicPr>
          <p:cNvPr id="719" name="Google Shape;719;g3da1138a163_0_360"/>
          <p:cNvPicPr preferRelativeResize="0"/>
          <p:nvPr/>
        </p:nvPicPr>
        <p:blipFill rotWithShape="1">
          <a:blip r:embed="rId4">
            <a:alphaModFix/>
          </a:blip>
          <a:srcRect b="0" l="0" r="0" t="0"/>
          <a:stretch/>
        </p:blipFill>
        <p:spPr>
          <a:xfrm>
            <a:off x="10590934" y="6330522"/>
            <a:ext cx="1499906" cy="585000"/>
          </a:xfrm>
          <a:prstGeom prst="rect">
            <a:avLst/>
          </a:prstGeom>
          <a:noFill/>
          <a:ln>
            <a:noFill/>
          </a:ln>
        </p:spPr>
      </p:pic>
      <p:sp>
        <p:nvSpPr>
          <p:cNvPr id="720" name="Google Shape;720;g3da1138a163_0_360"/>
          <p:cNvSpPr txBox="1"/>
          <p:nvPr/>
        </p:nvSpPr>
        <p:spPr>
          <a:xfrm>
            <a:off x="-1" y="6288587"/>
            <a:ext cx="5981100" cy="3693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chemeClr val="dk1"/>
              </a:buClr>
              <a:buSzPts val="1800"/>
              <a:buFont typeface="Arial"/>
              <a:buNone/>
            </a:pPr>
            <a:r>
              <a:rPr b="0" i="0" lang="en-US" sz="1800" u="none" cap="none" strike="noStrike">
                <a:solidFill>
                  <a:schemeClr val="lt1"/>
                </a:solidFill>
                <a:latin typeface="Times New Roman"/>
                <a:ea typeface="Times New Roman"/>
                <a:cs typeface="Times New Roman"/>
                <a:sym typeface="Times New Roman"/>
              </a:rPr>
              <a:t>Term Paper Presentation | Ronit Dutta</a:t>
            </a:r>
            <a:endParaRPr b="0" i="0" sz="1800" u="none" cap="none" strike="noStrike">
              <a:solidFill>
                <a:schemeClr val="lt1"/>
              </a:solidFill>
              <a:latin typeface="Times New Roman"/>
              <a:ea typeface="Times New Roman"/>
              <a:cs typeface="Times New Roman"/>
              <a:sym typeface="Times New Roman"/>
            </a:endParaRPr>
          </a:p>
        </p:txBody>
      </p:sp>
      <p:pic>
        <p:nvPicPr>
          <p:cNvPr id="721" name="Google Shape;721;g3da1138a163_0_360"/>
          <p:cNvPicPr preferRelativeResize="0"/>
          <p:nvPr/>
        </p:nvPicPr>
        <p:blipFill rotWithShape="1">
          <a:blip r:embed="rId4">
            <a:alphaModFix/>
          </a:blip>
          <a:srcRect b="0" l="0" r="0" t="0"/>
          <a:stretch/>
        </p:blipFill>
        <p:spPr>
          <a:xfrm>
            <a:off x="10590934" y="6330522"/>
            <a:ext cx="1499906" cy="585000"/>
          </a:xfrm>
          <a:prstGeom prst="rect">
            <a:avLst/>
          </a:prstGeom>
          <a:noFill/>
          <a:ln>
            <a:noFill/>
          </a:ln>
        </p:spPr>
      </p:pic>
      <p:sp>
        <p:nvSpPr>
          <p:cNvPr id="722" name="Google Shape;722;g3da1138a163_0_360"/>
          <p:cNvSpPr txBox="1"/>
          <p:nvPr/>
        </p:nvSpPr>
        <p:spPr>
          <a:xfrm>
            <a:off x="-1" y="6288587"/>
            <a:ext cx="5981100" cy="3693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chemeClr val="dk1"/>
              </a:buClr>
              <a:buSzPts val="1800"/>
              <a:buFont typeface="Arial"/>
              <a:buNone/>
            </a:pPr>
            <a:r>
              <a:rPr b="0" i="0" lang="en-US" sz="1800" u="none" cap="none" strike="noStrike">
                <a:solidFill>
                  <a:schemeClr val="lt1"/>
                </a:solidFill>
                <a:latin typeface="Times New Roman"/>
                <a:ea typeface="Times New Roman"/>
                <a:cs typeface="Times New Roman"/>
                <a:sym typeface="Times New Roman"/>
              </a:rPr>
              <a:t>Term Paper Presentation | Ronit Dutta</a:t>
            </a:r>
            <a:endParaRPr b="0" i="0" sz="1800" u="none" cap="none" strike="noStrike">
              <a:solidFill>
                <a:schemeClr val="lt1"/>
              </a:solidFill>
              <a:latin typeface="Times New Roman"/>
              <a:ea typeface="Times New Roman"/>
              <a:cs typeface="Times New Roman"/>
              <a:sym typeface="Times New Roman"/>
            </a:endParaRPr>
          </a:p>
        </p:txBody>
      </p:sp>
      <p:pic>
        <p:nvPicPr>
          <p:cNvPr id="723" name="Google Shape;723;g3da1138a163_0_360"/>
          <p:cNvPicPr preferRelativeResize="0"/>
          <p:nvPr/>
        </p:nvPicPr>
        <p:blipFill rotWithShape="1">
          <a:blip r:embed="rId4">
            <a:alphaModFix/>
          </a:blip>
          <a:srcRect b="0" l="0" r="0" t="0"/>
          <a:stretch/>
        </p:blipFill>
        <p:spPr>
          <a:xfrm>
            <a:off x="10590934" y="6330522"/>
            <a:ext cx="1499906" cy="585000"/>
          </a:xfrm>
          <a:prstGeom prst="rect">
            <a:avLst/>
          </a:prstGeom>
          <a:noFill/>
          <a:ln>
            <a:noFill/>
          </a:ln>
        </p:spPr>
      </p:pic>
      <p:sp>
        <p:nvSpPr>
          <p:cNvPr id="724" name="Google Shape;724;g3da1138a163_0_360"/>
          <p:cNvSpPr txBox="1"/>
          <p:nvPr/>
        </p:nvSpPr>
        <p:spPr>
          <a:xfrm>
            <a:off x="-1" y="6288587"/>
            <a:ext cx="5981100" cy="6465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chemeClr val="dk1"/>
              </a:buClr>
              <a:buSzPts val="1800"/>
              <a:buFont typeface="Arial"/>
              <a:buNone/>
            </a:pPr>
            <a:r>
              <a:rPr b="0" i="0" lang="en-US" sz="1800" u="none" cap="none" strike="noStrike">
                <a:solidFill>
                  <a:schemeClr val="lt1"/>
                </a:solidFill>
                <a:latin typeface="Times New Roman"/>
                <a:ea typeface="Times New Roman"/>
                <a:cs typeface="Times New Roman"/>
                <a:sym typeface="Times New Roman"/>
              </a:rPr>
              <a:t>Machine Learning Professional</a:t>
            </a:r>
            <a:br>
              <a:rPr b="0" i="0" lang="en-US" sz="1800" u="none" cap="none" strike="noStrike">
                <a:solidFill>
                  <a:schemeClr val="lt1"/>
                </a:solidFill>
                <a:latin typeface="Times New Roman"/>
                <a:ea typeface="Times New Roman"/>
                <a:cs typeface="Times New Roman"/>
                <a:sym typeface="Times New Roman"/>
              </a:rPr>
            </a:br>
            <a:r>
              <a:rPr b="0" i="0" lang="en-US" sz="1800" u="none" cap="none" strike="noStrike">
                <a:solidFill>
                  <a:schemeClr val="lt1"/>
                </a:solidFill>
                <a:latin typeface="Times New Roman"/>
                <a:ea typeface="Times New Roman"/>
                <a:cs typeface="Times New Roman"/>
                <a:sym typeface="Times New Roman"/>
              </a:rPr>
              <a:t>Project Presentation</a:t>
            </a:r>
            <a:endParaRPr b="0" i="0" sz="1800" u="none" cap="none" strike="noStrike">
              <a:solidFill>
                <a:schemeClr val="lt1"/>
              </a:solidFill>
              <a:latin typeface="Times New Roman"/>
              <a:ea typeface="Times New Roman"/>
              <a:cs typeface="Times New Roman"/>
              <a:sym typeface="Times New Roman"/>
            </a:endParaRPr>
          </a:p>
        </p:txBody>
      </p:sp>
      <p:pic>
        <p:nvPicPr>
          <p:cNvPr id="725" name="Google Shape;725;g3da1138a163_0_360"/>
          <p:cNvPicPr preferRelativeResize="0"/>
          <p:nvPr/>
        </p:nvPicPr>
        <p:blipFill rotWithShape="1">
          <a:blip r:embed="rId6">
            <a:alphaModFix/>
          </a:blip>
          <a:srcRect b="0" l="0" r="0" t="0"/>
          <a:stretch/>
        </p:blipFill>
        <p:spPr>
          <a:xfrm>
            <a:off x="10590875" y="6341462"/>
            <a:ext cx="1500023" cy="585000"/>
          </a:xfrm>
          <a:prstGeom prst="rect">
            <a:avLst/>
          </a:prstGeom>
          <a:noFill/>
          <a:ln>
            <a:noFill/>
          </a:ln>
        </p:spPr>
      </p:pic>
      <p:sp>
        <p:nvSpPr>
          <p:cNvPr id="726" name="Google Shape;726;g3da1138a163_0_360"/>
          <p:cNvSpPr txBox="1"/>
          <p:nvPr/>
        </p:nvSpPr>
        <p:spPr>
          <a:xfrm>
            <a:off x="-1" y="6288587"/>
            <a:ext cx="5981100" cy="6465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chemeClr val="dk1"/>
              </a:buClr>
              <a:buSzPts val="1800"/>
              <a:buFont typeface="Arial"/>
              <a:buNone/>
            </a:pPr>
            <a:r>
              <a:rPr b="0" i="0" lang="en-US" sz="1800" u="none" cap="none" strike="noStrike">
                <a:solidFill>
                  <a:schemeClr val="lt1"/>
                </a:solidFill>
                <a:latin typeface="Times New Roman"/>
                <a:ea typeface="Times New Roman"/>
                <a:cs typeface="Times New Roman"/>
                <a:sym typeface="Times New Roman"/>
              </a:rPr>
              <a:t>Machine Learning Professional</a:t>
            </a:r>
            <a:br>
              <a:rPr b="0" i="0" lang="en-US" sz="1800" u="none" cap="none" strike="noStrike">
                <a:solidFill>
                  <a:schemeClr val="lt1"/>
                </a:solidFill>
                <a:latin typeface="Times New Roman"/>
                <a:ea typeface="Times New Roman"/>
                <a:cs typeface="Times New Roman"/>
                <a:sym typeface="Times New Roman"/>
              </a:rPr>
            </a:br>
            <a:r>
              <a:rPr b="0" i="0" lang="en-US" sz="1800" u="none" cap="none" strike="noStrike">
                <a:solidFill>
                  <a:schemeClr val="lt1"/>
                </a:solidFill>
                <a:latin typeface="Times New Roman"/>
                <a:ea typeface="Times New Roman"/>
                <a:cs typeface="Times New Roman"/>
                <a:sym typeface="Times New Roman"/>
              </a:rPr>
              <a:t>Project Presentation</a:t>
            </a:r>
            <a:endParaRPr b="0" i="0" sz="1800" u="none" cap="none" strike="noStrike">
              <a:solidFill>
                <a:schemeClr val="lt1"/>
              </a:solidFill>
              <a:latin typeface="Times New Roman"/>
              <a:ea typeface="Times New Roman"/>
              <a:cs typeface="Times New Roman"/>
              <a:sym typeface="Times New Roman"/>
            </a:endParaRPr>
          </a:p>
        </p:txBody>
      </p:sp>
      <p:pic>
        <p:nvPicPr>
          <p:cNvPr id="727" name="Google Shape;727;g3da1138a163_0_360"/>
          <p:cNvPicPr preferRelativeResize="0"/>
          <p:nvPr/>
        </p:nvPicPr>
        <p:blipFill rotWithShape="1">
          <a:blip r:embed="rId6">
            <a:alphaModFix/>
          </a:blip>
          <a:srcRect b="0" l="0" r="0" t="0"/>
          <a:stretch/>
        </p:blipFill>
        <p:spPr>
          <a:xfrm>
            <a:off x="10590875" y="6330524"/>
            <a:ext cx="1500023" cy="585000"/>
          </a:xfrm>
          <a:prstGeom prst="rect">
            <a:avLst/>
          </a:prstGeom>
          <a:noFill/>
          <a:ln>
            <a:noFill/>
          </a:ln>
        </p:spPr>
      </p:pic>
      <p:sp>
        <p:nvSpPr>
          <p:cNvPr id="728" name="Google Shape;728;g3da1138a163_0_360"/>
          <p:cNvSpPr txBox="1"/>
          <p:nvPr/>
        </p:nvSpPr>
        <p:spPr>
          <a:xfrm>
            <a:off x="-1" y="6234672"/>
            <a:ext cx="5981100" cy="6465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chemeClr val="dk1"/>
              </a:buClr>
              <a:buSzPts val="1800"/>
              <a:buFont typeface="Arial"/>
              <a:buNone/>
            </a:pPr>
            <a:r>
              <a:rPr b="0" i="0" lang="en-US" sz="1800" u="none" cap="none" strike="noStrike">
                <a:solidFill>
                  <a:schemeClr val="lt1"/>
                </a:solidFill>
                <a:latin typeface="Times New Roman"/>
                <a:ea typeface="Times New Roman"/>
                <a:cs typeface="Times New Roman"/>
                <a:sym typeface="Times New Roman"/>
              </a:rPr>
              <a:t>Machine Learning Professional</a:t>
            </a:r>
            <a:br>
              <a:rPr b="0" i="0" lang="en-US" sz="1800" u="none" cap="none" strike="noStrike">
                <a:solidFill>
                  <a:schemeClr val="lt1"/>
                </a:solidFill>
                <a:latin typeface="Times New Roman"/>
                <a:ea typeface="Times New Roman"/>
                <a:cs typeface="Times New Roman"/>
                <a:sym typeface="Times New Roman"/>
              </a:rPr>
            </a:br>
            <a:r>
              <a:rPr b="0" i="0" lang="en-US" sz="1800" u="none" cap="none" strike="noStrike">
                <a:solidFill>
                  <a:schemeClr val="lt1"/>
                </a:solidFill>
                <a:latin typeface="Times New Roman"/>
                <a:ea typeface="Times New Roman"/>
                <a:cs typeface="Times New Roman"/>
                <a:sym typeface="Times New Roman"/>
              </a:rPr>
              <a:t>Project Presentation</a:t>
            </a:r>
            <a:endParaRPr b="0" i="0" sz="1800" u="none" cap="none" strike="noStrike">
              <a:solidFill>
                <a:schemeClr val="lt1"/>
              </a:solidFill>
              <a:latin typeface="Times New Roman"/>
              <a:ea typeface="Times New Roman"/>
              <a:cs typeface="Times New Roman"/>
              <a:sym typeface="Times New Roman"/>
            </a:endParaRPr>
          </a:p>
        </p:txBody>
      </p:sp>
      <p:pic>
        <p:nvPicPr>
          <p:cNvPr id="729" name="Google Shape;729;g3da1138a163_0_360"/>
          <p:cNvPicPr preferRelativeResize="0"/>
          <p:nvPr/>
        </p:nvPicPr>
        <p:blipFill rotWithShape="1">
          <a:blip r:embed="rId6">
            <a:alphaModFix/>
          </a:blip>
          <a:srcRect b="0" l="0" r="0" t="0"/>
          <a:stretch/>
        </p:blipFill>
        <p:spPr>
          <a:xfrm>
            <a:off x="10590875" y="6330524"/>
            <a:ext cx="1500023" cy="585000"/>
          </a:xfrm>
          <a:prstGeom prst="rect">
            <a:avLst/>
          </a:prstGeom>
          <a:noFill/>
          <a:ln>
            <a:noFill/>
          </a:ln>
        </p:spPr>
      </p:pic>
      <p:sp>
        <p:nvSpPr>
          <p:cNvPr id="730" name="Google Shape;730;g3da1138a163_0_360"/>
          <p:cNvSpPr txBox="1"/>
          <p:nvPr/>
        </p:nvSpPr>
        <p:spPr>
          <a:xfrm>
            <a:off x="-1" y="6234672"/>
            <a:ext cx="5981100" cy="6465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chemeClr val="dk1"/>
              </a:buClr>
              <a:buSzPts val="1800"/>
              <a:buFont typeface="Arial"/>
              <a:buNone/>
            </a:pPr>
            <a:r>
              <a:rPr b="0" i="0" lang="en-US" sz="1800" u="none" cap="none" strike="noStrike">
                <a:solidFill>
                  <a:schemeClr val="lt1"/>
                </a:solidFill>
                <a:latin typeface="Times New Roman"/>
                <a:ea typeface="Times New Roman"/>
                <a:cs typeface="Times New Roman"/>
                <a:sym typeface="Times New Roman"/>
              </a:rPr>
              <a:t>Machine Learning Professional</a:t>
            </a:r>
            <a:br>
              <a:rPr b="0" i="0" lang="en-US" sz="1800" u="none" cap="none" strike="noStrike">
                <a:solidFill>
                  <a:schemeClr val="lt1"/>
                </a:solidFill>
                <a:latin typeface="Times New Roman"/>
                <a:ea typeface="Times New Roman"/>
                <a:cs typeface="Times New Roman"/>
                <a:sym typeface="Times New Roman"/>
              </a:rPr>
            </a:br>
            <a:r>
              <a:rPr b="0" i="0" lang="en-US" sz="1800" u="none" cap="none" strike="noStrike">
                <a:solidFill>
                  <a:schemeClr val="lt1"/>
                </a:solidFill>
                <a:latin typeface="Times New Roman"/>
                <a:ea typeface="Times New Roman"/>
                <a:cs typeface="Times New Roman"/>
                <a:sym typeface="Times New Roman"/>
              </a:rPr>
              <a:t>Project Presentation</a:t>
            </a:r>
            <a:endParaRPr b="0" i="0" sz="1800" u="none" cap="none" strike="noStrike">
              <a:solidFill>
                <a:schemeClr val="lt1"/>
              </a:solidFill>
              <a:latin typeface="Times New Roman"/>
              <a:ea typeface="Times New Roman"/>
              <a:cs typeface="Times New Roman"/>
              <a:sym typeface="Times New Roman"/>
            </a:endParaRPr>
          </a:p>
        </p:txBody>
      </p:sp>
      <p:pic>
        <p:nvPicPr>
          <p:cNvPr id="731" name="Google Shape;731;g3da1138a163_0_360"/>
          <p:cNvPicPr preferRelativeResize="0"/>
          <p:nvPr/>
        </p:nvPicPr>
        <p:blipFill rotWithShape="1">
          <a:blip r:embed="rId6">
            <a:alphaModFix/>
          </a:blip>
          <a:srcRect b="0" l="0" r="0" t="0"/>
          <a:stretch/>
        </p:blipFill>
        <p:spPr>
          <a:xfrm>
            <a:off x="10590875" y="6330524"/>
            <a:ext cx="1500023" cy="585000"/>
          </a:xfrm>
          <a:prstGeom prst="rect">
            <a:avLst/>
          </a:prstGeom>
          <a:noFill/>
          <a:ln>
            <a:noFill/>
          </a:ln>
        </p:spPr>
      </p:pic>
      <p:sp>
        <p:nvSpPr>
          <p:cNvPr id="732" name="Google Shape;732;g3da1138a163_0_360"/>
          <p:cNvSpPr txBox="1"/>
          <p:nvPr/>
        </p:nvSpPr>
        <p:spPr>
          <a:xfrm>
            <a:off x="-1" y="6234672"/>
            <a:ext cx="5981100" cy="6465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chemeClr val="dk1"/>
              </a:buClr>
              <a:buSzPts val="1800"/>
              <a:buFont typeface="Arial"/>
              <a:buNone/>
            </a:pPr>
            <a:r>
              <a:rPr b="0" i="0" lang="en-US" sz="1800" u="none" cap="none" strike="noStrike">
                <a:solidFill>
                  <a:schemeClr val="lt1"/>
                </a:solidFill>
                <a:latin typeface="Times New Roman"/>
                <a:ea typeface="Times New Roman"/>
                <a:cs typeface="Times New Roman"/>
                <a:sym typeface="Times New Roman"/>
              </a:rPr>
              <a:t>Nanoelectronics - Seminar Presentation</a:t>
            </a:r>
            <a:br>
              <a:rPr b="0" i="0" lang="en-US" sz="1800" u="none" cap="none" strike="noStrike">
                <a:solidFill>
                  <a:schemeClr val="lt1"/>
                </a:solidFill>
                <a:latin typeface="Times New Roman"/>
                <a:ea typeface="Times New Roman"/>
                <a:cs typeface="Times New Roman"/>
                <a:sym typeface="Times New Roman"/>
              </a:rPr>
            </a:br>
            <a:r>
              <a:rPr b="0" i="0" lang="en-US" sz="1800" u="none" cap="none" strike="noStrike">
                <a:solidFill>
                  <a:schemeClr val="lt1"/>
                </a:solidFill>
                <a:latin typeface="Times New Roman"/>
                <a:ea typeface="Times New Roman"/>
                <a:cs typeface="Times New Roman"/>
                <a:sym typeface="Times New Roman"/>
              </a:rPr>
              <a:t>Ronit Dutta</a:t>
            </a:r>
            <a:endParaRPr b="0" i="0" sz="1800" u="none" cap="none" strike="noStrike">
              <a:solidFill>
                <a:schemeClr val="lt1"/>
              </a:solidFill>
              <a:latin typeface="Times New Roman"/>
              <a:ea typeface="Times New Roman"/>
              <a:cs typeface="Times New Roman"/>
              <a:sym typeface="Times New Roman"/>
            </a:endParaRPr>
          </a:p>
        </p:txBody>
      </p:sp>
      <p:pic>
        <p:nvPicPr>
          <p:cNvPr id="733" name="Google Shape;733;g3da1138a163_0_360"/>
          <p:cNvPicPr preferRelativeResize="0"/>
          <p:nvPr/>
        </p:nvPicPr>
        <p:blipFill rotWithShape="1">
          <a:blip r:embed="rId6">
            <a:alphaModFix/>
          </a:blip>
          <a:srcRect b="0" l="0" r="0" t="0"/>
          <a:stretch/>
        </p:blipFill>
        <p:spPr>
          <a:xfrm>
            <a:off x="10590875" y="6330524"/>
            <a:ext cx="1500023" cy="585000"/>
          </a:xfrm>
          <a:prstGeom prst="rect">
            <a:avLst/>
          </a:prstGeom>
          <a:noFill/>
          <a:ln>
            <a:noFill/>
          </a:ln>
        </p:spPr>
      </p:pic>
      <p:pic>
        <p:nvPicPr>
          <p:cNvPr id="734" name="Google Shape;734;g3da1138a163_0_360"/>
          <p:cNvPicPr preferRelativeResize="0"/>
          <p:nvPr/>
        </p:nvPicPr>
        <p:blipFill rotWithShape="1">
          <a:blip r:embed="rId4">
            <a:alphaModFix/>
          </a:blip>
          <a:srcRect b="0" l="0" r="0" t="0"/>
          <a:stretch/>
        </p:blipFill>
        <p:spPr>
          <a:xfrm>
            <a:off x="10590934" y="6330522"/>
            <a:ext cx="1499906" cy="585000"/>
          </a:xfrm>
          <a:prstGeom prst="rect">
            <a:avLst/>
          </a:prstGeom>
          <a:noFill/>
          <a:ln>
            <a:noFill/>
          </a:ln>
        </p:spPr>
      </p:pic>
      <p:sp>
        <p:nvSpPr>
          <p:cNvPr id="735" name="Google Shape;735;g3da1138a163_0_360"/>
          <p:cNvSpPr txBox="1"/>
          <p:nvPr/>
        </p:nvSpPr>
        <p:spPr>
          <a:xfrm>
            <a:off x="-1" y="6288587"/>
            <a:ext cx="5981100" cy="3693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chemeClr val="dk1"/>
              </a:buClr>
              <a:buSzPts val="1800"/>
              <a:buFont typeface="Arial"/>
              <a:buNone/>
            </a:pPr>
            <a:r>
              <a:rPr b="0" i="0" lang="en-US" sz="1800" u="none" cap="none" strike="noStrike">
                <a:solidFill>
                  <a:schemeClr val="lt1"/>
                </a:solidFill>
                <a:latin typeface="Times New Roman"/>
                <a:ea typeface="Times New Roman"/>
                <a:cs typeface="Times New Roman"/>
                <a:sym typeface="Times New Roman"/>
              </a:rPr>
              <a:t>Term Paper Presentation | Ronit Dutta</a:t>
            </a:r>
            <a:endParaRPr b="0" i="0" sz="1800" u="none" cap="none" strike="noStrike">
              <a:solidFill>
                <a:schemeClr val="lt1"/>
              </a:solidFill>
              <a:latin typeface="Times New Roman"/>
              <a:ea typeface="Times New Roman"/>
              <a:cs typeface="Times New Roman"/>
              <a:sym typeface="Times New Roman"/>
            </a:endParaRPr>
          </a:p>
        </p:txBody>
      </p:sp>
      <p:pic>
        <p:nvPicPr>
          <p:cNvPr id="736" name="Google Shape;736;g3da1138a163_0_360"/>
          <p:cNvPicPr preferRelativeResize="0"/>
          <p:nvPr/>
        </p:nvPicPr>
        <p:blipFill rotWithShape="1">
          <a:blip r:embed="rId4">
            <a:alphaModFix/>
          </a:blip>
          <a:srcRect b="0" l="0" r="0" t="0"/>
          <a:stretch/>
        </p:blipFill>
        <p:spPr>
          <a:xfrm>
            <a:off x="10590934" y="6330522"/>
            <a:ext cx="1499906" cy="585000"/>
          </a:xfrm>
          <a:prstGeom prst="rect">
            <a:avLst/>
          </a:prstGeom>
          <a:noFill/>
          <a:ln>
            <a:noFill/>
          </a:ln>
        </p:spPr>
      </p:pic>
      <p:sp>
        <p:nvSpPr>
          <p:cNvPr id="737" name="Google Shape;737;g3da1138a163_0_360"/>
          <p:cNvSpPr txBox="1"/>
          <p:nvPr/>
        </p:nvSpPr>
        <p:spPr>
          <a:xfrm>
            <a:off x="-1" y="6288587"/>
            <a:ext cx="5981100" cy="3693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chemeClr val="dk1"/>
              </a:buClr>
              <a:buSzPts val="1800"/>
              <a:buFont typeface="Arial"/>
              <a:buNone/>
            </a:pPr>
            <a:r>
              <a:rPr b="0" i="0" lang="en-US" sz="1800" u="none" cap="none" strike="noStrike">
                <a:solidFill>
                  <a:schemeClr val="lt1"/>
                </a:solidFill>
                <a:latin typeface="Times New Roman"/>
                <a:ea typeface="Times New Roman"/>
                <a:cs typeface="Times New Roman"/>
                <a:sym typeface="Times New Roman"/>
              </a:rPr>
              <a:t>Term Paper Presentation | Ronit Dutta</a:t>
            </a:r>
            <a:endParaRPr b="0" i="0" sz="1800" u="none" cap="none" strike="noStrike">
              <a:solidFill>
                <a:schemeClr val="lt1"/>
              </a:solidFill>
              <a:latin typeface="Times New Roman"/>
              <a:ea typeface="Times New Roman"/>
              <a:cs typeface="Times New Roman"/>
              <a:sym typeface="Times New Roman"/>
            </a:endParaRPr>
          </a:p>
        </p:txBody>
      </p:sp>
      <p:pic>
        <p:nvPicPr>
          <p:cNvPr id="738" name="Google Shape;738;g3da1138a163_0_360"/>
          <p:cNvPicPr preferRelativeResize="0"/>
          <p:nvPr/>
        </p:nvPicPr>
        <p:blipFill rotWithShape="1">
          <a:blip r:embed="rId4">
            <a:alphaModFix/>
          </a:blip>
          <a:srcRect b="0" l="0" r="0" t="0"/>
          <a:stretch/>
        </p:blipFill>
        <p:spPr>
          <a:xfrm>
            <a:off x="10590934" y="6330522"/>
            <a:ext cx="1499906" cy="585000"/>
          </a:xfrm>
          <a:prstGeom prst="rect">
            <a:avLst/>
          </a:prstGeom>
          <a:noFill/>
          <a:ln>
            <a:noFill/>
          </a:ln>
        </p:spPr>
      </p:pic>
      <p:sp>
        <p:nvSpPr>
          <p:cNvPr id="739" name="Google Shape;739;g3da1138a163_0_360"/>
          <p:cNvSpPr txBox="1"/>
          <p:nvPr/>
        </p:nvSpPr>
        <p:spPr>
          <a:xfrm>
            <a:off x="-1" y="6288587"/>
            <a:ext cx="5981100" cy="6465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chemeClr val="dk1"/>
              </a:buClr>
              <a:buSzPts val="1800"/>
              <a:buFont typeface="Arial"/>
              <a:buNone/>
            </a:pPr>
            <a:r>
              <a:rPr b="0" i="0" lang="en-US" sz="1800" u="none" cap="none" strike="noStrike">
                <a:solidFill>
                  <a:schemeClr val="lt1"/>
                </a:solidFill>
                <a:latin typeface="Times New Roman"/>
                <a:ea typeface="Times New Roman"/>
                <a:cs typeface="Times New Roman"/>
                <a:sym typeface="Times New Roman"/>
              </a:rPr>
              <a:t>Machine Learning Professional</a:t>
            </a:r>
            <a:br>
              <a:rPr b="0" i="0" lang="en-US" sz="1800" u="none" cap="none" strike="noStrike">
                <a:solidFill>
                  <a:schemeClr val="lt1"/>
                </a:solidFill>
                <a:latin typeface="Times New Roman"/>
                <a:ea typeface="Times New Roman"/>
                <a:cs typeface="Times New Roman"/>
                <a:sym typeface="Times New Roman"/>
              </a:rPr>
            </a:br>
            <a:r>
              <a:rPr b="0" i="0" lang="en-US" sz="1800" u="none" cap="none" strike="noStrike">
                <a:solidFill>
                  <a:schemeClr val="lt1"/>
                </a:solidFill>
                <a:latin typeface="Times New Roman"/>
                <a:ea typeface="Times New Roman"/>
                <a:cs typeface="Times New Roman"/>
                <a:sym typeface="Times New Roman"/>
              </a:rPr>
              <a:t>Project Presentation</a:t>
            </a:r>
            <a:endParaRPr b="0" i="0" sz="1800" u="none" cap="none" strike="noStrike">
              <a:solidFill>
                <a:schemeClr val="lt1"/>
              </a:solidFill>
              <a:latin typeface="Times New Roman"/>
              <a:ea typeface="Times New Roman"/>
              <a:cs typeface="Times New Roman"/>
              <a:sym typeface="Times New Roman"/>
            </a:endParaRPr>
          </a:p>
        </p:txBody>
      </p:sp>
      <p:pic>
        <p:nvPicPr>
          <p:cNvPr id="740" name="Google Shape;740;g3da1138a163_0_360"/>
          <p:cNvPicPr preferRelativeResize="0"/>
          <p:nvPr/>
        </p:nvPicPr>
        <p:blipFill rotWithShape="1">
          <a:blip r:embed="rId6">
            <a:alphaModFix/>
          </a:blip>
          <a:srcRect b="0" l="0" r="0" t="0"/>
          <a:stretch/>
        </p:blipFill>
        <p:spPr>
          <a:xfrm>
            <a:off x="10590875" y="6341462"/>
            <a:ext cx="1500023" cy="585000"/>
          </a:xfrm>
          <a:prstGeom prst="rect">
            <a:avLst/>
          </a:prstGeom>
          <a:noFill/>
          <a:ln>
            <a:noFill/>
          </a:ln>
        </p:spPr>
      </p:pic>
      <p:sp>
        <p:nvSpPr>
          <p:cNvPr id="741" name="Google Shape;741;g3da1138a163_0_360"/>
          <p:cNvSpPr txBox="1"/>
          <p:nvPr/>
        </p:nvSpPr>
        <p:spPr>
          <a:xfrm>
            <a:off x="-1" y="6288587"/>
            <a:ext cx="5981100" cy="6465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chemeClr val="dk1"/>
              </a:buClr>
              <a:buSzPts val="1800"/>
              <a:buFont typeface="Arial"/>
              <a:buNone/>
            </a:pPr>
            <a:r>
              <a:rPr b="0" i="0" lang="en-US" sz="1800" u="none" cap="none" strike="noStrike">
                <a:solidFill>
                  <a:schemeClr val="lt1"/>
                </a:solidFill>
                <a:latin typeface="Times New Roman"/>
                <a:ea typeface="Times New Roman"/>
                <a:cs typeface="Times New Roman"/>
                <a:sym typeface="Times New Roman"/>
              </a:rPr>
              <a:t>Machine Learning Professional</a:t>
            </a:r>
            <a:br>
              <a:rPr b="0" i="0" lang="en-US" sz="1800" u="none" cap="none" strike="noStrike">
                <a:solidFill>
                  <a:schemeClr val="lt1"/>
                </a:solidFill>
                <a:latin typeface="Times New Roman"/>
                <a:ea typeface="Times New Roman"/>
                <a:cs typeface="Times New Roman"/>
                <a:sym typeface="Times New Roman"/>
              </a:rPr>
            </a:br>
            <a:r>
              <a:rPr b="0" i="0" lang="en-US" sz="1800" u="none" cap="none" strike="noStrike">
                <a:solidFill>
                  <a:schemeClr val="lt1"/>
                </a:solidFill>
                <a:latin typeface="Times New Roman"/>
                <a:ea typeface="Times New Roman"/>
                <a:cs typeface="Times New Roman"/>
                <a:sym typeface="Times New Roman"/>
              </a:rPr>
              <a:t>Project Presentation</a:t>
            </a:r>
            <a:endParaRPr b="0" i="0" sz="1800" u="none" cap="none" strike="noStrike">
              <a:solidFill>
                <a:schemeClr val="lt1"/>
              </a:solidFill>
              <a:latin typeface="Times New Roman"/>
              <a:ea typeface="Times New Roman"/>
              <a:cs typeface="Times New Roman"/>
              <a:sym typeface="Times New Roman"/>
            </a:endParaRPr>
          </a:p>
        </p:txBody>
      </p:sp>
      <p:pic>
        <p:nvPicPr>
          <p:cNvPr id="742" name="Google Shape;742;g3da1138a163_0_360"/>
          <p:cNvPicPr preferRelativeResize="0"/>
          <p:nvPr/>
        </p:nvPicPr>
        <p:blipFill rotWithShape="1">
          <a:blip r:embed="rId6">
            <a:alphaModFix/>
          </a:blip>
          <a:srcRect b="0" l="0" r="0" t="0"/>
          <a:stretch/>
        </p:blipFill>
        <p:spPr>
          <a:xfrm>
            <a:off x="10590875" y="6330524"/>
            <a:ext cx="1500023" cy="585000"/>
          </a:xfrm>
          <a:prstGeom prst="rect">
            <a:avLst/>
          </a:prstGeom>
          <a:noFill/>
          <a:ln>
            <a:noFill/>
          </a:ln>
        </p:spPr>
      </p:pic>
      <p:sp>
        <p:nvSpPr>
          <p:cNvPr id="743" name="Google Shape;743;g3da1138a163_0_360"/>
          <p:cNvSpPr txBox="1"/>
          <p:nvPr/>
        </p:nvSpPr>
        <p:spPr>
          <a:xfrm>
            <a:off x="-1" y="6234672"/>
            <a:ext cx="5981100" cy="6465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chemeClr val="dk1"/>
              </a:buClr>
              <a:buSzPts val="1800"/>
              <a:buFont typeface="Arial"/>
              <a:buNone/>
            </a:pPr>
            <a:r>
              <a:rPr b="0" i="0" lang="en-US" sz="1800" u="none" cap="none" strike="noStrike">
                <a:solidFill>
                  <a:schemeClr val="lt1"/>
                </a:solidFill>
                <a:latin typeface="Times New Roman"/>
                <a:ea typeface="Times New Roman"/>
                <a:cs typeface="Times New Roman"/>
                <a:sym typeface="Times New Roman"/>
              </a:rPr>
              <a:t>Machine Learning Professional</a:t>
            </a:r>
            <a:br>
              <a:rPr b="0" i="0" lang="en-US" sz="1800" u="none" cap="none" strike="noStrike">
                <a:solidFill>
                  <a:schemeClr val="lt1"/>
                </a:solidFill>
                <a:latin typeface="Times New Roman"/>
                <a:ea typeface="Times New Roman"/>
                <a:cs typeface="Times New Roman"/>
                <a:sym typeface="Times New Roman"/>
              </a:rPr>
            </a:br>
            <a:r>
              <a:rPr b="0" i="0" lang="en-US" sz="1800" u="none" cap="none" strike="noStrike">
                <a:solidFill>
                  <a:schemeClr val="lt1"/>
                </a:solidFill>
                <a:latin typeface="Times New Roman"/>
                <a:ea typeface="Times New Roman"/>
                <a:cs typeface="Times New Roman"/>
                <a:sym typeface="Times New Roman"/>
              </a:rPr>
              <a:t>Project Presentation</a:t>
            </a:r>
            <a:endParaRPr b="0" i="0" sz="1800" u="none" cap="none" strike="noStrike">
              <a:solidFill>
                <a:schemeClr val="lt1"/>
              </a:solidFill>
              <a:latin typeface="Times New Roman"/>
              <a:ea typeface="Times New Roman"/>
              <a:cs typeface="Times New Roman"/>
              <a:sym typeface="Times New Roman"/>
            </a:endParaRPr>
          </a:p>
        </p:txBody>
      </p:sp>
      <p:pic>
        <p:nvPicPr>
          <p:cNvPr id="744" name="Google Shape;744;g3da1138a163_0_360"/>
          <p:cNvPicPr preferRelativeResize="0"/>
          <p:nvPr/>
        </p:nvPicPr>
        <p:blipFill rotWithShape="1">
          <a:blip r:embed="rId6">
            <a:alphaModFix/>
          </a:blip>
          <a:srcRect b="0" l="0" r="0" t="0"/>
          <a:stretch/>
        </p:blipFill>
        <p:spPr>
          <a:xfrm>
            <a:off x="10590875" y="6330524"/>
            <a:ext cx="1500023" cy="585000"/>
          </a:xfrm>
          <a:prstGeom prst="rect">
            <a:avLst/>
          </a:prstGeom>
          <a:noFill/>
          <a:ln>
            <a:noFill/>
          </a:ln>
        </p:spPr>
      </p:pic>
      <p:sp>
        <p:nvSpPr>
          <p:cNvPr id="745" name="Google Shape;745;g3da1138a163_0_360"/>
          <p:cNvSpPr txBox="1"/>
          <p:nvPr/>
        </p:nvSpPr>
        <p:spPr>
          <a:xfrm>
            <a:off x="-1" y="6234672"/>
            <a:ext cx="5981100" cy="6465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chemeClr val="dk1"/>
              </a:buClr>
              <a:buSzPts val="1800"/>
              <a:buFont typeface="Arial"/>
              <a:buNone/>
            </a:pPr>
            <a:r>
              <a:rPr b="0" i="0" lang="en-US" sz="1800" u="none" cap="none" strike="noStrike">
                <a:solidFill>
                  <a:schemeClr val="lt1"/>
                </a:solidFill>
                <a:latin typeface="Times New Roman"/>
                <a:ea typeface="Times New Roman"/>
                <a:cs typeface="Times New Roman"/>
                <a:sym typeface="Times New Roman"/>
              </a:rPr>
              <a:t>Machine Learning Professional</a:t>
            </a:r>
            <a:br>
              <a:rPr b="0" i="0" lang="en-US" sz="1800" u="none" cap="none" strike="noStrike">
                <a:solidFill>
                  <a:schemeClr val="lt1"/>
                </a:solidFill>
                <a:latin typeface="Times New Roman"/>
                <a:ea typeface="Times New Roman"/>
                <a:cs typeface="Times New Roman"/>
                <a:sym typeface="Times New Roman"/>
              </a:rPr>
            </a:br>
            <a:r>
              <a:rPr b="0" i="0" lang="en-US" sz="1800" u="none" cap="none" strike="noStrike">
                <a:solidFill>
                  <a:schemeClr val="lt1"/>
                </a:solidFill>
                <a:latin typeface="Times New Roman"/>
                <a:ea typeface="Times New Roman"/>
                <a:cs typeface="Times New Roman"/>
                <a:sym typeface="Times New Roman"/>
              </a:rPr>
              <a:t>Project Presentation</a:t>
            </a:r>
            <a:endParaRPr b="0" i="0" sz="1800" u="none" cap="none" strike="noStrike">
              <a:solidFill>
                <a:schemeClr val="lt1"/>
              </a:solidFill>
              <a:latin typeface="Times New Roman"/>
              <a:ea typeface="Times New Roman"/>
              <a:cs typeface="Times New Roman"/>
              <a:sym typeface="Times New Roman"/>
            </a:endParaRPr>
          </a:p>
        </p:txBody>
      </p:sp>
      <p:pic>
        <p:nvPicPr>
          <p:cNvPr id="746" name="Google Shape;746;g3da1138a163_0_360"/>
          <p:cNvPicPr preferRelativeResize="0"/>
          <p:nvPr/>
        </p:nvPicPr>
        <p:blipFill rotWithShape="1">
          <a:blip r:embed="rId6">
            <a:alphaModFix/>
          </a:blip>
          <a:srcRect b="0" l="0" r="0" t="0"/>
          <a:stretch/>
        </p:blipFill>
        <p:spPr>
          <a:xfrm>
            <a:off x="10590875" y="6330524"/>
            <a:ext cx="1500023" cy="585000"/>
          </a:xfrm>
          <a:prstGeom prst="rect">
            <a:avLst/>
          </a:prstGeom>
          <a:noFill/>
          <a:ln>
            <a:noFill/>
          </a:ln>
        </p:spPr>
      </p:pic>
      <p:sp>
        <p:nvSpPr>
          <p:cNvPr id="747" name="Google Shape;747;g3da1138a163_0_360"/>
          <p:cNvSpPr txBox="1"/>
          <p:nvPr/>
        </p:nvSpPr>
        <p:spPr>
          <a:xfrm>
            <a:off x="-1" y="6234672"/>
            <a:ext cx="5981100" cy="6465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chemeClr val="dk1"/>
              </a:buClr>
              <a:buSzPts val="1800"/>
              <a:buFont typeface="Arial"/>
              <a:buNone/>
            </a:pPr>
            <a:r>
              <a:rPr b="0" i="0" lang="en-US" sz="1800" u="none" cap="none" strike="noStrike">
                <a:solidFill>
                  <a:schemeClr val="lt1"/>
                </a:solidFill>
                <a:latin typeface="Times New Roman"/>
                <a:ea typeface="Times New Roman"/>
                <a:cs typeface="Times New Roman"/>
                <a:sym typeface="Times New Roman"/>
              </a:rPr>
              <a:t>Nanoelectronics - Seminar Presentation</a:t>
            </a:r>
            <a:br>
              <a:rPr b="0" i="0" lang="en-US" sz="1800" u="none" cap="none" strike="noStrike">
                <a:solidFill>
                  <a:schemeClr val="lt1"/>
                </a:solidFill>
                <a:latin typeface="Times New Roman"/>
                <a:ea typeface="Times New Roman"/>
                <a:cs typeface="Times New Roman"/>
                <a:sym typeface="Times New Roman"/>
              </a:rPr>
            </a:br>
            <a:r>
              <a:rPr b="0" i="0" lang="en-US" sz="1800" u="none" cap="none" strike="noStrike">
                <a:solidFill>
                  <a:schemeClr val="lt1"/>
                </a:solidFill>
                <a:latin typeface="Times New Roman"/>
                <a:ea typeface="Times New Roman"/>
                <a:cs typeface="Times New Roman"/>
                <a:sym typeface="Times New Roman"/>
              </a:rPr>
              <a:t>Ronit Dutta</a:t>
            </a:r>
            <a:endParaRPr b="0" i="0" sz="1800" u="none" cap="none" strike="noStrike">
              <a:solidFill>
                <a:schemeClr val="lt1"/>
              </a:solidFill>
              <a:latin typeface="Times New Roman"/>
              <a:ea typeface="Times New Roman"/>
              <a:cs typeface="Times New Roman"/>
              <a:sym typeface="Times New Roman"/>
            </a:endParaRPr>
          </a:p>
        </p:txBody>
      </p:sp>
      <p:pic>
        <p:nvPicPr>
          <p:cNvPr id="748" name="Google Shape;748;g3da1138a163_0_360"/>
          <p:cNvPicPr preferRelativeResize="0"/>
          <p:nvPr/>
        </p:nvPicPr>
        <p:blipFill rotWithShape="1">
          <a:blip r:embed="rId6">
            <a:alphaModFix/>
          </a:blip>
          <a:srcRect b="0" l="0" r="0" t="0"/>
          <a:stretch/>
        </p:blipFill>
        <p:spPr>
          <a:xfrm>
            <a:off x="10590875" y="6330524"/>
            <a:ext cx="1500023" cy="585000"/>
          </a:xfrm>
          <a:prstGeom prst="rect">
            <a:avLst/>
          </a:prstGeom>
          <a:noFill/>
          <a:ln>
            <a:noFill/>
          </a:ln>
        </p:spPr>
      </p:pic>
      <p:pic>
        <p:nvPicPr>
          <p:cNvPr id="749" name="Google Shape;749;g3da1138a163_0_360"/>
          <p:cNvPicPr preferRelativeResize="0"/>
          <p:nvPr/>
        </p:nvPicPr>
        <p:blipFill rotWithShape="1">
          <a:blip r:embed="rId11">
            <a:alphaModFix/>
          </a:blip>
          <a:srcRect b="0" l="0" r="0" t="0"/>
          <a:stretch/>
        </p:blipFill>
        <p:spPr>
          <a:xfrm>
            <a:off x="0" y="6234674"/>
            <a:ext cx="12192000" cy="1165875"/>
          </a:xfrm>
          <a:prstGeom prst="rect">
            <a:avLst/>
          </a:prstGeom>
          <a:noFill/>
          <a:ln>
            <a:noFill/>
          </a:ln>
        </p:spPr>
      </p:pic>
      <p:sp>
        <p:nvSpPr>
          <p:cNvPr id="750" name="Google Shape;750;g3da1138a163_0_360"/>
          <p:cNvSpPr txBox="1"/>
          <p:nvPr/>
        </p:nvSpPr>
        <p:spPr>
          <a:xfrm>
            <a:off x="-1" y="6310697"/>
            <a:ext cx="5981100" cy="6465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chemeClr val="dk1"/>
              </a:buClr>
              <a:buSzPts val="1800"/>
              <a:buFont typeface="Arial"/>
              <a:buNone/>
            </a:pPr>
            <a:r>
              <a:rPr lang="en-US" sz="1800">
                <a:solidFill>
                  <a:schemeClr val="lt1"/>
                </a:solidFill>
                <a:latin typeface="Times New Roman"/>
                <a:ea typeface="Times New Roman"/>
                <a:cs typeface="Times New Roman"/>
                <a:sym typeface="Times New Roman"/>
              </a:rPr>
              <a:t>Applied Mathematics for Engineering [MIDTERM PROJECT]</a:t>
            </a:r>
            <a:br>
              <a:rPr b="0" i="0" lang="en-US" sz="1800" u="none" cap="none" strike="noStrike">
                <a:solidFill>
                  <a:schemeClr val="lt1"/>
                </a:solidFill>
                <a:latin typeface="Times New Roman"/>
                <a:ea typeface="Times New Roman"/>
                <a:cs typeface="Times New Roman"/>
                <a:sym typeface="Times New Roman"/>
              </a:rPr>
            </a:br>
            <a:r>
              <a:rPr b="0" i="0" lang="en-US" sz="1800" u="none" cap="none" strike="noStrike">
                <a:solidFill>
                  <a:schemeClr val="lt1"/>
                </a:solidFill>
                <a:latin typeface="Times New Roman"/>
                <a:ea typeface="Times New Roman"/>
                <a:cs typeface="Times New Roman"/>
                <a:sym typeface="Times New Roman"/>
              </a:rPr>
              <a:t>Ronit Dutta</a:t>
            </a:r>
            <a:endParaRPr b="0" i="0" sz="1800" u="none" cap="none" strike="noStrike">
              <a:solidFill>
                <a:schemeClr val="lt1"/>
              </a:solidFill>
              <a:latin typeface="Times New Roman"/>
              <a:ea typeface="Times New Roman"/>
              <a:cs typeface="Times New Roman"/>
              <a:sym typeface="Times New Roman"/>
            </a:endParaRPr>
          </a:p>
        </p:txBody>
      </p:sp>
      <p:pic>
        <p:nvPicPr>
          <p:cNvPr id="751" name="Google Shape;751;g3da1138a163_0_360"/>
          <p:cNvPicPr preferRelativeResize="0"/>
          <p:nvPr/>
        </p:nvPicPr>
        <p:blipFill rotWithShape="1">
          <a:blip r:embed="rId6">
            <a:alphaModFix/>
          </a:blip>
          <a:srcRect b="0" l="0" r="0" t="0"/>
          <a:stretch/>
        </p:blipFill>
        <p:spPr>
          <a:xfrm>
            <a:off x="10579375" y="6341449"/>
            <a:ext cx="1500023" cy="585000"/>
          </a:xfrm>
          <a:prstGeom prst="rect">
            <a:avLst/>
          </a:prstGeom>
          <a:noFill/>
          <a:ln>
            <a:noFill/>
          </a:ln>
        </p:spPr>
      </p:pic>
      <p:pic>
        <p:nvPicPr>
          <p:cNvPr id="752" name="Google Shape;752;g3da1138a163_0_360"/>
          <p:cNvPicPr preferRelativeResize="0"/>
          <p:nvPr/>
        </p:nvPicPr>
        <p:blipFill>
          <a:blip r:embed="rId12">
            <a:alphaModFix/>
          </a:blip>
          <a:stretch>
            <a:fillRect/>
          </a:stretch>
        </p:blipFill>
        <p:spPr>
          <a:xfrm>
            <a:off x="8992153" y="297241"/>
            <a:ext cx="3143081" cy="1828846"/>
          </a:xfrm>
          <a:prstGeom prst="rect">
            <a:avLst/>
          </a:prstGeom>
          <a:noFill/>
          <a:ln cap="flat" cmpd="sng" w="17075">
            <a:solidFill>
              <a:schemeClr val="dk1"/>
            </a:solidFill>
            <a:prstDash val="solid"/>
            <a:round/>
            <a:headEnd len="sm" w="sm" type="none"/>
            <a:tailEnd len="sm" w="sm" type="none"/>
          </a:ln>
        </p:spPr>
      </p:pic>
      <p:pic>
        <p:nvPicPr>
          <p:cNvPr id="753" name="Google Shape;753;g3da1138a163_0_360"/>
          <p:cNvPicPr preferRelativeResize="0"/>
          <p:nvPr/>
        </p:nvPicPr>
        <p:blipFill>
          <a:blip r:embed="rId13">
            <a:alphaModFix/>
          </a:blip>
          <a:stretch>
            <a:fillRect/>
          </a:stretch>
        </p:blipFill>
        <p:spPr>
          <a:xfrm>
            <a:off x="7830329" y="297234"/>
            <a:ext cx="1161815" cy="1828855"/>
          </a:xfrm>
          <a:prstGeom prst="rect">
            <a:avLst/>
          </a:prstGeom>
          <a:noFill/>
          <a:ln cap="flat" cmpd="sng" w="17075">
            <a:solidFill>
              <a:schemeClr val="dk1"/>
            </a:solidFill>
            <a:prstDash val="solid"/>
            <a:round/>
            <a:headEnd len="sm" w="sm" type="none"/>
            <a:tailEnd len="sm" w="sm" type="none"/>
          </a:ln>
        </p:spPr>
      </p:pic>
      <p:pic>
        <p:nvPicPr>
          <p:cNvPr id="754" name="Google Shape;754;g3da1138a163_0_360"/>
          <p:cNvPicPr preferRelativeResize="0"/>
          <p:nvPr/>
        </p:nvPicPr>
        <p:blipFill>
          <a:blip r:embed="rId14">
            <a:alphaModFix/>
          </a:blip>
          <a:stretch>
            <a:fillRect/>
          </a:stretch>
        </p:blipFill>
        <p:spPr>
          <a:xfrm>
            <a:off x="122975" y="1604923"/>
            <a:ext cx="2831113" cy="3028633"/>
          </a:xfrm>
          <a:prstGeom prst="rect">
            <a:avLst/>
          </a:prstGeom>
          <a:noFill/>
          <a:ln cap="flat" cmpd="sng" w="19050">
            <a:solidFill>
              <a:schemeClr val="dk1"/>
            </a:solidFill>
            <a:prstDash val="solid"/>
            <a:round/>
            <a:headEnd len="sm" w="sm" type="none"/>
            <a:tailEnd len="sm" w="sm" type="none"/>
          </a:ln>
        </p:spPr>
      </p:pic>
      <p:pic>
        <p:nvPicPr>
          <p:cNvPr id="755" name="Google Shape;755;g3da1138a163_0_360"/>
          <p:cNvPicPr preferRelativeResize="0"/>
          <p:nvPr/>
        </p:nvPicPr>
        <p:blipFill>
          <a:blip r:embed="rId15">
            <a:alphaModFix/>
          </a:blip>
          <a:stretch>
            <a:fillRect/>
          </a:stretch>
        </p:blipFill>
        <p:spPr>
          <a:xfrm>
            <a:off x="3478085" y="2259652"/>
            <a:ext cx="3898119" cy="2595498"/>
          </a:xfrm>
          <a:prstGeom prst="rect">
            <a:avLst/>
          </a:prstGeom>
          <a:noFill/>
          <a:ln cap="flat" cmpd="sng" w="17775">
            <a:solidFill>
              <a:schemeClr val="dk1"/>
            </a:solidFill>
            <a:prstDash val="solid"/>
            <a:round/>
            <a:headEnd len="sm" w="sm" type="none"/>
            <a:tailEnd len="sm" w="sm" type="none"/>
          </a:ln>
        </p:spPr>
      </p:pic>
      <p:sp>
        <p:nvSpPr>
          <p:cNvPr id="756" name="Google Shape;756;g3da1138a163_0_360"/>
          <p:cNvSpPr txBox="1"/>
          <p:nvPr/>
        </p:nvSpPr>
        <p:spPr>
          <a:xfrm>
            <a:off x="8272703" y="2200929"/>
            <a:ext cx="3420000" cy="386400"/>
          </a:xfrm>
          <a:prstGeom prst="rect">
            <a:avLst/>
          </a:prstGeom>
          <a:noFill/>
          <a:ln cap="flat" cmpd="sng" w="8525">
            <a:solidFill>
              <a:schemeClr val="dk1"/>
            </a:solidFill>
            <a:prstDash val="solid"/>
            <a:round/>
            <a:headEnd len="sm" w="sm" type="none"/>
            <a:tailEnd len="sm" w="sm" type="none"/>
          </a:ln>
        </p:spPr>
        <p:txBody>
          <a:bodyPr anchorCtr="0" anchor="ctr" bIns="81950" lIns="81950" spcFirstLastPara="1" rIns="81950" wrap="square" tIns="81950">
            <a:noAutofit/>
          </a:bodyPr>
          <a:lstStyle/>
          <a:p>
            <a:pPr indent="0" lvl="0" marL="0" rtl="0" algn="ctr">
              <a:spcBef>
                <a:spcPts val="0"/>
              </a:spcBef>
              <a:spcAft>
                <a:spcPts val="0"/>
              </a:spcAft>
              <a:buNone/>
            </a:pPr>
            <a:r>
              <a:rPr lang="en-US" sz="1344">
                <a:solidFill>
                  <a:schemeClr val="dk1"/>
                </a:solidFill>
                <a:latin typeface="Georgia"/>
                <a:ea typeface="Georgia"/>
                <a:cs typeface="Georgia"/>
                <a:sym typeface="Georgia"/>
              </a:rPr>
              <a:t>Harmonic oscillator (proportional to x</a:t>
            </a:r>
            <a:r>
              <a:rPr baseline="30000" lang="en-US" sz="1344">
                <a:solidFill>
                  <a:schemeClr val="dk1"/>
                </a:solidFill>
                <a:latin typeface="Georgia"/>
                <a:ea typeface="Georgia"/>
                <a:cs typeface="Georgia"/>
                <a:sym typeface="Georgia"/>
              </a:rPr>
              <a:t>2</a:t>
            </a:r>
            <a:r>
              <a:rPr lang="en-US" sz="1344">
                <a:solidFill>
                  <a:schemeClr val="dk1"/>
                </a:solidFill>
                <a:latin typeface="Georgia"/>
                <a:ea typeface="Georgia"/>
                <a:cs typeface="Georgia"/>
                <a:sym typeface="Georgia"/>
              </a:rPr>
              <a:t>)</a:t>
            </a:r>
            <a:endParaRPr sz="2420">
              <a:solidFill>
                <a:schemeClr val="dk1"/>
              </a:solidFill>
              <a:latin typeface="Calibri"/>
              <a:ea typeface="Calibri"/>
              <a:cs typeface="Calibri"/>
              <a:sym typeface="Calibri"/>
            </a:endParaRPr>
          </a:p>
        </p:txBody>
      </p:sp>
      <p:sp>
        <p:nvSpPr>
          <p:cNvPr id="757" name="Google Shape;757;g3da1138a163_0_360"/>
          <p:cNvSpPr txBox="1"/>
          <p:nvPr/>
        </p:nvSpPr>
        <p:spPr>
          <a:xfrm>
            <a:off x="3647964" y="4939331"/>
            <a:ext cx="3558300" cy="402000"/>
          </a:xfrm>
          <a:prstGeom prst="rect">
            <a:avLst/>
          </a:prstGeom>
          <a:noFill/>
          <a:ln cap="flat" cmpd="sng" w="8875">
            <a:solidFill>
              <a:schemeClr val="dk1"/>
            </a:solidFill>
            <a:prstDash val="solid"/>
            <a:round/>
            <a:headEnd len="sm" w="sm" type="none"/>
            <a:tailEnd len="sm" w="sm" type="none"/>
          </a:ln>
        </p:spPr>
        <p:txBody>
          <a:bodyPr anchorCtr="0" anchor="ctr" bIns="85275" lIns="85275" spcFirstLastPara="1" rIns="85275" wrap="square" tIns="85275">
            <a:noAutofit/>
          </a:bodyPr>
          <a:lstStyle/>
          <a:p>
            <a:pPr indent="0" lvl="0" marL="0" rtl="0" algn="ctr">
              <a:spcBef>
                <a:spcPts val="0"/>
              </a:spcBef>
              <a:spcAft>
                <a:spcPts val="0"/>
              </a:spcAft>
              <a:buNone/>
            </a:pPr>
            <a:r>
              <a:rPr lang="en-US" sz="1305">
                <a:solidFill>
                  <a:schemeClr val="dk1"/>
                </a:solidFill>
                <a:latin typeface="Georgia"/>
                <a:ea typeface="Georgia"/>
                <a:cs typeface="Georgia"/>
                <a:sym typeface="Georgia"/>
              </a:rPr>
              <a:t>Solar system (most famous “bound” system)</a:t>
            </a:r>
            <a:endParaRPr sz="2424">
              <a:solidFill>
                <a:schemeClr val="dk1"/>
              </a:solidFill>
              <a:latin typeface="Calibri"/>
              <a:ea typeface="Calibri"/>
              <a:cs typeface="Calibri"/>
              <a:sym typeface="Calibri"/>
            </a:endParaRPr>
          </a:p>
        </p:txBody>
      </p:sp>
      <p:sp>
        <p:nvSpPr>
          <p:cNvPr id="758" name="Google Shape;758;g3da1138a163_0_360"/>
          <p:cNvSpPr txBox="1"/>
          <p:nvPr/>
        </p:nvSpPr>
        <p:spPr>
          <a:xfrm>
            <a:off x="8053788" y="5397100"/>
            <a:ext cx="3815400" cy="542100"/>
          </a:xfrm>
          <a:prstGeom prst="rect">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US" sz="1300">
                <a:solidFill>
                  <a:schemeClr val="dk1"/>
                </a:solidFill>
                <a:latin typeface="Georgia"/>
                <a:ea typeface="Georgia"/>
                <a:cs typeface="Georgia"/>
                <a:sym typeface="Georgia"/>
              </a:rPr>
              <a:t>Infinite square well potential</a:t>
            </a:r>
            <a:br>
              <a:rPr lang="en-US" sz="1300">
                <a:solidFill>
                  <a:schemeClr val="dk1"/>
                </a:solidFill>
                <a:latin typeface="Georgia"/>
                <a:ea typeface="Georgia"/>
                <a:cs typeface="Georgia"/>
                <a:sym typeface="Georgia"/>
              </a:rPr>
            </a:br>
            <a:r>
              <a:rPr lang="en-US" sz="1300">
                <a:solidFill>
                  <a:schemeClr val="dk1"/>
                </a:solidFill>
                <a:latin typeface="Georgia"/>
                <a:ea typeface="Georgia"/>
                <a:cs typeface="Georgia"/>
                <a:sym typeface="Georgia"/>
              </a:rPr>
              <a:t>(Rudimentary model for quantum dots)</a:t>
            </a:r>
            <a:endParaRPr sz="2500">
              <a:solidFill>
                <a:schemeClr val="dk1"/>
              </a:solidFill>
              <a:latin typeface="Calibri"/>
              <a:ea typeface="Calibri"/>
              <a:cs typeface="Calibri"/>
              <a:sym typeface="Calibri"/>
            </a:endParaRPr>
          </a:p>
        </p:txBody>
      </p:sp>
      <p:sp>
        <p:nvSpPr>
          <p:cNvPr id="759" name="Google Shape;759;g3da1138a163_0_360"/>
          <p:cNvSpPr txBox="1"/>
          <p:nvPr/>
        </p:nvSpPr>
        <p:spPr>
          <a:xfrm>
            <a:off x="427200" y="4759250"/>
            <a:ext cx="2222700" cy="751500"/>
          </a:xfrm>
          <a:prstGeom prst="rect">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US" sz="1300">
                <a:solidFill>
                  <a:schemeClr val="dk1"/>
                </a:solidFill>
                <a:latin typeface="Georgia"/>
                <a:ea typeface="Georgia"/>
                <a:cs typeface="Georgia"/>
                <a:sym typeface="Georgia"/>
              </a:rPr>
              <a:t>Hydrogen atom (in pic)</a:t>
            </a:r>
            <a:br>
              <a:rPr lang="en-US" sz="1300">
                <a:solidFill>
                  <a:schemeClr val="dk1"/>
                </a:solidFill>
                <a:latin typeface="Georgia"/>
                <a:ea typeface="Georgia"/>
                <a:cs typeface="Georgia"/>
                <a:sym typeface="Georgia"/>
              </a:rPr>
            </a:br>
            <a:r>
              <a:rPr lang="en-US" sz="1300">
                <a:solidFill>
                  <a:schemeClr val="dk1"/>
                </a:solidFill>
                <a:latin typeface="Georgia"/>
                <a:ea typeface="Georgia"/>
                <a:cs typeface="Georgia"/>
                <a:sym typeface="Georgia"/>
              </a:rPr>
              <a:t>In fact any atomic/ molecular system</a:t>
            </a:r>
            <a:endParaRPr sz="2500">
              <a:solidFill>
                <a:schemeClr val="dk1"/>
              </a:solidFill>
              <a:latin typeface="Calibri"/>
              <a:ea typeface="Calibri"/>
              <a:cs typeface="Calibri"/>
              <a:sym typeface="Calibri"/>
            </a:endParaRPr>
          </a:p>
        </p:txBody>
      </p:sp>
    </p:spTree>
  </p:cSld>
  <p:clrMapOvr>
    <a:masterClrMapping/>
  </p:clrMapOvr>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63" name="Shape 763"/>
        <p:cNvGrpSpPr/>
        <p:nvPr/>
      </p:nvGrpSpPr>
      <p:grpSpPr>
        <a:xfrm>
          <a:off x="0" y="0"/>
          <a:ext cx="0" cy="0"/>
          <a:chOff x="0" y="0"/>
          <a:chExt cx="0" cy="0"/>
        </a:xfrm>
      </p:grpSpPr>
      <p:sp>
        <p:nvSpPr>
          <p:cNvPr id="764" name="Google Shape;764;g3da1138a163_0_460"/>
          <p:cNvSpPr txBox="1"/>
          <p:nvPr/>
        </p:nvSpPr>
        <p:spPr>
          <a:xfrm>
            <a:off x="5872825" y="1276163"/>
            <a:ext cx="6175800" cy="4079100"/>
          </a:xfrm>
          <a:prstGeom prst="rect">
            <a:avLst/>
          </a:prstGeom>
          <a:noFill/>
          <a:ln cap="flat" cmpd="sng" w="19050">
            <a:solidFill>
              <a:schemeClr val="dk1"/>
            </a:solidFill>
            <a:prstDash val="solid"/>
            <a:round/>
            <a:headEnd len="sm" w="sm" type="none"/>
            <a:tailEnd len="sm" w="sm" type="none"/>
          </a:ln>
        </p:spPr>
        <p:txBody>
          <a:bodyPr anchorCtr="0" anchor="t" bIns="91425" lIns="91425" spcFirstLastPara="1" rIns="91425" wrap="square" tIns="91425">
            <a:spAutoFit/>
          </a:bodyPr>
          <a:lstStyle/>
          <a:p>
            <a:pPr indent="-209550" lvl="0" marL="285750" rtl="0" algn="l">
              <a:lnSpc>
                <a:spcPct val="120000"/>
              </a:lnSpc>
              <a:spcBef>
                <a:spcPts val="1200"/>
              </a:spcBef>
              <a:spcAft>
                <a:spcPts val="0"/>
              </a:spcAft>
              <a:buClr>
                <a:schemeClr val="dk1"/>
              </a:buClr>
              <a:buSzPts val="1500"/>
              <a:buFont typeface="Georgia"/>
              <a:buChar char="●"/>
            </a:pPr>
            <a:r>
              <a:rPr lang="en-US" sz="1500">
                <a:solidFill>
                  <a:schemeClr val="dk1"/>
                </a:solidFill>
                <a:latin typeface="Georgia"/>
                <a:ea typeface="Georgia"/>
                <a:cs typeface="Georgia"/>
                <a:sym typeface="Georgia"/>
              </a:rPr>
              <a:t>A scattering state is the opposite regime. Here</a:t>
            </a:r>
            <a:r>
              <a:rPr lang="en-US" sz="1500">
                <a:solidFill>
                  <a:schemeClr val="dk1"/>
                </a:solidFill>
                <a:latin typeface="Georgia"/>
                <a:ea typeface="Georgia"/>
                <a:cs typeface="Georgia"/>
                <a:sym typeface="Georgia"/>
              </a:rPr>
              <a:t> the </a:t>
            </a:r>
            <a:r>
              <a:rPr lang="en-US" sz="1500">
                <a:solidFill>
                  <a:schemeClr val="dk1"/>
                </a:solidFill>
                <a:latin typeface="Georgia"/>
                <a:ea typeface="Georgia"/>
                <a:cs typeface="Georgia"/>
                <a:sym typeface="Georgia"/>
              </a:rPr>
              <a:t>potential does not confine the particle globally.</a:t>
            </a:r>
            <a:endParaRPr sz="1500">
              <a:solidFill>
                <a:schemeClr val="dk1"/>
              </a:solidFill>
              <a:latin typeface="Georgia"/>
              <a:ea typeface="Georgia"/>
              <a:cs typeface="Georgia"/>
              <a:sym typeface="Georgia"/>
            </a:endParaRPr>
          </a:p>
          <a:p>
            <a:pPr indent="-209550" lvl="0" marL="285750" marR="0" rtl="0" algn="l">
              <a:lnSpc>
                <a:spcPct val="120000"/>
              </a:lnSpc>
              <a:spcBef>
                <a:spcPts val="1200"/>
              </a:spcBef>
              <a:spcAft>
                <a:spcPts val="0"/>
              </a:spcAft>
              <a:buClr>
                <a:schemeClr val="dk1"/>
              </a:buClr>
              <a:buSzPts val="1500"/>
              <a:buFont typeface="Georgia"/>
              <a:buChar char="●"/>
            </a:pPr>
            <a:r>
              <a:rPr lang="en-US" sz="1500">
                <a:solidFill>
                  <a:schemeClr val="dk1"/>
                </a:solidFill>
                <a:latin typeface="Georgia"/>
                <a:ea typeface="Georgia"/>
                <a:cs typeface="Georgia"/>
                <a:sym typeface="Georgia"/>
              </a:rPr>
              <a:t>Far from the interaction region, the potential effectively vanishes, and the wavefunction behaves like a free particle (V= 0 regime). Instead of dying out, it instead acts like a freely propagating wave.</a:t>
            </a:r>
            <a:endParaRPr sz="1500">
              <a:solidFill>
                <a:schemeClr val="dk1"/>
              </a:solidFill>
              <a:latin typeface="Georgia"/>
              <a:ea typeface="Georgia"/>
              <a:cs typeface="Georgia"/>
              <a:sym typeface="Georgia"/>
            </a:endParaRPr>
          </a:p>
          <a:p>
            <a:pPr indent="-209550" lvl="0" marL="285750" marR="0" rtl="0" algn="l">
              <a:lnSpc>
                <a:spcPct val="120000"/>
              </a:lnSpc>
              <a:spcBef>
                <a:spcPts val="1200"/>
              </a:spcBef>
              <a:spcAft>
                <a:spcPts val="0"/>
              </a:spcAft>
              <a:buClr>
                <a:schemeClr val="dk1"/>
              </a:buClr>
              <a:buSzPts val="1500"/>
              <a:buFont typeface="Georgia"/>
              <a:buChar char="●"/>
            </a:pPr>
            <a:r>
              <a:rPr lang="en-US" sz="1500">
                <a:solidFill>
                  <a:schemeClr val="dk1"/>
                </a:solidFill>
                <a:latin typeface="Georgia"/>
                <a:ea typeface="Georgia"/>
                <a:cs typeface="Georgia"/>
                <a:sym typeface="Georgia"/>
              </a:rPr>
              <a:t>Physically, this means the particle comes in with some definite momentum, interacts with the potential over a finite region, and then either reflects or transmits, but it never gets trapped. (E &gt; 0)</a:t>
            </a:r>
            <a:endParaRPr sz="1500">
              <a:solidFill>
                <a:schemeClr val="dk1"/>
              </a:solidFill>
              <a:latin typeface="Georgia"/>
              <a:ea typeface="Georgia"/>
              <a:cs typeface="Georgia"/>
              <a:sym typeface="Georgia"/>
            </a:endParaRPr>
          </a:p>
          <a:p>
            <a:pPr indent="-209550" lvl="0" marL="285750" marR="0" rtl="0" algn="l">
              <a:lnSpc>
                <a:spcPct val="120000"/>
              </a:lnSpc>
              <a:spcBef>
                <a:spcPts val="1200"/>
              </a:spcBef>
              <a:spcAft>
                <a:spcPts val="0"/>
              </a:spcAft>
              <a:buClr>
                <a:schemeClr val="dk1"/>
              </a:buClr>
              <a:buSzPts val="1500"/>
              <a:buFont typeface="Georgia"/>
              <a:buChar char="●"/>
            </a:pPr>
            <a:r>
              <a:rPr lang="en-US" sz="1500">
                <a:solidFill>
                  <a:schemeClr val="dk1"/>
                </a:solidFill>
                <a:latin typeface="Georgia"/>
                <a:ea typeface="Georgia"/>
                <a:cs typeface="Georgia"/>
                <a:sym typeface="Georgia"/>
              </a:rPr>
              <a:t>These states are not normalizable. (E(k) =&gt; continuous spectra ≡ ħ</a:t>
            </a:r>
            <a:r>
              <a:rPr baseline="30000" lang="en-US" sz="1500">
                <a:solidFill>
                  <a:schemeClr val="dk1"/>
                </a:solidFill>
                <a:latin typeface="Georgia"/>
                <a:ea typeface="Georgia"/>
                <a:cs typeface="Georgia"/>
                <a:sym typeface="Georgia"/>
              </a:rPr>
              <a:t>2</a:t>
            </a:r>
            <a:r>
              <a:rPr lang="en-US" sz="1500">
                <a:solidFill>
                  <a:schemeClr val="dk1"/>
                </a:solidFill>
                <a:latin typeface="Georgia"/>
                <a:ea typeface="Georgia"/>
                <a:cs typeface="Georgia"/>
                <a:sym typeface="Georgia"/>
              </a:rPr>
              <a:t>k</a:t>
            </a:r>
            <a:r>
              <a:rPr baseline="30000" lang="en-US" sz="1500">
                <a:solidFill>
                  <a:schemeClr val="dk1"/>
                </a:solidFill>
                <a:latin typeface="Georgia"/>
                <a:ea typeface="Georgia"/>
                <a:cs typeface="Georgia"/>
                <a:sym typeface="Georgia"/>
              </a:rPr>
              <a:t>2</a:t>
            </a:r>
            <a:r>
              <a:rPr lang="en-US" sz="1500">
                <a:solidFill>
                  <a:schemeClr val="dk1"/>
                </a:solidFill>
                <a:latin typeface="Georgia"/>
                <a:ea typeface="Georgia"/>
                <a:cs typeface="Georgia"/>
                <a:sym typeface="Georgia"/>
              </a:rPr>
              <a:t>/2m ≡ p</a:t>
            </a:r>
            <a:r>
              <a:rPr baseline="30000" lang="en-US" sz="1500">
                <a:solidFill>
                  <a:schemeClr val="dk1"/>
                </a:solidFill>
                <a:latin typeface="Georgia"/>
                <a:ea typeface="Georgia"/>
                <a:cs typeface="Georgia"/>
                <a:sym typeface="Georgia"/>
              </a:rPr>
              <a:t>2</a:t>
            </a:r>
            <a:r>
              <a:rPr lang="en-US" sz="1500">
                <a:solidFill>
                  <a:schemeClr val="dk1"/>
                </a:solidFill>
                <a:latin typeface="Georgia"/>
                <a:ea typeface="Georgia"/>
                <a:cs typeface="Georgia"/>
                <a:sym typeface="Georgia"/>
              </a:rPr>
              <a:t>/2m ≡ pure kinetic energy)</a:t>
            </a:r>
            <a:endParaRPr sz="1500">
              <a:solidFill>
                <a:schemeClr val="dk1"/>
              </a:solidFill>
              <a:latin typeface="Georgia"/>
              <a:ea typeface="Georgia"/>
              <a:cs typeface="Georgia"/>
              <a:sym typeface="Georgia"/>
            </a:endParaRPr>
          </a:p>
          <a:p>
            <a:pPr indent="-209550" lvl="0" marL="285750" marR="0" rtl="0" algn="l">
              <a:lnSpc>
                <a:spcPct val="120000"/>
              </a:lnSpc>
              <a:spcBef>
                <a:spcPts val="1200"/>
              </a:spcBef>
              <a:spcAft>
                <a:spcPts val="0"/>
              </a:spcAft>
              <a:buClr>
                <a:schemeClr val="dk1"/>
              </a:buClr>
              <a:buSzPts val="1500"/>
              <a:buFont typeface="Georgia"/>
              <a:buChar char="●"/>
            </a:pPr>
            <a:r>
              <a:rPr lang="en-US" sz="1500">
                <a:solidFill>
                  <a:schemeClr val="dk1"/>
                </a:solidFill>
                <a:latin typeface="Georgia"/>
                <a:ea typeface="Georgia"/>
                <a:cs typeface="Georgia"/>
                <a:sym typeface="Georgia"/>
              </a:rPr>
              <a:t>Their energies are not restricted by confinement, so they form a continuous spectrum; positive and spread out over all space.</a:t>
            </a:r>
            <a:endParaRPr sz="2600">
              <a:solidFill>
                <a:schemeClr val="dk1"/>
              </a:solidFill>
              <a:latin typeface="Calibri"/>
              <a:ea typeface="Calibri"/>
              <a:cs typeface="Calibri"/>
              <a:sym typeface="Calibri"/>
            </a:endParaRPr>
          </a:p>
        </p:txBody>
      </p:sp>
      <p:pic>
        <p:nvPicPr>
          <p:cNvPr id="765" name="Google Shape;765;g3da1138a163_0_460"/>
          <p:cNvPicPr preferRelativeResize="0"/>
          <p:nvPr/>
        </p:nvPicPr>
        <p:blipFill rotWithShape="1">
          <a:blip r:embed="rId3">
            <a:alphaModFix/>
          </a:blip>
          <a:srcRect b="0" l="0" r="0" t="0"/>
          <a:stretch/>
        </p:blipFill>
        <p:spPr>
          <a:xfrm>
            <a:off x="-4" y="6211289"/>
            <a:ext cx="12192003" cy="1285104"/>
          </a:xfrm>
          <a:prstGeom prst="rect">
            <a:avLst/>
          </a:prstGeom>
          <a:noFill/>
          <a:ln>
            <a:noFill/>
          </a:ln>
        </p:spPr>
      </p:pic>
      <p:sp>
        <p:nvSpPr>
          <p:cNvPr id="766" name="Google Shape;766;g3da1138a163_0_460"/>
          <p:cNvSpPr txBox="1"/>
          <p:nvPr/>
        </p:nvSpPr>
        <p:spPr>
          <a:xfrm>
            <a:off x="143375" y="1276163"/>
            <a:ext cx="5643000" cy="4079100"/>
          </a:xfrm>
          <a:prstGeom prst="rect">
            <a:avLst/>
          </a:prstGeom>
          <a:noFill/>
          <a:ln cap="flat" cmpd="sng" w="19050">
            <a:solidFill>
              <a:schemeClr val="dk1"/>
            </a:solidFill>
            <a:prstDash val="solid"/>
            <a:round/>
            <a:headEnd len="sm" w="sm" type="none"/>
            <a:tailEnd len="sm" w="sm" type="none"/>
          </a:ln>
        </p:spPr>
        <p:txBody>
          <a:bodyPr anchorCtr="0" anchor="t" bIns="91425" lIns="91425" spcFirstLastPara="1" rIns="91425" wrap="square" tIns="91425">
            <a:spAutoFit/>
          </a:bodyPr>
          <a:lstStyle/>
          <a:p>
            <a:pPr indent="-209550" lvl="0" marL="228600" rtl="0" algn="l">
              <a:lnSpc>
                <a:spcPct val="120000"/>
              </a:lnSpc>
              <a:spcBef>
                <a:spcPts val="1200"/>
              </a:spcBef>
              <a:spcAft>
                <a:spcPts val="0"/>
              </a:spcAft>
              <a:buClr>
                <a:schemeClr val="dk1"/>
              </a:buClr>
              <a:buSzPts val="1500"/>
              <a:buFont typeface="Georgia"/>
              <a:buChar char="●"/>
            </a:pPr>
            <a:r>
              <a:rPr lang="en-US" sz="1500">
                <a:solidFill>
                  <a:schemeClr val="dk1"/>
                </a:solidFill>
                <a:latin typeface="Georgia"/>
                <a:ea typeface="Georgia"/>
                <a:cs typeface="Georgia"/>
                <a:sym typeface="Georgia"/>
              </a:rPr>
              <a:t>A bound state arises when the wavefunction is </a:t>
            </a:r>
            <a:r>
              <a:rPr b="1" lang="en-US" sz="1500">
                <a:solidFill>
                  <a:schemeClr val="dk1"/>
                </a:solidFill>
                <a:latin typeface="Georgia"/>
                <a:ea typeface="Georgia"/>
                <a:cs typeface="Georgia"/>
                <a:sym typeface="Georgia"/>
              </a:rPr>
              <a:t>confined</a:t>
            </a:r>
            <a:r>
              <a:rPr lang="en-US" sz="1500">
                <a:solidFill>
                  <a:schemeClr val="dk1"/>
                </a:solidFill>
                <a:latin typeface="Georgia"/>
                <a:ea typeface="Georgia"/>
                <a:cs typeface="Georgia"/>
                <a:sym typeface="Georgia"/>
              </a:rPr>
              <a:t> within the potential, meaning it remains localized in a finite region of space and decays as we move away from that region. </a:t>
            </a:r>
            <a:endParaRPr sz="1500">
              <a:solidFill>
                <a:schemeClr val="dk1"/>
              </a:solidFill>
              <a:latin typeface="Georgia"/>
              <a:ea typeface="Georgia"/>
              <a:cs typeface="Georgia"/>
              <a:sym typeface="Georgia"/>
            </a:endParaRPr>
          </a:p>
          <a:p>
            <a:pPr indent="-209550" lvl="0" marL="228600" rtl="0" algn="l">
              <a:lnSpc>
                <a:spcPct val="120000"/>
              </a:lnSpc>
              <a:spcBef>
                <a:spcPts val="1200"/>
              </a:spcBef>
              <a:spcAft>
                <a:spcPts val="0"/>
              </a:spcAft>
              <a:buClr>
                <a:schemeClr val="dk1"/>
              </a:buClr>
              <a:buSzPts val="1500"/>
              <a:buFont typeface="Georgia"/>
              <a:buChar char="●"/>
            </a:pPr>
            <a:r>
              <a:rPr lang="en-US" sz="1500">
                <a:solidFill>
                  <a:schemeClr val="dk1"/>
                </a:solidFill>
                <a:latin typeface="Georgia"/>
                <a:ea typeface="Georgia"/>
                <a:cs typeface="Georgia"/>
                <a:sym typeface="Georgia"/>
              </a:rPr>
              <a:t>This happens when the energy eigenvalue lies within the bounds set by the potential, typically below its asymptotic value at infinity. Thus, if V(∞) = 0, E</a:t>
            </a:r>
            <a:r>
              <a:rPr baseline="-25000" lang="en-US" sz="1500">
                <a:solidFill>
                  <a:schemeClr val="dk1"/>
                </a:solidFill>
                <a:latin typeface="Georgia"/>
                <a:ea typeface="Georgia"/>
                <a:cs typeface="Georgia"/>
                <a:sym typeface="Georgia"/>
              </a:rPr>
              <a:t>max</a:t>
            </a:r>
            <a:r>
              <a:rPr lang="en-US" sz="1500">
                <a:solidFill>
                  <a:schemeClr val="dk1"/>
                </a:solidFill>
                <a:latin typeface="Georgia"/>
                <a:ea typeface="Georgia"/>
                <a:cs typeface="Georgia"/>
                <a:sym typeface="Georgia"/>
              </a:rPr>
              <a:t>&lt;0 always.</a:t>
            </a:r>
            <a:endParaRPr sz="1500">
              <a:solidFill>
                <a:schemeClr val="dk1"/>
              </a:solidFill>
              <a:latin typeface="Georgia"/>
              <a:ea typeface="Georgia"/>
              <a:cs typeface="Georgia"/>
              <a:sym typeface="Georgia"/>
            </a:endParaRPr>
          </a:p>
          <a:p>
            <a:pPr indent="-209550" lvl="0" marL="228600" rtl="0" algn="l">
              <a:lnSpc>
                <a:spcPct val="120000"/>
              </a:lnSpc>
              <a:spcBef>
                <a:spcPts val="1200"/>
              </a:spcBef>
              <a:spcAft>
                <a:spcPts val="0"/>
              </a:spcAft>
              <a:buClr>
                <a:schemeClr val="dk1"/>
              </a:buClr>
              <a:buSzPts val="1500"/>
              <a:buFont typeface="Georgia"/>
              <a:buChar char="●"/>
            </a:pPr>
            <a:r>
              <a:rPr lang="en-US" sz="1500">
                <a:solidFill>
                  <a:schemeClr val="dk1"/>
                </a:solidFill>
                <a:latin typeface="Georgia"/>
                <a:ea typeface="Georgia"/>
                <a:cs typeface="Georgia"/>
                <a:sym typeface="Georgia"/>
              </a:rPr>
              <a:t>In this regime, the particle does not have sufficient energy to exist freely outside the potential, so it remains trapped.</a:t>
            </a:r>
            <a:endParaRPr sz="1500">
              <a:solidFill>
                <a:schemeClr val="dk1"/>
              </a:solidFill>
              <a:latin typeface="Georgia"/>
              <a:ea typeface="Georgia"/>
              <a:cs typeface="Georgia"/>
              <a:sym typeface="Georgia"/>
            </a:endParaRPr>
          </a:p>
          <a:p>
            <a:pPr indent="-209550" lvl="0" marL="228600" rtl="0" algn="l">
              <a:lnSpc>
                <a:spcPct val="120000"/>
              </a:lnSpc>
              <a:spcBef>
                <a:spcPts val="1200"/>
              </a:spcBef>
              <a:spcAft>
                <a:spcPts val="0"/>
              </a:spcAft>
              <a:buClr>
                <a:schemeClr val="dk1"/>
              </a:buClr>
              <a:buSzPts val="1500"/>
              <a:buFont typeface="Georgia"/>
              <a:buChar char="●"/>
            </a:pPr>
            <a:r>
              <a:rPr lang="en-US" sz="1500">
                <a:solidFill>
                  <a:schemeClr val="dk1"/>
                </a:solidFill>
                <a:latin typeface="Georgia"/>
                <a:ea typeface="Georgia"/>
                <a:cs typeface="Georgia"/>
                <a:sym typeface="Georgia"/>
              </a:rPr>
              <a:t>As a result, only specific standing-wave configurations are allowed, leading to </a:t>
            </a:r>
            <a:r>
              <a:rPr b="1" lang="en-US" sz="1500">
                <a:solidFill>
                  <a:schemeClr val="dk1"/>
                </a:solidFill>
                <a:latin typeface="Georgia"/>
                <a:ea typeface="Georgia"/>
                <a:cs typeface="Georgia"/>
                <a:sym typeface="Georgia"/>
              </a:rPr>
              <a:t>discrete</a:t>
            </a:r>
            <a:r>
              <a:rPr lang="en-US" sz="1500">
                <a:solidFill>
                  <a:schemeClr val="dk1"/>
                </a:solidFill>
                <a:latin typeface="Georgia"/>
                <a:ea typeface="Georgia"/>
                <a:cs typeface="Georgia"/>
                <a:sym typeface="Georgia"/>
              </a:rPr>
              <a:t> (quantized) energy levels.</a:t>
            </a:r>
            <a:endParaRPr sz="1500">
              <a:solidFill>
                <a:schemeClr val="dk1"/>
              </a:solidFill>
              <a:latin typeface="Georgia"/>
              <a:ea typeface="Georgia"/>
              <a:cs typeface="Georgia"/>
              <a:sym typeface="Georgia"/>
            </a:endParaRPr>
          </a:p>
          <a:p>
            <a:pPr indent="-209550" lvl="0" marL="228600" rtl="0" algn="l">
              <a:lnSpc>
                <a:spcPct val="120000"/>
              </a:lnSpc>
              <a:spcBef>
                <a:spcPts val="1200"/>
              </a:spcBef>
              <a:spcAft>
                <a:spcPts val="0"/>
              </a:spcAft>
              <a:buClr>
                <a:schemeClr val="dk1"/>
              </a:buClr>
              <a:buSzPts val="1500"/>
              <a:buFont typeface="Georgia"/>
              <a:buChar char="●"/>
            </a:pPr>
            <a:r>
              <a:rPr lang="en-US" sz="1500">
                <a:solidFill>
                  <a:schemeClr val="dk1"/>
                </a:solidFill>
                <a:latin typeface="Georgia"/>
                <a:ea typeface="Georgia"/>
                <a:cs typeface="Georgia"/>
                <a:sym typeface="Georgia"/>
              </a:rPr>
              <a:t>These states are </a:t>
            </a:r>
            <a:r>
              <a:rPr b="1" lang="en-US" sz="1500">
                <a:solidFill>
                  <a:schemeClr val="dk1"/>
                </a:solidFill>
                <a:latin typeface="Georgia"/>
                <a:ea typeface="Georgia"/>
                <a:cs typeface="Georgia"/>
                <a:sym typeface="Georgia"/>
              </a:rPr>
              <a:t>normalizable</a:t>
            </a:r>
            <a:r>
              <a:rPr lang="en-US" sz="1500">
                <a:solidFill>
                  <a:schemeClr val="dk1"/>
                </a:solidFill>
                <a:latin typeface="Georgia"/>
                <a:ea typeface="Georgia"/>
                <a:cs typeface="Georgia"/>
                <a:sym typeface="Georgia"/>
              </a:rPr>
              <a:t>, meaning the total probability over all space is finite and equal to one.</a:t>
            </a:r>
            <a:endParaRPr sz="1500">
              <a:solidFill>
                <a:schemeClr val="dk1"/>
              </a:solidFill>
              <a:latin typeface="Georgia"/>
              <a:ea typeface="Georgia"/>
              <a:cs typeface="Georgia"/>
              <a:sym typeface="Georgia"/>
            </a:endParaRPr>
          </a:p>
        </p:txBody>
      </p:sp>
      <p:pic>
        <p:nvPicPr>
          <p:cNvPr id="767" name="Google Shape;767;g3da1138a163_0_460"/>
          <p:cNvPicPr preferRelativeResize="0"/>
          <p:nvPr/>
        </p:nvPicPr>
        <p:blipFill rotWithShape="1">
          <a:blip r:embed="rId4">
            <a:alphaModFix/>
          </a:blip>
          <a:srcRect b="0" l="0" r="0" t="0"/>
          <a:stretch/>
        </p:blipFill>
        <p:spPr>
          <a:xfrm>
            <a:off x="10590934" y="6330522"/>
            <a:ext cx="1499906" cy="585000"/>
          </a:xfrm>
          <a:prstGeom prst="rect">
            <a:avLst/>
          </a:prstGeom>
          <a:noFill/>
          <a:ln>
            <a:noFill/>
          </a:ln>
        </p:spPr>
      </p:pic>
      <p:sp>
        <p:nvSpPr>
          <p:cNvPr id="768" name="Google Shape;768;g3da1138a163_0_460"/>
          <p:cNvSpPr txBox="1"/>
          <p:nvPr/>
        </p:nvSpPr>
        <p:spPr>
          <a:xfrm>
            <a:off x="-1" y="6288587"/>
            <a:ext cx="5981100" cy="3693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chemeClr val="dk1"/>
              </a:buClr>
              <a:buSzPts val="1800"/>
              <a:buFont typeface="Arial"/>
              <a:buNone/>
            </a:pPr>
            <a:r>
              <a:rPr b="0" i="0" lang="en-US" sz="1800" u="none" cap="none" strike="noStrike">
                <a:solidFill>
                  <a:schemeClr val="lt1"/>
                </a:solidFill>
                <a:latin typeface="Times New Roman"/>
                <a:ea typeface="Times New Roman"/>
                <a:cs typeface="Times New Roman"/>
                <a:sym typeface="Times New Roman"/>
              </a:rPr>
              <a:t>Term Paper Presentation | Ronit Dutta</a:t>
            </a:r>
            <a:endParaRPr b="0" i="0" sz="1800" u="none" cap="none" strike="noStrike">
              <a:solidFill>
                <a:schemeClr val="lt1"/>
              </a:solidFill>
              <a:latin typeface="Times New Roman"/>
              <a:ea typeface="Times New Roman"/>
              <a:cs typeface="Times New Roman"/>
              <a:sym typeface="Times New Roman"/>
            </a:endParaRPr>
          </a:p>
        </p:txBody>
      </p:sp>
      <p:sp>
        <p:nvSpPr>
          <p:cNvPr id="769" name="Google Shape;769;g3da1138a163_0_460"/>
          <p:cNvSpPr txBox="1"/>
          <p:nvPr/>
        </p:nvSpPr>
        <p:spPr>
          <a:xfrm>
            <a:off x="0" y="0"/>
            <a:ext cx="12192000" cy="5850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3200"/>
              <a:buFont typeface="Arial"/>
              <a:buNone/>
            </a:pPr>
            <a:r>
              <a:rPr lang="en-US" sz="3200">
                <a:solidFill>
                  <a:schemeClr val="dk1"/>
                </a:solidFill>
                <a:latin typeface="Times New Roman"/>
                <a:ea typeface="Times New Roman"/>
                <a:cs typeface="Times New Roman"/>
                <a:sym typeface="Times New Roman"/>
              </a:rPr>
              <a:t>Core difference between bound and unbound states. </a:t>
            </a:r>
            <a:endParaRPr b="0" i="0" sz="3200" u="none" cap="none" strike="noStrike">
              <a:solidFill>
                <a:schemeClr val="dk1"/>
              </a:solidFill>
              <a:latin typeface="Times New Roman"/>
              <a:ea typeface="Times New Roman"/>
              <a:cs typeface="Times New Roman"/>
              <a:sym typeface="Times New Roman"/>
            </a:endParaRPr>
          </a:p>
        </p:txBody>
      </p:sp>
      <p:cxnSp>
        <p:nvCxnSpPr>
          <p:cNvPr id="770" name="Google Shape;770;g3da1138a163_0_460"/>
          <p:cNvCxnSpPr/>
          <p:nvPr/>
        </p:nvCxnSpPr>
        <p:spPr>
          <a:xfrm flipH="1" rot="10800000">
            <a:off x="6" y="654189"/>
            <a:ext cx="6318000" cy="30600"/>
          </a:xfrm>
          <a:prstGeom prst="straightConnector1">
            <a:avLst/>
          </a:prstGeom>
          <a:noFill/>
          <a:ln cap="flat" cmpd="sng" w="9525">
            <a:solidFill>
              <a:srgbClr val="0E4D3B"/>
            </a:solidFill>
            <a:prstDash val="solid"/>
            <a:miter lim="800000"/>
            <a:headEnd len="sm" w="sm" type="none"/>
            <a:tailEnd len="sm" w="sm" type="none"/>
          </a:ln>
        </p:spPr>
      </p:cxnSp>
      <p:pic>
        <p:nvPicPr>
          <p:cNvPr id="771" name="Google Shape;771;g3da1138a163_0_460"/>
          <p:cNvPicPr preferRelativeResize="0"/>
          <p:nvPr/>
        </p:nvPicPr>
        <p:blipFill rotWithShape="1">
          <a:blip r:embed="rId5">
            <a:alphaModFix/>
          </a:blip>
          <a:srcRect b="0" l="0" r="0" t="0"/>
          <a:stretch/>
        </p:blipFill>
        <p:spPr>
          <a:xfrm>
            <a:off x="-4" y="6211289"/>
            <a:ext cx="12192003" cy="1285104"/>
          </a:xfrm>
          <a:prstGeom prst="rect">
            <a:avLst/>
          </a:prstGeom>
          <a:noFill/>
          <a:ln>
            <a:noFill/>
          </a:ln>
        </p:spPr>
      </p:pic>
      <p:pic>
        <p:nvPicPr>
          <p:cNvPr id="772" name="Google Shape;772;g3da1138a163_0_460"/>
          <p:cNvPicPr preferRelativeResize="0"/>
          <p:nvPr/>
        </p:nvPicPr>
        <p:blipFill rotWithShape="1">
          <a:blip r:embed="rId4">
            <a:alphaModFix/>
          </a:blip>
          <a:srcRect b="0" l="0" r="0" t="0"/>
          <a:stretch/>
        </p:blipFill>
        <p:spPr>
          <a:xfrm>
            <a:off x="10590934" y="6330522"/>
            <a:ext cx="1499906" cy="585000"/>
          </a:xfrm>
          <a:prstGeom prst="rect">
            <a:avLst/>
          </a:prstGeom>
          <a:noFill/>
          <a:ln>
            <a:noFill/>
          </a:ln>
        </p:spPr>
      </p:pic>
      <p:sp>
        <p:nvSpPr>
          <p:cNvPr id="773" name="Google Shape;773;g3da1138a163_0_460"/>
          <p:cNvSpPr txBox="1"/>
          <p:nvPr/>
        </p:nvSpPr>
        <p:spPr>
          <a:xfrm>
            <a:off x="-1" y="6288587"/>
            <a:ext cx="5981100" cy="3693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chemeClr val="dk1"/>
              </a:buClr>
              <a:buSzPts val="1800"/>
              <a:buFont typeface="Arial"/>
              <a:buNone/>
            </a:pPr>
            <a:r>
              <a:rPr b="0" i="0" lang="en-US" sz="1800" u="none" cap="none" strike="noStrike">
                <a:solidFill>
                  <a:schemeClr val="lt1"/>
                </a:solidFill>
                <a:latin typeface="Times New Roman"/>
                <a:ea typeface="Times New Roman"/>
                <a:cs typeface="Times New Roman"/>
                <a:sym typeface="Times New Roman"/>
              </a:rPr>
              <a:t>Term Paper Presentation | Ronit Dutta</a:t>
            </a:r>
            <a:endParaRPr b="0" i="0" sz="1800" u="none" cap="none" strike="noStrike">
              <a:solidFill>
                <a:schemeClr val="lt1"/>
              </a:solidFill>
              <a:latin typeface="Times New Roman"/>
              <a:ea typeface="Times New Roman"/>
              <a:cs typeface="Times New Roman"/>
              <a:sym typeface="Times New Roman"/>
            </a:endParaRPr>
          </a:p>
        </p:txBody>
      </p:sp>
      <p:pic>
        <p:nvPicPr>
          <p:cNvPr id="774" name="Google Shape;774;g3da1138a163_0_460"/>
          <p:cNvPicPr preferRelativeResize="0"/>
          <p:nvPr/>
        </p:nvPicPr>
        <p:blipFill rotWithShape="1">
          <a:blip r:embed="rId5">
            <a:alphaModFix/>
          </a:blip>
          <a:srcRect b="0" l="0" r="0" t="0"/>
          <a:stretch/>
        </p:blipFill>
        <p:spPr>
          <a:xfrm>
            <a:off x="-4" y="6211289"/>
            <a:ext cx="12192003" cy="1285104"/>
          </a:xfrm>
          <a:prstGeom prst="rect">
            <a:avLst/>
          </a:prstGeom>
          <a:noFill/>
          <a:ln>
            <a:noFill/>
          </a:ln>
        </p:spPr>
      </p:pic>
      <p:pic>
        <p:nvPicPr>
          <p:cNvPr id="775" name="Google Shape;775;g3da1138a163_0_460"/>
          <p:cNvPicPr preferRelativeResize="0"/>
          <p:nvPr/>
        </p:nvPicPr>
        <p:blipFill rotWithShape="1">
          <a:blip r:embed="rId4">
            <a:alphaModFix/>
          </a:blip>
          <a:srcRect b="0" l="0" r="0" t="0"/>
          <a:stretch/>
        </p:blipFill>
        <p:spPr>
          <a:xfrm>
            <a:off x="10590934" y="6330522"/>
            <a:ext cx="1499906" cy="585000"/>
          </a:xfrm>
          <a:prstGeom prst="rect">
            <a:avLst/>
          </a:prstGeom>
          <a:noFill/>
          <a:ln>
            <a:noFill/>
          </a:ln>
        </p:spPr>
      </p:pic>
      <p:sp>
        <p:nvSpPr>
          <p:cNvPr id="776" name="Google Shape;776;g3da1138a163_0_460"/>
          <p:cNvSpPr txBox="1"/>
          <p:nvPr/>
        </p:nvSpPr>
        <p:spPr>
          <a:xfrm>
            <a:off x="-1" y="6288587"/>
            <a:ext cx="5981100" cy="6465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chemeClr val="dk1"/>
              </a:buClr>
              <a:buSzPts val="1800"/>
              <a:buFont typeface="Arial"/>
              <a:buNone/>
            </a:pPr>
            <a:r>
              <a:rPr b="0" i="0" lang="en-US" sz="1800" u="none" cap="none" strike="noStrike">
                <a:solidFill>
                  <a:schemeClr val="lt1"/>
                </a:solidFill>
                <a:latin typeface="Times New Roman"/>
                <a:ea typeface="Times New Roman"/>
                <a:cs typeface="Times New Roman"/>
                <a:sym typeface="Times New Roman"/>
              </a:rPr>
              <a:t>Machine Learning Professional</a:t>
            </a:r>
            <a:br>
              <a:rPr b="0" i="0" lang="en-US" sz="1800" u="none" cap="none" strike="noStrike">
                <a:solidFill>
                  <a:schemeClr val="lt1"/>
                </a:solidFill>
                <a:latin typeface="Times New Roman"/>
                <a:ea typeface="Times New Roman"/>
                <a:cs typeface="Times New Roman"/>
                <a:sym typeface="Times New Roman"/>
              </a:rPr>
            </a:br>
            <a:r>
              <a:rPr b="0" i="0" lang="en-US" sz="1800" u="none" cap="none" strike="noStrike">
                <a:solidFill>
                  <a:schemeClr val="lt1"/>
                </a:solidFill>
                <a:latin typeface="Times New Roman"/>
                <a:ea typeface="Times New Roman"/>
                <a:cs typeface="Times New Roman"/>
                <a:sym typeface="Times New Roman"/>
              </a:rPr>
              <a:t>Project Presentation</a:t>
            </a:r>
            <a:endParaRPr b="0" i="0" sz="1800" u="none" cap="none" strike="noStrike">
              <a:solidFill>
                <a:schemeClr val="lt1"/>
              </a:solidFill>
              <a:latin typeface="Times New Roman"/>
              <a:ea typeface="Times New Roman"/>
              <a:cs typeface="Times New Roman"/>
              <a:sym typeface="Times New Roman"/>
            </a:endParaRPr>
          </a:p>
        </p:txBody>
      </p:sp>
      <p:pic>
        <p:nvPicPr>
          <p:cNvPr id="777" name="Google Shape;777;g3da1138a163_0_460"/>
          <p:cNvPicPr preferRelativeResize="0"/>
          <p:nvPr/>
        </p:nvPicPr>
        <p:blipFill rotWithShape="1">
          <a:blip r:embed="rId6">
            <a:alphaModFix/>
          </a:blip>
          <a:srcRect b="0" l="0" r="0" t="0"/>
          <a:stretch/>
        </p:blipFill>
        <p:spPr>
          <a:xfrm>
            <a:off x="10590875" y="6330524"/>
            <a:ext cx="1500023" cy="585000"/>
          </a:xfrm>
          <a:prstGeom prst="rect">
            <a:avLst/>
          </a:prstGeom>
          <a:noFill/>
          <a:ln>
            <a:noFill/>
          </a:ln>
        </p:spPr>
      </p:pic>
      <p:pic>
        <p:nvPicPr>
          <p:cNvPr id="778" name="Google Shape;778;g3da1138a163_0_460"/>
          <p:cNvPicPr preferRelativeResize="0"/>
          <p:nvPr/>
        </p:nvPicPr>
        <p:blipFill rotWithShape="1">
          <a:blip r:embed="rId7">
            <a:alphaModFix/>
          </a:blip>
          <a:srcRect b="0" l="0" r="0" t="0"/>
          <a:stretch/>
        </p:blipFill>
        <p:spPr>
          <a:xfrm>
            <a:off x="-4" y="6211289"/>
            <a:ext cx="12192003" cy="1285104"/>
          </a:xfrm>
          <a:prstGeom prst="rect">
            <a:avLst/>
          </a:prstGeom>
          <a:noFill/>
          <a:ln>
            <a:noFill/>
          </a:ln>
        </p:spPr>
      </p:pic>
      <p:sp>
        <p:nvSpPr>
          <p:cNvPr id="779" name="Google Shape;779;g3da1138a163_0_460"/>
          <p:cNvSpPr txBox="1"/>
          <p:nvPr/>
        </p:nvSpPr>
        <p:spPr>
          <a:xfrm>
            <a:off x="-1" y="6288587"/>
            <a:ext cx="5981100" cy="6465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chemeClr val="dk1"/>
              </a:buClr>
              <a:buSzPts val="1800"/>
              <a:buFont typeface="Arial"/>
              <a:buNone/>
            </a:pPr>
            <a:r>
              <a:rPr b="0" i="0" lang="en-US" sz="1800" u="none" cap="none" strike="noStrike">
                <a:solidFill>
                  <a:schemeClr val="lt1"/>
                </a:solidFill>
                <a:latin typeface="Times New Roman"/>
                <a:ea typeface="Times New Roman"/>
                <a:cs typeface="Times New Roman"/>
                <a:sym typeface="Times New Roman"/>
              </a:rPr>
              <a:t>Machine Learning Professional</a:t>
            </a:r>
            <a:br>
              <a:rPr b="0" i="0" lang="en-US" sz="1800" u="none" cap="none" strike="noStrike">
                <a:solidFill>
                  <a:schemeClr val="lt1"/>
                </a:solidFill>
                <a:latin typeface="Times New Roman"/>
                <a:ea typeface="Times New Roman"/>
                <a:cs typeface="Times New Roman"/>
                <a:sym typeface="Times New Roman"/>
              </a:rPr>
            </a:br>
            <a:r>
              <a:rPr b="0" i="0" lang="en-US" sz="1800" u="none" cap="none" strike="noStrike">
                <a:solidFill>
                  <a:schemeClr val="lt1"/>
                </a:solidFill>
                <a:latin typeface="Times New Roman"/>
                <a:ea typeface="Times New Roman"/>
                <a:cs typeface="Times New Roman"/>
                <a:sym typeface="Times New Roman"/>
              </a:rPr>
              <a:t>Project Presentation</a:t>
            </a:r>
            <a:endParaRPr b="0" i="0" sz="1800" u="none" cap="none" strike="noStrike">
              <a:solidFill>
                <a:schemeClr val="lt1"/>
              </a:solidFill>
              <a:latin typeface="Times New Roman"/>
              <a:ea typeface="Times New Roman"/>
              <a:cs typeface="Times New Roman"/>
              <a:sym typeface="Times New Roman"/>
            </a:endParaRPr>
          </a:p>
        </p:txBody>
      </p:sp>
      <p:pic>
        <p:nvPicPr>
          <p:cNvPr id="780" name="Google Shape;780;g3da1138a163_0_460"/>
          <p:cNvPicPr preferRelativeResize="0"/>
          <p:nvPr/>
        </p:nvPicPr>
        <p:blipFill rotWithShape="1">
          <a:blip r:embed="rId6">
            <a:alphaModFix/>
          </a:blip>
          <a:srcRect b="0" l="0" r="0" t="0"/>
          <a:stretch/>
        </p:blipFill>
        <p:spPr>
          <a:xfrm>
            <a:off x="10590875" y="6330524"/>
            <a:ext cx="1500023" cy="585000"/>
          </a:xfrm>
          <a:prstGeom prst="rect">
            <a:avLst/>
          </a:prstGeom>
          <a:noFill/>
          <a:ln>
            <a:noFill/>
          </a:ln>
        </p:spPr>
      </p:pic>
      <p:pic>
        <p:nvPicPr>
          <p:cNvPr id="781" name="Google Shape;781;g3da1138a163_0_460"/>
          <p:cNvPicPr preferRelativeResize="0"/>
          <p:nvPr/>
        </p:nvPicPr>
        <p:blipFill rotWithShape="1">
          <a:blip r:embed="rId7">
            <a:alphaModFix/>
          </a:blip>
          <a:srcRect b="0" l="0" r="0" t="0"/>
          <a:stretch/>
        </p:blipFill>
        <p:spPr>
          <a:xfrm>
            <a:off x="-4" y="6211289"/>
            <a:ext cx="12192003" cy="1285104"/>
          </a:xfrm>
          <a:prstGeom prst="rect">
            <a:avLst/>
          </a:prstGeom>
          <a:noFill/>
          <a:ln>
            <a:noFill/>
          </a:ln>
        </p:spPr>
      </p:pic>
      <p:sp>
        <p:nvSpPr>
          <p:cNvPr id="782" name="Google Shape;782;g3da1138a163_0_460"/>
          <p:cNvSpPr txBox="1"/>
          <p:nvPr/>
        </p:nvSpPr>
        <p:spPr>
          <a:xfrm>
            <a:off x="-1" y="6234672"/>
            <a:ext cx="5981100" cy="6465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chemeClr val="dk1"/>
              </a:buClr>
              <a:buSzPts val="1800"/>
              <a:buFont typeface="Arial"/>
              <a:buNone/>
            </a:pPr>
            <a:r>
              <a:rPr b="0" i="0" lang="en-US" sz="1800" u="none" cap="none" strike="noStrike">
                <a:solidFill>
                  <a:schemeClr val="lt1"/>
                </a:solidFill>
                <a:latin typeface="Times New Roman"/>
                <a:ea typeface="Times New Roman"/>
                <a:cs typeface="Times New Roman"/>
                <a:sym typeface="Times New Roman"/>
              </a:rPr>
              <a:t>Machine Learning Professional</a:t>
            </a:r>
            <a:br>
              <a:rPr b="0" i="0" lang="en-US" sz="1800" u="none" cap="none" strike="noStrike">
                <a:solidFill>
                  <a:schemeClr val="lt1"/>
                </a:solidFill>
                <a:latin typeface="Times New Roman"/>
                <a:ea typeface="Times New Roman"/>
                <a:cs typeface="Times New Roman"/>
                <a:sym typeface="Times New Roman"/>
              </a:rPr>
            </a:br>
            <a:r>
              <a:rPr b="0" i="0" lang="en-US" sz="1800" u="none" cap="none" strike="noStrike">
                <a:solidFill>
                  <a:schemeClr val="lt1"/>
                </a:solidFill>
                <a:latin typeface="Times New Roman"/>
                <a:ea typeface="Times New Roman"/>
                <a:cs typeface="Times New Roman"/>
                <a:sym typeface="Times New Roman"/>
              </a:rPr>
              <a:t>Project Presentation</a:t>
            </a:r>
            <a:endParaRPr b="0" i="0" sz="1800" u="none" cap="none" strike="noStrike">
              <a:solidFill>
                <a:schemeClr val="lt1"/>
              </a:solidFill>
              <a:latin typeface="Times New Roman"/>
              <a:ea typeface="Times New Roman"/>
              <a:cs typeface="Times New Roman"/>
              <a:sym typeface="Times New Roman"/>
            </a:endParaRPr>
          </a:p>
        </p:txBody>
      </p:sp>
      <p:pic>
        <p:nvPicPr>
          <p:cNvPr id="783" name="Google Shape;783;g3da1138a163_0_460"/>
          <p:cNvPicPr preferRelativeResize="0"/>
          <p:nvPr/>
        </p:nvPicPr>
        <p:blipFill rotWithShape="1">
          <a:blip r:embed="rId6">
            <a:alphaModFix/>
          </a:blip>
          <a:srcRect b="0" l="0" r="0" t="0"/>
          <a:stretch/>
        </p:blipFill>
        <p:spPr>
          <a:xfrm>
            <a:off x="10590875" y="6330524"/>
            <a:ext cx="1500023" cy="585000"/>
          </a:xfrm>
          <a:prstGeom prst="rect">
            <a:avLst/>
          </a:prstGeom>
          <a:noFill/>
          <a:ln>
            <a:noFill/>
          </a:ln>
        </p:spPr>
      </p:pic>
      <p:pic>
        <p:nvPicPr>
          <p:cNvPr id="784" name="Google Shape;784;g3da1138a163_0_460"/>
          <p:cNvPicPr preferRelativeResize="0"/>
          <p:nvPr/>
        </p:nvPicPr>
        <p:blipFill rotWithShape="1">
          <a:blip r:embed="rId8">
            <a:alphaModFix/>
          </a:blip>
          <a:srcRect b="0" l="0" r="0" t="0"/>
          <a:stretch/>
        </p:blipFill>
        <p:spPr>
          <a:xfrm>
            <a:off x="-4" y="6211289"/>
            <a:ext cx="12192003" cy="1285104"/>
          </a:xfrm>
          <a:prstGeom prst="rect">
            <a:avLst/>
          </a:prstGeom>
          <a:noFill/>
          <a:ln>
            <a:noFill/>
          </a:ln>
        </p:spPr>
      </p:pic>
      <p:sp>
        <p:nvSpPr>
          <p:cNvPr id="785" name="Google Shape;785;g3da1138a163_0_460"/>
          <p:cNvSpPr txBox="1"/>
          <p:nvPr/>
        </p:nvSpPr>
        <p:spPr>
          <a:xfrm>
            <a:off x="-1" y="6234672"/>
            <a:ext cx="5981100" cy="6465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chemeClr val="dk1"/>
              </a:buClr>
              <a:buSzPts val="1800"/>
              <a:buFont typeface="Arial"/>
              <a:buNone/>
            </a:pPr>
            <a:r>
              <a:rPr b="0" i="0" lang="en-US" sz="1800" u="none" cap="none" strike="noStrike">
                <a:solidFill>
                  <a:schemeClr val="lt1"/>
                </a:solidFill>
                <a:latin typeface="Times New Roman"/>
                <a:ea typeface="Times New Roman"/>
                <a:cs typeface="Times New Roman"/>
                <a:sym typeface="Times New Roman"/>
              </a:rPr>
              <a:t>Nanoelectronics - Seminar Presentation</a:t>
            </a:r>
            <a:br>
              <a:rPr b="0" i="0" lang="en-US" sz="1800" u="none" cap="none" strike="noStrike">
                <a:solidFill>
                  <a:schemeClr val="lt1"/>
                </a:solidFill>
                <a:latin typeface="Times New Roman"/>
                <a:ea typeface="Times New Roman"/>
                <a:cs typeface="Times New Roman"/>
                <a:sym typeface="Times New Roman"/>
              </a:rPr>
            </a:br>
            <a:r>
              <a:rPr b="0" i="0" lang="en-US" sz="1800" u="none" cap="none" strike="noStrike">
                <a:solidFill>
                  <a:schemeClr val="lt1"/>
                </a:solidFill>
                <a:latin typeface="Times New Roman"/>
                <a:ea typeface="Times New Roman"/>
                <a:cs typeface="Times New Roman"/>
                <a:sym typeface="Times New Roman"/>
              </a:rPr>
              <a:t>Ronit Dutta</a:t>
            </a:r>
            <a:endParaRPr b="0" i="0" sz="1800" u="none" cap="none" strike="noStrike">
              <a:solidFill>
                <a:schemeClr val="lt1"/>
              </a:solidFill>
              <a:latin typeface="Times New Roman"/>
              <a:ea typeface="Times New Roman"/>
              <a:cs typeface="Times New Roman"/>
              <a:sym typeface="Times New Roman"/>
            </a:endParaRPr>
          </a:p>
        </p:txBody>
      </p:sp>
      <p:pic>
        <p:nvPicPr>
          <p:cNvPr id="786" name="Google Shape;786;g3da1138a163_0_460"/>
          <p:cNvPicPr preferRelativeResize="0"/>
          <p:nvPr/>
        </p:nvPicPr>
        <p:blipFill rotWithShape="1">
          <a:blip r:embed="rId6">
            <a:alphaModFix/>
          </a:blip>
          <a:srcRect b="0" l="0" r="0" t="0"/>
          <a:stretch/>
        </p:blipFill>
        <p:spPr>
          <a:xfrm>
            <a:off x="10590875" y="6330524"/>
            <a:ext cx="1500023" cy="585000"/>
          </a:xfrm>
          <a:prstGeom prst="rect">
            <a:avLst/>
          </a:prstGeom>
          <a:noFill/>
          <a:ln>
            <a:noFill/>
          </a:ln>
        </p:spPr>
      </p:pic>
      <p:pic>
        <p:nvPicPr>
          <p:cNvPr id="787" name="Google Shape;787;g3da1138a163_0_460"/>
          <p:cNvPicPr preferRelativeResize="0"/>
          <p:nvPr/>
        </p:nvPicPr>
        <p:blipFill rotWithShape="1">
          <a:blip r:embed="rId9">
            <a:alphaModFix/>
          </a:blip>
          <a:srcRect b="0" l="0" r="0" t="0"/>
          <a:stretch/>
        </p:blipFill>
        <p:spPr>
          <a:xfrm>
            <a:off x="0" y="6330524"/>
            <a:ext cx="12192000" cy="1165875"/>
          </a:xfrm>
          <a:prstGeom prst="rect">
            <a:avLst/>
          </a:prstGeom>
          <a:noFill/>
          <a:ln>
            <a:noFill/>
          </a:ln>
        </p:spPr>
      </p:pic>
      <p:sp>
        <p:nvSpPr>
          <p:cNvPr id="788" name="Google Shape;788;g3da1138a163_0_460"/>
          <p:cNvSpPr txBox="1"/>
          <p:nvPr/>
        </p:nvSpPr>
        <p:spPr>
          <a:xfrm>
            <a:off x="-1" y="6445547"/>
            <a:ext cx="5981100" cy="6465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chemeClr val="dk1"/>
              </a:buClr>
              <a:buSzPts val="1800"/>
              <a:buFont typeface="Arial"/>
              <a:buNone/>
            </a:pPr>
            <a:r>
              <a:rPr lang="en-US" sz="1800">
                <a:solidFill>
                  <a:schemeClr val="lt1"/>
                </a:solidFill>
                <a:latin typeface="Times New Roman"/>
                <a:ea typeface="Times New Roman"/>
                <a:cs typeface="Times New Roman"/>
                <a:sym typeface="Times New Roman"/>
              </a:rPr>
              <a:t>Applied Mathematics for Engineering [MIDTERM PROJECT]</a:t>
            </a:r>
            <a:br>
              <a:rPr b="0" i="0" lang="en-US" sz="1800" u="none" cap="none" strike="noStrike">
                <a:solidFill>
                  <a:schemeClr val="lt1"/>
                </a:solidFill>
                <a:latin typeface="Times New Roman"/>
                <a:ea typeface="Times New Roman"/>
                <a:cs typeface="Times New Roman"/>
                <a:sym typeface="Times New Roman"/>
              </a:rPr>
            </a:br>
            <a:r>
              <a:rPr b="0" i="0" lang="en-US" sz="1800" u="none" cap="none" strike="noStrike">
                <a:solidFill>
                  <a:schemeClr val="lt1"/>
                </a:solidFill>
                <a:latin typeface="Times New Roman"/>
                <a:ea typeface="Times New Roman"/>
                <a:cs typeface="Times New Roman"/>
                <a:sym typeface="Times New Roman"/>
              </a:rPr>
              <a:t>Ronit Dutta</a:t>
            </a:r>
            <a:endParaRPr b="0" i="0" sz="1800" u="none" cap="none" strike="noStrike">
              <a:solidFill>
                <a:schemeClr val="lt1"/>
              </a:solidFill>
              <a:latin typeface="Times New Roman"/>
              <a:ea typeface="Times New Roman"/>
              <a:cs typeface="Times New Roman"/>
              <a:sym typeface="Times New Roman"/>
            </a:endParaRPr>
          </a:p>
        </p:txBody>
      </p:sp>
      <p:pic>
        <p:nvPicPr>
          <p:cNvPr id="789" name="Google Shape;789;g3da1138a163_0_460"/>
          <p:cNvPicPr preferRelativeResize="0"/>
          <p:nvPr/>
        </p:nvPicPr>
        <p:blipFill rotWithShape="1">
          <a:blip r:embed="rId6">
            <a:alphaModFix/>
          </a:blip>
          <a:srcRect b="0" l="0" r="0" t="0"/>
          <a:stretch/>
        </p:blipFill>
        <p:spPr>
          <a:xfrm>
            <a:off x="10579375" y="6476299"/>
            <a:ext cx="1500023" cy="585000"/>
          </a:xfrm>
          <a:prstGeom prst="rect">
            <a:avLst/>
          </a:prstGeom>
          <a:noFill/>
          <a:ln>
            <a:noFill/>
          </a:ln>
        </p:spPr>
      </p:pic>
      <p:pic>
        <p:nvPicPr>
          <p:cNvPr id="790" name="Google Shape;790;g3da1138a163_0_460"/>
          <p:cNvPicPr preferRelativeResize="0"/>
          <p:nvPr/>
        </p:nvPicPr>
        <p:blipFill rotWithShape="1">
          <a:blip r:embed="rId4">
            <a:alphaModFix/>
          </a:blip>
          <a:srcRect b="0" l="0" r="0" t="0"/>
          <a:stretch/>
        </p:blipFill>
        <p:spPr>
          <a:xfrm>
            <a:off x="10590934" y="6330522"/>
            <a:ext cx="1499906" cy="585000"/>
          </a:xfrm>
          <a:prstGeom prst="rect">
            <a:avLst/>
          </a:prstGeom>
          <a:noFill/>
          <a:ln>
            <a:noFill/>
          </a:ln>
        </p:spPr>
      </p:pic>
      <p:sp>
        <p:nvSpPr>
          <p:cNvPr id="791" name="Google Shape;791;g3da1138a163_0_460"/>
          <p:cNvSpPr txBox="1"/>
          <p:nvPr/>
        </p:nvSpPr>
        <p:spPr>
          <a:xfrm>
            <a:off x="-1" y="6288587"/>
            <a:ext cx="5981100" cy="3693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chemeClr val="dk1"/>
              </a:buClr>
              <a:buSzPts val="1800"/>
              <a:buFont typeface="Arial"/>
              <a:buNone/>
            </a:pPr>
            <a:r>
              <a:rPr b="0" i="0" lang="en-US" sz="1800" u="none" cap="none" strike="noStrike">
                <a:solidFill>
                  <a:schemeClr val="lt1"/>
                </a:solidFill>
                <a:latin typeface="Times New Roman"/>
                <a:ea typeface="Times New Roman"/>
                <a:cs typeface="Times New Roman"/>
                <a:sym typeface="Times New Roman"/>
              </a:rPr>
              <a:t>Term Paper Presentation | Ronit Dutta</a:t>
            </a:r>
            <a:endParaRPr b="0" i="0" sz="1800" u="none" cap="none" strike="noStrike">
              <a:solidFill>
                <a:schemeClr val="lt1"/>
              </a:solidFill>
              <a:latin typeface="Times New Roman"/>
              <a:ea typeface="Times New Roman"/>
              <a:cs typeface="Times New Roman"/>
              <a:sym typeface="Times New Roman"/>
            </a:endParaRPr>
          </a:p>
        </p:txBody>
      </p:sp>
      <p:pic>
        <p:nvPicPr>
          <p:cNvPr id="792" name="Google Shape;792;g3da1138a163_0_460"/>
          <p:cNvPicPr preferRelativeResize="0"/>
          <p:nvPr/>
        </p:nvPicPr>
        <p:blipFill rotWithShape="1">
          <a:blip r:embed="rId4">
            <a:alphaModFix/>
          </a:blip>
          <a:srcRect b="0" l="0" r="0" t="0"/>
          <a:stretch/>
        </p:blipFill>
        <p:spPr>
          <a:xfrm>
            <a:off x="10590934" y="6330522"/>
            <a:ext cx="1499906" cy="585000"/>
          </a:xfrm>
          <a:prstGeom prst="rect">
            <a:avLst/>
          </a:prstGeom>
          <a:noFill/>
          <a:ln>
            <a:noFill/>
          </a:ln>
        </p:spPr>
      </p:pic>
      <p:sp>
        <p:nvSpPr>
          <p:cNvPr id="793" name="Google Shape;793;g3da1138a163_0_460"/>
          <p:cNvSpPr txBox="1"/>
          <p:nvPr/>
        </p:nvSpPr>
        <p:spPr>
          <a:xfrm>
            <a:off x="-1" y="6288587"/>
            <a:ext cx="5981100" cy="3693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chemeClr val="dk1"/>
              </a:buClr>
              <a:buSzPts val="1800"/>
              <a:buFont typeface="Arial"/>
              <a:buNone/>
            </a:pPr>
            <a:r>
              <a:rPr b="0" i="0" lang="en-US" sz="1800" u="none" cap="none" strike="noStrike">
                <a:solidFill>
                  <a:schemeClr val="lt1"/>
                </a:solidFill>
                <a:latin typeface="Times New Roman"/>
                <a:ea typeface="Times New Roman"/>
                <a:cs typeface="Times New Roman"/>
                <a:sym typeface="Times New Roman"/>
              </a:rPr>
              <a:t>Term Paper Presentation | Ronit Dutta</a:t>
            </a:r>
            <a:endParaRPr b="0" i="0" sz="1800" u="none" cap="none" strike="noStrike">
              <a:solidFill>
                <a:schemeClr val="lt1"/>
              </a:solidFill>
              <a:latin typeface="Times New Roman"/>
              <a:ea typeface="Times New Roman"/>
              <a:cs typeface="Times New Roman"/>
              <a:sym typeface="Times New Roman"/>
            </a:endParaRPr>
          </a:p>
        </p:txBody>
      </p:sp>
      <p:pic>
        <p:nvPicPr>
          <p:cNvPr id="794" name="Google Shape;794;g3da1138a163_0_460"/>
          <p:cNvPicPr preferRelativeResize="0"/>
          <p:nvPr/>
        </p:nvPicPr>
        <p:blipFill rotWithShape="1">
          <a:blip r:embed="rId4">
            <a:alphaModFix/>
          </a:blip>
          <a:srcRect b="0" l="0" r="0" t="0"/>
          <a:stretch/>
        </p:blipFill>
        <p:spPr>
          <a:xfrm>
            <a:off x="10590934" y="6330522"/>
            <a:ext cx="1499906" cy="585000"/>
          </a:xfrm>
          <a:prstGeom prst="rect">
            <a:avLst/>
          </a:prstGeom>
          <a:noFill/>
          <a:ln>
            <a:noFill/>
          </a:ln>
        </p:spPr>
      </p:pic>
      <p:sp>
        <p:nvSpPr>
          <p:cNvPr id="795" name="Google Shape;795;g3da1138a163_0_460"/>
          <p:cNvSpPr txBox="1"/>
          <p:nvPr/>
        </p:nvSpPr>
        <p:spPr>
          <a:xfrm>
            <a:off x="-1" y="6288587"/>
            <a:ext cx="5981100" cy="6465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chemeClr val="dk1"/>
              </a:buClr>
              <a:buSzPts val="1800"/>
              <a:buFont typeface="Arial"/>
              <a:buNone/>
            </a:pPr>
            <a:r>
              <a:rPr b="0" i="0" lang="en-US" sz="1800" u="none" cap="none" strike="noStrike">
                <a:solidFill>
                  <a:schemeClr val="lt1"/>
                </a:solidFill>
                <a:latin typeface="Times New Roman"/>
                <a:ea typeface="Times New Roman"/>
                <a:cs typeface="Times New Roman"/>
                <a:sym typeface="Times New Roman"/>
              </a:rPr>
              <a:t>Machine Learning Professional</a:t>
            </a:r>
            <a:br>
              <a:rPr b="0" i="0" lang="en-US" sz="1800" u="none" cap="none" strike="noStrike">
                <a:solidFill>
                  <a:schemeClr val="lt1"/>
                </a:solidFill>
                <a:latin typeface="Times New Roman"/>
                <a:ea typeface="Times New Roman"/>
                <a:cs typeface="Times New Roman"/>
                <a:sym typeface="Times New Roman"/>
              </a:rPr>
            </a:br>
            <a:r>
              <a:rPr b="0" i="0" lang="en-US" sz="1800" u="none" cap="none" strike="noStrike">
                <a:solidFill>
                  <a:schemeClr val="lt1"/>
                </a:solidFill>
                <a:latin typeface="Times New Roman"/>
                <a:ea typeface="Times New Roman"/>
                <a:cs typeface="Times New Roman"/>
                <a:sym typeface="Times New Roman"/>
              </a:rPr>
              <a:t>Project Presentation</a:t>
            </a:r>
            <a:endParaRPr b="0" i="0" sz="1800" u="none" cap="none" strike="noStrike">
              <a:solidFill>
                <a:schemeClr val="lt1"/>
              </a:solidFill>
              <a:latin typeface="Times New Roman"/>
              <a:ea typeface="Times New Roman"/>
              <a:cs typeface="Times New Roman"/>
              <a:sym typeface="Times New Roman"/>
            </a:endParaRPr>
          </a:p>
        </p:txBody>
      </p:sp>
      <p:pic>
        <p:nvPicPr>
          <p:cNvPr id="796" name="Google Shape;796;g3da1138a163_0_460"/>
          <p:cNvPicPr preferRelativeResize="0"/>
          <p:nvPr/>
        </p:nvPicPr>
        <p:blipFill rotWithShape="1">
          <a:blip r:embed="rId6">
            <a:alphaModFix/>
          </a:blip>
          <a:srcRect b="0" l="0" r="0" t="0"/>
          <a:stretch/>
        </p:blipFill>
        <p:spPr>
          <a:xfrm>
            <a:off x="10590875" y="6341462"/>
            <a:ext cx="1500023" cy="585000"/>
          </a:xfrm>
          <a:prstGeom prst="rect">
            <a:avLst/>
          </a:prstGeom>
          <a:noFill/>
          <a:ln>
            <a:noFill/>
          </a:ln>
        </p:spPr>
      </p:pic>
      <p:sp>
        <p:nvSpPr>
          <p:cNvPr id="797" name="Google Shape;797;g3da1138a163_0_460"/>
          <p:cNvSpPr txBox="1"/>
          <p:nvPr/>
        </p:nvSpPr>
        <p:spPr>
          <a:xfrm>
            <a:off x="-1" y="6288587"/>
            <a:ext cx="5981100" cy="6465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chemeClr val="dk1"/>
              </a:buClr>
              <a:buSzPts val="1800"/>
              <a:buFont typeface="Arial"/>
              <a:buNone/>
            </a:pPr>
            <a:r>
              <a:rPr b="0" i="0" lang="en-US" sz="1800" u="none" cap="none" strike="noStrike">
                <a:solidFill>
                  <a:schemeClr val="lt1"/>
                </a:solidFill>
                <a:latin typeface="Times New Roman"/>
                <a:ea typeface="Times New Roman"/>
                <a:cs typeface="Times New Roman"/>
                <a:sym typeface="Times New Roman"/>
              </a:rPr>
              <a:t>Machine Learning Professional</a:t>
            </a:r>
            <a:br>
              <a:rPr b="0" i="0" lang="en-US" sz="1800" u="none" cap="none" strike="noStrike">
                <a:solidFill>
                  <a:schemeClr val="lt1"/>
                </a:solidFill>
                <a:latin typeface="Times New Roman"/>
                <a:ea typeface="Times New Roman"/>
                <a:cs typeface="Times New Roman"/>
                <a:sym typeface="Times New Roman"/>
              </a:rPr>
            </a:br>
            <a:r>
              <a:rPr b="0" i="0" lang="en-US" sz="1800" u="none" cap="none" strike="noStrike">
                <a:solidFill>
                  <a:schemeClr val="lt1"/>
                </a:solidFill>
                <a:latin typeface="Times New Roman"/>
                <a:ea typeface="Times New Roman"/>
                <a:cs typeface="Times New Roman"/>
                <a:sym typeface="Times New Roman"/>
              </a:rPr>
              <a:t>Project Presentation</a:t>
            </a:r>
            <a:endParaRPr b="0" i="0" sz="1800" u="none" cap="none" strike="noStrike">
              <a:solidFill>
                <a:schemeClr val="lt1"/>
              </a:solidFill>
              <a:latin typeface="Times New Roman"/>
              <a:ea typeface="Times New Roman"/>
              <a:cs typeface="Times New Roman"/>
              <a:sym typeface="Times New Roman"/>
            </a:endParaRPr>
          </a:p>
        </p:txBody>
      </p:sp>
      <p:pic>
        <p:nvPicPr>
          <p:cNvPr id="798" name="Google Shape;798;g3da1138a163_0_460"/>
          <p:cNvPicPr preferRelativeResize="0"/>
          <p:nvPr/>
        </p:nvPicPr>
        <p:blipFill rotWithShape="1">
          <a:blip r:embed="rId6">
            <a:alphaModFix/>
          </a:blip>
          <a:srcRect b="0" l="0" r="0" t="0"/>
          <a:stretch/>
        </p:blipFill>
        <p:spPr>
          <a:xfrm>
            <a:off x="10590875" y="6330524"/>
            <a:ext cx="1500023" cy="585000"/>
          </a:xfrm>
          <a:prstGeom prst="rect">
            <a:avLst/>
          </a:prstGeom>
          <a:noFill/>
          <a:ln>
            <a:noFill/>
          </a:ln>
        </p:spPr>
      </p:pic>
      <p:sp>
        <p:nvSpPr>
          <p:cNvPr id="799" name="Google Shape;799;g3da1138a163_0_460"/>
          <p:cNvSpPr txBox="1"/>
          <p:nvPr/>
        </p:nvSpPr>
        <p:spPr>
          <a:xfrm>
            <a:off x="-1" y="6234672"/>
            <a:ext cx="5981100" cy="6465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chemeClr val="dk1"/>
              </a:buClr>
              <a:buSzPts val="1800"/>
              <a:buFont typeface="Arial"/>
              <a:buNone/>
            </a:pPr>
            <a:r>
              <a:rPr b="0" i="0" lang="en-US" sz="1800" u="none" cap="none" strike="noStrike">
                <a:solidFill>
                  <a:schemeClr val="lt1"/>
                </a:solidFill>
                <a:latin typeface="Times New Roman"/>
                <a:ea typeface="Times New Roman"/>
                <a:cs typeface="Times New Roman"/>
                <a:sym typeface="Times New Roman"/>
              </a:rPr>
              <a:t>Machine Learning Professional</a:t>
            </a:r>
            <a:br>
              <a:rPr b="0" i="0" lang="en-US" sz="1800" u="none" cap="none" strike="noStrike">
                <a:solidFill>
                  <a:schemeClr val="lt1"/>
                </a:solidFill>
                <a:latin typeface="Times New Roman"/>
                <a:ea typeface="Times New Roman"/>
                <a:cs typeface="Times New Roman"/>
                <a:sym typeface="Times New Roman"/>
              </a:rPr>
            </a:br>
            <a:r>
              <a:rPr b="0" i="0" lang="en-US" sz="1800" u="none" cap="none" strike="noStrike">
                <a:solidFill>
                  <a:schemeClr val="lt1"/>
                </a:solidFill>
                <a:latin typeface="Times New Roman"/>
                <a:ea typeface="Times New Roman"/>
                <a:cs typeface="Times New Roman"/>
                <a:sym typeface="Times New Roman"/>
              </a:rPr>
              <a:t>Project Presentation</a:t>
            </a:r>
            <a:endParaRPr b="0" i="0" sz="1800" u="none" cap="none" strike="noStrike">
              <a:solidFill>
                <a:schemeClr val="lt1"/>
              </a:solidFill>
              <a:latin typeface="Times New Roman"/>
              <a:ea typeface="Times New Roman"/>
              <a:cs typeface="Times New Roman"/>
              <a:sym typeface="Times New Roman"/>
            </a:endParaRPr>
          </a:p>
        </p:txBody>
      </p:sp>
      <p:pic>
        <p:nvPicPr>
          <p:cNvPr id="800" name="Google Shape;800;g3da1138a163_0_460"/>
          <p:cNvPicPr preferRelativeResize="0"/>
          <p:nvPr/>
        </p:nvPicPr>
        <p:blipFill rotWithShape="1">
          <a:blip r:embed="rId6">
            <a:alphaModFix/>
          </a:blip>
          <a:srcRect b="0" l="0" r="0" t="0"/>
          <a:stretch/>
        </p:blipFill>
        <p:spPr>
          <a:xfrm>
            <a:off x="10590875" y="6330524"/>
            <a:ext cx="1500023" cy="585000"/>
          </a:xfrm>
          <a:prstGeom prst="rect">
            <a:avLst/>
          </a:prstGeom>
          <a:noFill/>
          <a:ln>
            <a:noFill/>
          </a:ln>
        </p:spPr>
      </p:pic>
      <p:sp>
        <p:nvSpPr>
          <p:cNvPr id="801" name="Google Shape;801;g3da1138a163_0_460"/>
          <p:cNvSpPr txBox="1"/>
          <p:nvPr/>
        </p:nvSpPr>
        <p:spPr>
          <a:xfrm>
            <a:off x="-1" y="6234672"/>
            <a:ext cx="5981100" cy="6465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chemeClr val="dk1"/>
              </a:buClr>
              <a:buSzPts val="1800"/>
              <a:buFont typeface="Arial"/>
              <a:buNone/>
            </a:pPr>
            <a:r>
              <a:rPr b="0" i="0" lang="en-US" sz="1800" u="none" cap="none" strike="noStrike">
                <a:solidFill>
                  <a:schemeClr val="lt1"/>
                </a:solidFill>
                <a:latin typeface="Times New Roman"/>
                <a:ea typeface="Times New Roman"/>
                <a:cs typeface="Times New Roman"/>
                <a:sym typeface="Times New Roman"/>
              </a:rPr>
              <a:t>Machine Learning Professional</a:t>
            </a:r>
            <a:br>
              <a:rPr b="0" i="0" lang="en-US" sz="1800" u="none" cap="none" strike="noStrike">
                <a:solidFill>
                  <a:schemeClr val="lt1"/>
                </a:solidFill>
                <a:latin typeface="Times New Roman"/>
                <a:ea typeface="Times New Roman"/>
                <a:cs typeface="Times New Roman"/>
                <a:sym typeface="Times New Roman"/>
              </a:rPr>
            </a:br>
            <a:r>
              <a:rPr b="0" i="0" lang="en-US" sz="1800" u="none" cap="none" strike="noStrike">
                <a:solidFill>
                  <a:schemeClr val="lt1"/>
                </a:solidFill>
                <a:latin typeface="Times New Roman"/>
                <a:ea typeface="Times New Roman"/>
                <a:cs typeface="Times New Roman"/>
                <a:sym typeface="Times New Roman"/>
              </a:rPr>
              <a:t>Project Presentation</a:t>
            </a:r>
            <a:endParaRPr b="0" i="0" sz="1800" u="none" cap="none" strike="noStrike">
              <a:solidFill>
                <a:schemeClr val="lt1"/>
              </a:solidFill>
              <a:latin typeface="Times New Roman"/>
              <a:ea typeface="Times New Roman"/>
              <a:cs typeface="Times New Roman"/>
              <a:sym typeface="Times New Roman"/>
            </a:endParaRPr>
          </a:p>
        </p:txBody>
      </p:sp>
      <p:pic>
        <p:nvPicPr>
          <p:cNvPr id="802" name="Google Shape;802;g3da1138a163_0_460"/>
          <p:cNvPicPr preferRelativeResize="0"/>
          <p:nvPr/>
        </p:nvPicPr>
        <p:blipFill rotWithShape="1">
          <a:blip r:embed="rId6">
            <a:alphaModFix/>
          </a:blip>
          <a:srcRect b="0" l="0" r="0" t="0"/>
          <a:stretch/>
        </p:blipFill>
        <p:spPr>
          <a:xfrm>
            <a:off x="10590875" y="6330524"/>
            <a:ext cx="1500023" cy="585000"/>
          </a:xfrm>
          <a:prstGeom prst="rect">
            <a:avLst/>
          </a:prstGeom>
          <a:noFill/>
          <a:ln>
            <a:noFill/>
          </a:ln>
        </p:spPr>
      </p:pic>
      <p:sp>
        <p:nvSpPr>
          <p:cNvPr id="803" name="Google Shape;803;g3da1138a163_0_460"/>
          <p:cNvSpPr txBox="1"/>
          <p:nvPr/>
        </p:nvSpPr>
        <p:spPr>
          <a:xfrm>
            <a:off x="-1" y="6234672"/>
            <a:ext cx="5981100" cy="6465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chemeClr val="dk1"/>
              </a:buClr>
              <a:buSzPts val="1800"/>
              <a:buFont typeface="Arial"/>
              <a:buNone/>
            </a:pPr>
            <a:r>
              <a:rPr b="0" i="0" lang="en-US" sz="1800" u="none" cap="none" strike="noStrike">
                <a:solidFill>
                  <a:schemeClr val="lt1"/>
                </a:solidFill>
                <a:latin typeface="Times New Roman"/>
                <a:ea typeface="Times New Roman"/>
                <a:cs typeface="Times New Roman"/>
                <a:sym typeface="Times New Roman"/>
              </a:rPr>
              <a:t>Nanoelectronics - Seminar Presentation</a:t>
            </a:r>
            <a:br>
              <a:rPr b="0" i="0" lang="en-US" sz="1800" u="none" cap="none" strike="noStrike">
                <a:solidFill>
                  <a:schemeClr val="lt1"/>
                </a:solidFill>
                <a:latin typeface="Times New Roman"/>
                <a:ea typeface="Times New Roman"/>
                <a:cs typeface="Times New Roman"/>
                <a:sym typeface="Times New Roman"/>
              </a:rPr>
            </a:br>
            <a:r>
              <a:rPr b="0" i="0" lang="en-US" sz="1800" u="none" cap="none" strike="noStrike">
                <a:solidFill>
                  <a:schemeClr val="lt1"/>
                </a:solidFill>
                <a:latin typeface="Times New Roman"/>
                <a:ea typeface="Times New Roman"/>
                <a:cs typeface="Times New Roman"/>
                <a:sym typeface="Times New Roman"/>
              </a:rPr>
              <a:t>Ronit Dutta</a:t>
            </a:r>
            <a:endParaRPr b="0" i="0" sz="1800" u="none" cap="none" strike="noStrike">
              <a:solidFill>
                <a:schemeClr val="lt1"/>
              </a:solidFill>
              <a:latin typeface="Times New Roman"/>
              <a:ea typeface="Times New Roman"/>
              <a:cs typeface="Times New Roman"/>
              <a:sym typeface="Times New Roman"/>
            </a:endParaRPr>
          </a:p>
        </p:txBody>
      </p:sp>
      <p:pic>
        <p:nvPicPr>
          <p:cNvPr id="804" name="Google Shape;804;g3da1138a163_0_460"/>
          <p:cNvPicPr preferRelativeResize="0"/>
          <p:nvPr/>
        </p:nvPicPr>
        <p:blipFill rotWithShape="1">
          <a:blip r:embed="rId6">
            <a:alphaModFix/>
          </a:blip>
          <a:srcRect b="0" l="0" r="0" t="0"/>
          <a:stretch/>
        </p:blipFill>
        <p:spPr>
          <a:xfrm>
            <a:off x="10590875" y="6330524"/>
            <a:ext cx="1500023" cy="585000"/>
          </a:xfrm>
          <a:prstGeom prst="rect">
            <a:avLst/>
          </a:prstGeom>
          <a:noFill/>
          <a:ln>
            <a:noFill/>
          </a:ln>
        </p:spPr>
      </p:pic>
      <p:pic>
        <p:nvPicPr>
          <p:cNvPr id="805" name="Google Shape;805;g3da1138a163_0_460"/>
          <p:cNvPicPr preferRelativeResize="0"/>
          <p:nvPr/>
        </p:nvPicPr>
        <p:blipFill rotWithShape="1">
          <a:blip r:embed="rId4">
            <a:alphaModFix/>
          </a:blip>
          <a:srcRect b="0" l="0" r="0" t="0"/>
          <a:stretch/>
        </p:blipFill>
        <p:spPr>
          <a:xfrm>
            <a:off x="10590934" y="6330522"/>
            <a:ext cx="1499906" cy="585000"/>
          </a:xfrm>
          <a:prstGeom prst="rect">
            <a:avLst/>
          </a:prstGeom>
          <a:noFill/>
          <a:ln>
            <a:noFill/>
          </a:ln>
        </p:spPr>
      </p:pic>
      <p:sp>
        <p:nvSpPr>
          <p:cNvPr id="806" name="Google Shape;806;g3da1138a163_0_460"/>
          <p:cNvSpPr txBox="1"/>
          <p:nvPr/>
        </p:nvSpPr>
        <p:spPr>
          <a:xfrm>
            <a:off x="-1" y="6288587"/>
            <a:ext cx="5981100" cy="3693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chemeClr val="dk1"/>
              </a:buClr>
              <a:buSzPts val="1800"/>
              <a:buFont typeface="Arial"/>
              <a:buNone/>
            </a:pPr>
            <a:r>
              <a:rPr b="0" i="0" lang="en-US" sz="1800" u="none" cap="none" strike="noStrike">
                <a:solidFill>
                  <a:schemeClr val="lt1"/>
                </a:solidFill>
                <a:latin typeface="Times New Roman"/>
                <a:ea typeface="Times New Roman"/>
                <a:cs typeface="Times New Roman"/>
                <a:sym typeface="Times New Roman"/>
              </a:rPr>
              <a:t>Term Paper Presentation | Ronit Dutta</a:t>
            </a:r>
            <a:endParaRPr b="0" i="0" sz="1800" u="none" cap="none" strike="noStrike">
              <a:solidFill>
                <a:schemeClr val="lt1"/>
              </a:solidFill>
              <a:latin typeface="Times New Roman"/>
              <a:ea typeface="Times New Roman"/>
              <a:cs typeface="Times New Roman"/>
              <a:sym typeface="Times New Roman"/>
            </a:endParaRPr>
          </a:p>
        </p:txBody>
      </p:sp>
      <p:pic>
        <p:nvPicPr>
          <p:cNvPr id="807" name="Google Shape;807;g3da1138a163_0_460"/>
          <p:cNvPicPr preferRelativeResize="0"/>
          <p:nvPr/>
        </p:nvPicPr>
        <p:blipFill rotWithShape="1">
          <a:blip r:embed="rId4">
            <a:alphaModFix/>
          </a:blip>
          <a:srcRect b="0" l="0" r="0" t="0"/>
          <a:stretch/>
        </p:blipFill>
        <p:spPr>
          <a:xfrm>
            <a:off x="10590934" y="6330522"/>
            <a:ext cx="1499906" cy="585000"/>
          </a:xfrm>
          <a:prstGeom prst="rect">
            <a:avLst/>
          </a:prstGeom>
          <a:noFill/>
          <a:ln>
            <a:noFill/>
          </a:ln>
        </p:spPr>
      </p:pic>
      <p:sp>
        <p:nvSpPr>
          <p:cNvPr id="808" name="Google Shape;808;g3da1138a163_0_460"/>
          <p:cNvSpPr txBox="1"/>
          <p:nvPr/>
        </p:nvSpPr>
        <p:spPr>
          <a:xfrm>
            <a:off x="-1" y="6288587"/>
            <a:ext cx="5981100" cy="3693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chemeClr val="dk1"/>
              </a:buClr>
              <a:buSzPts val="1800"/>
              <a:buFont typeface="Arial"/>
              <a:buNone/>
            </a:pPr>
            <a:r>
              <a:rPr b="0" i="0" lang="en-US" sz="1800" u="none" cap="none" strike="noStrike">
                <a:solidFill>
                  <a:schemeClr val="lt1"/>
                </a:solidFill>
                <a:latin typeface="Times New Roman"/>
                <a:ea typeface="Times New Roman"/>
                <a:cs typeface="Times New Roman"/>
                <a:sym typeface="Times New Roman"/>
              </a:rPr>
              <a:t>Term Paper Presentation | Ronit Dutta</a:t>
            </a:r>
            <a:endParaRPr b="0" i="0" sz="1800" u="none" cap="none" strike="noStrike">
              <a:solidFill>
                <a:schemeClr val="lt1"/>
              </a:solidFill>
              <a:latin typeface="Times New Roman"/>
              <a:ea typeface="Times New Roman"/>
              <a:cs typeface="Times New Roman"/>
              <a:sym typeface="Times New Roman"/>
            </a:endParaRPr>
          </a:p>
        </p:txBody>
      </p:sp>
      <p:pic>
        <p:nvPicPr>
          <p:cNvPr id="809" name="Google Shape;809;g3da1138a163_0_460"/>
          <p:cNvPicPr preferRelativeResize="0"/>
          <p:nvPr/>
        </p:nvPicPr>
        <p:blipFill rotWithShape="1">
          <a:blip r:embed="rId4">
            <a:alphaModFix/>
          </a:blip>
          <a:srcRect b="0" l="0" r="0" t="0"/>
          <a:stretch/>
        </p:blipFill>
        <p:spPr>
          <a:xfrm>
            <a:off x="10590934" y="6330522"/>
            <a:ext cx="1499906" cy="585000"/>
          </a:xfrm>
          <a:prstGeom prst="rect">
            <a:avLst/>
          </a:prstGeom>
          <a:noFill/>
          <a:ln>
            <a:noFill/>
          </a:ln>
        </p:spPr>
      </p:pic>
      <p:sp>
        <p:nvSpPr>
          <p:cNvPr id="810" name="Google Shape;810;g3da1138a163_0_460"/>
          <p:cNvSpPr txBox="1"/>
          <p:nvPr/>
        </p:nvSpPr>
        <p:spPr>
          <a:xfrm>
            <a:off x="-1" y="6288587"/>
            <a:ext cx="5981100" cy="6465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chemeClr val="dk1"/>
              </a:buClr>
              <a:buSzPts val="1800"/>
              <a:buFont typeface="Arial"/>
              <a:buNone/>
            </a:pPr>
            <a:r>
              <a:rPr b="0" i="0" lang="en-US" sz="1800" u="none" cap="none" strike="noStrike">
                <a:solidFill>
                  <a:schemeClr val="lt1"/>
                </a:solidFill>
                <a:latin typeface="Times New Roman"/>
                <a:ea typeface="Times New Roman"/>
                <a:cs typeface="Times New Roman"/>
                <a:sym typeface="Times New Roman"/>
              </a:rPr>
              <a:t>Machine Learning Professional</a:t>
            </a:r>
            <a:br>
              <a:rPr b="0" i="0" lang="en-US" sz="1800" u="none" cap="none" strike="noStrike">
                <a:solidFill>
                  <a:schemeClr val="lt1"/>
                </a:solidFill>
                <a:latin typeface="Times New Roman"/>
                <a:ea typeface="Times New Roman"/>
                <a:cs typeface="Times New Roman"/>
                <a:sym typeface="Times New Roman"/>
              </a:rPr>
            </a:br>
            <a:r>
              <a:rPr b="0" i="0" lang="en-US" sz="1800" u="none" cap="none" strike="noStrike">
                <a:solidFill>
                  <a:schemeClr val="lt1"/>
                </a:solidFill>
                <a:latin typeface="Times New Roman"/>
                <a:ea typeface="Times New Roman"/>
                <a:cs typeface="Times New Roman"/>
                <a:sym typeface="Times New Roman"/>
              </a:rPr>
              <a:t>Project Presentation</a:t>
            </a:r>
            <a:endParaRPr b="0" i="0" sz="1800" u="none" cap="none" strike="noStrike">
              <a:solidFill>
                <a:schemeClr val="lt1"/>
              </a:solidFill>
              <a:latin typeface="Times New Roman"/>
              <a:ea typeface="Times New Roman"/>
              <a:cs typeface="Times New Roman"/>
              <a:sym typeface="Times New Roman"/>
            </a:endParaRPr>
          </a:p>
        </p:txBody>
      </p:sp>
      <p:pic>
        <p:nvPicPr>
          <p:cNvPr id="811" name="Google Shape;811;g3da1138a163_0_460"/>
          <p:cNvPicPr preferRelativeResize="0"/>
          <p:nvPr/>
        </p:nvPicPr>
        <p:blipFill rotWithShape="1">
          <a:blip r:embed="rId6">
            <a:alphaModFix/>
          </a:blip>
          <a:srcRect b="0" l="0" r="0" t="0"/>
          <a:stretch/>
        </p:blipFill>
        <p:spPr>
          <a:xfrm>
            <a:off x="10590875" y="6341462"/>
            <a:ext cx="1500023" cy="585000"/>
          </a:xfrm>
          <a:prstGeom prst="rect">
            <a:avLst/>
          </a:prstGeom>
          <a:noFill/>
          <a:ln>
            <a:noFill/>
          </a:ln>
        </p:spPr>
      </p:pic>
      <p:sp>
        <p:nvSpPr>
          <p:cNvPr id="812" name="Google Shape;812;g3da1138a163_0_460"/>
          <p:cNvSpPr txBox="1"/>
          <p:nvPr/>
        </p:nvSpPr>
        <p:spPr>
          <a:xfrm>
            <a:off x="-1" y="6288587"/>
            <a:ext cx="5981100" cy="6465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chemeClr val="dk1"/>
              </a:buClr>
              <a:buSzPts val="1800"/>
              <a:buFont typeface="Arial"/>
              <a:buNone/>
            </a:pPr>
            <a:r>
              <a:rPr b="0" i="0" lang="en-US" sz="1800" u="none" cap="none" strike="noStrike">
                <a:solidFill>
                  <a:schemeClr val="lt1"/>
                </a:solidFill>
                <a:latin typeface="Times New Roman"/>
                <a:ea typeface="Times New Roman"/>
                <a:cs typeface="Times New Roman"/>
                <a:sym typeface="Times New Roman"/>
              </a:rPr>
              <a:t>Machine Learning Professional</a:t>
            </a:r>
            <a:br>
              <a:rPr b="0" i="0" lang="en-US" sz="1800" u="none" cap="none" strike="noStrike">
                <a:solidFill>
                  <a:schemeClr val="lt1"/>
                </a:solidFill>
                <a:latin typeface="Times New Roman"/>
                <a:ea typeface="Times New Roman"/>
                <a:cs typeface="Times New Roman"/>
                <a:sym typeface="Times New Roman"/>
              </a:rPr>
            </a:br>
            <a:r>
              <a:rPr b="0" i="0" lang="en-US" sz="1800" u="none" cap="none" strike="noStrike">
                <a:solidFill>
                  <a:schemeClr val="lt1"/>
                </a:solidFill>
                <a:latin typeface="Times New Roman"/>
                <a:ea typeface="Times New Roman"/>
                <a:cs typeface="Times New Roman"/>
                <a:sym typeface="Times New Roman"/>
              </a:rPr>
              <a:t>Project Presentation</a:t>
            </a:r>
            <a:endParaRPr b="0" i="0" sz="1800" u="none" cap="none" strike="noStrike">
              <a:solidFill>
                <a:schemeClr val="lt1"/>
              </a:solidFill>
              <a:latin typeface="Times New Roman"/>
              <a:ea typeface="Times New Roman"/>
              <a:cs typeface="Times New Roman"/>
              <a:sym typeface="Times New Roman"/>
            </a:endParaRPr>
          </a:p>
        </p:txBody>
      </p:sp>
      <p:pic>
        <p:nvPicPr>
          <p:cNvPr id="813" name="Google Shape;813;g3da1138a163_0_460"/>
          <p:cNvPicPr preferRelativeResize="0"/>
          <p:nvPr/>
        </p:nvPicPr>
        <p:blipFill rotWithShape="1">
          <a:blip r:embed="rId6">
            <a:alphaModFix/>
          </a:blip>
          <a:srcRect b="0" l="0" r="0" t="0"/>
          <a:stretch/>
        </p:blipFill>
        <p:spPr>
          <a:xfrm>
            <a:off x="10590875" y="6330524"/>
            <a:ext cx="1500023" cy="585000"/>
          </a:xfrm>
          <a:prstGeom prst="rect">
            <a:avLst/>
          </a:prstGeom>
          <a:noFill/>
          <a:ln>
            <a:noFill/>
          </a:ln>
        </p:spPr>
      </p:pic>
      <p:sp>
        <p:nvSpPr>
          <p:cNvPr id="814" name="Google Shape;814;g3da1138a163_0_460"/>
          <p:cNvSpPr txBox="1"/>
          <p:nvPr/>
        </p:nvSpPr>
        <p:spPr>
          <a:xfrm>
            <a:off x="-1" y="6234672"/>
            <a:ext cx="5981100" cy="6465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chemeClr val="dk1"/>
              </a:buClr>
              <a:buSzPts val="1800"/>
              <a:buFont typeface="Arial"/>
              <a:buNone/>
            </a:pPr>
            <a:r>
              <a:rPr b="0" i="0" lang="en-US" sz="1800" u="none" cap="none" strike="noStrike">
                <a:solidFill>
                  <a:schemeClr val="lt1"/>
                </a:solidFill>
                <a:latin typeface="Times New Roman"/>
                <a:ea typeface="Times New Roman"/>
                <a:cs typeface="Times New Roman"/>
                <a:sym typeface="Times New Roman"/>
              </a:rPr>
              <a:t>Machine Learning Professional</a:t>
            </a:r>
            <a:br>
              <a:rPr b="0" i="0" lang="en-US" sz="1800" u="none" cap="none" strike="noStrike">
                <a:solidFill>
                  <a:schemeClr val="lt1"/>
                </a:solidFill>
                <a:latin typeface="Times New Roman"/>
                <a:ea typeface="Times New Roman"/>
                <a:cs typeface="Times New Roman"/>
                <a:sym typeface="Times New Roman"/>
              </a:rPr>
            </a:br>
            <a:r>
              <a:rPr b="0" i="0" lang="en-US" sz="1800" u="none" cap="none" strike="noStrike">
                <a:solidFill>
                  <a:schemeClr val="lt1"/>
                </a:solidFill>
                <a:latin typeface="Times New Roman"/>
                <a:ea typeface="Times New Roman"/>
                <a:cs typeface="Times New Roman"/>
                <a:sym typeface="Times New Roman"/>
              </a:rPr>
              <a:t>Project Presentation</a:t>
            </a:r>
            <a:endParaRPr b="0" i="0" sz="1800" u="none" cap="none" strike="noStrike">
              <a:solidFill>
                <a:schemeClr val="lt1"/>
              </a:solidFill>
              <a:latin typeface="Times New Roman"/>
              <a:ea typeface="Times New Roman"/>
              <a:cs typeface="Times New Roman"/>
              <a:sym typeface="Times New Roman"/>
            </a:endParaRPr>
          </a:p>
        </p:txBody>
      </p:sp>
      <p:pic>
        <p:nvPicPr>
          <p:cNvPr id="815" name="Google Shape;815;g3da1138a163_0_460"/>
          <p:cNvPicPr preferRelativeResize="0"/>
          <p:nvPr/>
        </p:nvPicPr>
        <p:blipFill rotWithShape="1">
          <a:blip r:embed="rId6">
            <a:alphaModFix/>
          </a:blip>
          <a:srcRect b="0" l="0" r="0" t="0"/>
          <a:stretch/>
        </p:blipFill>
        <p:spPr>
          <a:xfrm>
            <a:off x="10590875" y="6330524"/>
            <a:ext cx="1500023" cy="585000"/>
          </a:xfrm>
          <a:prstGeom prst="rect">
            <a:avLst/>
          </a:prstGeom>
          <a:noFill/>
          <a:ln>
            <a:noFill/>
          </a:ln>
        </p:spPr>
      </p:pic>
      <p:sp>
        <p:nvSpPr>
          <p:cNvPr id="816" name="Google Shape;816;g3da1138a163_0_460"/>
          <p:cNvSpPr txBox="1"/>
          <p:nvPr/>
        </p:nvSpPr>
        <p:spPr>
          <a:xfrm>
            <a:off x="-1" y="6234672"/>
            <a:ext cx="5981100" cy="6465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chemeClr val="dk1"/>
              </a:buClr>
              <a:buSzPts val="1800"/>
              <a:buFont typeface="Arial"/>
              <a:buNone/>
            </a:pPr>
            <a:r>
              <a:rPr b="0" i="0" lang="en-US" sz="1800" u="none" cap="none" strike="noStrike">
                <a:solidFill>
                  <a:schemeClr val="lt1"/>
                </a:solidFill>
                <a:latin typeface="Times New Roman"/>
                <a:ea typeface="Times New Roman"/>
                <a:cs typeface="Times New Roman"/>
                <a:sym typeface="Times New Roman"/>
              </a:rPr>
              <a:t>Machine Learning Professional</a:t>
            </a:r>
            <a:br>
              <a:rPr b="0" i="0" lang="en-US" sz="1800" u="none" cap="none" strike="noStrike">
                <a:solidFill>
                  <a:schemeClr val="lt1"/>
                </a:solidFill>
                <a:latin typeface="Times New Roman"/>
                <a:ea typeface="Times New Roman"/>
                <a:cs typeface="Times New Roman"/>
                <a:sym typeface="Times New Roman"/>
              </a:rPr>
            </a:br>
            <a:r>
              <a:rPr b="0" i="0" lang="en-US" sz="1800" u="none" cap="none" strike="noStrike">
                <a:solidFill>
                  <a:schemeClr val="lt1"/>
                </a:solidFill>
                <a:latin typeface="Times New Roman"/>
                <a:ea typeface="Times New Roman"/>
                <a:cs typeface="Times New Roman"/>
                <a:sym typeface="Times New Roman"/>
              </a:rPr>
              <a:t>Project Presentation</a:t>
            </a:r>
            <a:endParaRPr b="0" i="0" sz="1800" u="none" cap="none" strike="noStrike">
              <a:solidFill>
                <a:schemeClr val="lt1"/>
              </a:solidFill>
              <a:latin typeface="Times New Roman"/>
              <a:ea typeface="Times New Roman"/>
              <a:cs typeface="Times New Roman"/>
              <a:sym typeface="Times New Roman"/>
            </a:endParaRPr>
          </a:p>
        </p:txBody>
      </p:sp>
      <p:pic>
        <p:nvPicPr>
          <p:cNvPr id="817" name="Google Shape;817;g3da1138a163_0_460"/>
          <p:cNvPicPr preferRelativeResize="0"/>
          <p:nvPr/>
        </p:nvPicPr>
        <p:blipFill rotWithShape="1">
          <a:blip r:embed="rId6">
            <a:alphaModFix/>
          </a:blip>
          <a:srcRect b="0" l="0" r="0" t="0"/>
          <a:stretch/>
        </p:blipFill>
        <p:spPr>
          <a:xfrm>
            <a:off x="10590875" y="6330524"/>
            <a:ext cx="1500023" cy="585000"/>
          </a:xfrm>
          <a:prstGeom prst="rect">
            <a:avLst/>
          </a:prstGeom>
          <a:noFill/>
          <a:ln>
            <a:noFill/>
          </a:ln>
        </p:spPr>
      </p:pic>
      <p:sp>
        <p:nvSpPr>
          <p:cNvPr id="818" name="Google Shape;818;g3da1138a163_0_460"/>
          <p:cNvSpPr txBox="1"/>
          <p:nvPr/>
        </p:nvSpPr>
        <p:spPr>
          <a:xfrm>
            <a:off x="-1" y="6234672"/>
            <a:ext cx="5981100" cy="6465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chemeClr val="dk1"/>
              </a:buClr>
              <a:buSzPts val="1800"/>
              <a:buFont typeface="Arial"/>
              <a:buNone/>
            </a:pPr>
            <a:r>
              <a:rPr b="0" i="0" lang="en-US" sz="1800" u="none" cap="none" strike="noStrike">
                <a:solidFill>
                  <a:schemeClr val="lt1"/>
                </a:solidFill>
                <a:latin typeface="Times New Roman"/>
                <a:ea typeface="Times New Roman"/>
                <a:cs typeface="Times New Roman"/>
                <a:sym typeface="Times New Roman"/>
              </a:rPr>
              <a:t>Nanoelectronics - Seminar Presentation</a:t>
            </a:r>
            <a:br>
              <a:rPr b="0" i="0" lang="en-US" sz="1800" u="none" cap="none" strike="noStrike">
                <a:solidFill>
                  <a:schemeClr val="lt1"/>
                </a:solidFill>
                <a:latin typeface="Times New Roman"/>
                <a:ea typeface="Times New Roman"/>
                <a:cs typeface="Times New Roman"/>
                <a:sym typeface="Times New Roman"/>
              </a:rPr>
            </a:br>
            <a:r>
              <a:rPr b="0" i="0" lang="en-US" sz="1800" u="none" cap="none" strike="noStrike">
                <a:solidFill>
                  <a:schemeClr val="lt1"/>
                </a:solidFill>
                <a:latin typeface="Times New Roman"/>
                <a:ea typeface="Times New Roman"/>
                <a:cs typeface="Times New Roman"/>
                <a:sym typeface="Times New Roman"/>
              </a:rPr>
              <a:t>Ronit Dutta</a:t>
            </a:r>
            <a:endParaRPr b="0" i="0" sz="1800" u="none" cap="none" strike="noStrike">
              <a:solidFill>
                <a:schemeClr val="lt1"/>
              </a:solidFill>
              <a:latin typeface="Times New Roman"/>
              <a:ea typeface="Times New Roman"/>
              <a:cs typeface="Times New Roman"/>
              <a:sym typeface="Times New Roman"/>
            </a:endParaRPr>
          </a:p>
        </p:txBody>
      </p:sp>
      <p:pic>
        <p:nvPicPr>
          <p:cNvPr id="819" name="Google Shape;819;g3da1138a163_0_460"/>
          <p:cNvPicPr preferRelativeResize="0"/>
          <p:nvPr/>
        </p:nvPicPr>
        <p:blipFill rotWithShape="1">
          <a:blip r:embed="rId6">
            <a:alphaModFix/>
          </a:blip>
          <a:srcRect b="0" l="0" r="0" t="0"/>
          <a:stretch/>
        </p:blipFill>
        <p:spPr>
          <a:xfrm>
            <a:off x="10590875" y="6330524"/>
            <a:ext cx="1500023" cy="585000"/>
          </a:xfrm>
          <a:prstGeom prst="rect">
            <a:avLst/>
          </a:prstGeom>
          <a:noFill/>
          <a:ln>
            <a:noFill/>
          </a:ln>
        </p:spPr>
      </p:pic>
      <p:pic>
        <p:nvPicPr>
          <p:cNvPr id="820" name="Google Shape;820;g3da1138a163_0_460"/>
          <p:cNvPicPr preferRelativeResize="0"/>
          <p:nvPr/>
        </p:nvPicPr>
        <p:blipFill rotWithShape="1">
          <a:blip r:embed="rId9">
            <a:alphaModFix/>
          </a:blip>
          <a:srcRect b="0" l="0" r="0" t="0"/>
          <a:stretch/>
        </p:blipFill>
        <p:spPr>
          <a:xfrm>
            <a:off x="0" y="6234674"/>
            <a:ext cx="12192000" cy="1165875"/>
          </a:xfrm>
          <a:prstGeom prst="rect">
            <a:avLst/>
          </a:prstGeom>
          <a:noFill/>
          <a:ln>
            <a:noFill/>
          </a:ln>
        </p:spPr>
      </p:pic>
      <p:sp>
        <p:nvSpPr>
          <p:cNvPr id="821" name="Google Shape;821;g3da1138a163_0_460"/>
          <p:cNvSpPr txBox="1"/>
          <p:nvPr/>
        </p:nvSpPr>
        <p:spPr>
          <a:xfrm>
            <a:off x="-1" y="6310697"/>
            <a:ext cx="5981100" cy="6465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chemeClr val="dk1"/>
              </a:buClr>
              <a:buSzPts val="1800"/>
              <a:buFont typeface="Arial"/>
              <a:buNone/>
            </a:pPr>
            <a:r>
              <a:rPr lang="en-US" sz="1800">
                <a:solidFill>
                  <a:schemeClr val="lt1"/>
                </a:solidFill>
                <a:latin typeface="Times New Roman"/>
                <a:ea typeface="Times New Roman"/>
                <a:cs typeface="Times New Roman"/>
                <a:sym typeface="Times New Roman"/>
              </a:rPr>
              <a:t>Applied Mathematics for Engineering [MIDTERM PROJECT]</a:t>
            </a:r>
            <a:br>
              <a:rPr b="0" i="0" lang="en-US" sz="1800" u="none" cap="none" strike="noStrike">
                <a:solidFill>
                  <a:schemeClr val="lt1"/>
                </a:solidFill>
                <a:latin typeface="Times New Roman"/>
                <a:ea typeface="Times New Roman"/>
                <a:cs typeface="Times New Roman"/>
                <a:sym typeface="Times New Roman"/>
              </a:rPr>
            </a:br>
            <a:r>
              <a:rPr b="0" i="0" lang="en-US" sz="1800" u="none" cap="none" strike="noStrike">
                <a:solidFill>
                  <a:schemeClr val="lt1"/>
                </a:solidFill>
                <a:latin typeface="Times New Roman"/>
                <a:ea typeface="Times New Roman"/>
                <a:cs typeface="Times New Roman"/>
                <a:sym typeface="Times New Roman"/>
              </a:rPr>
              <a:t>Ronit Dutta</a:t>
            </a:r>
            <a:endParaRPr b="0" i="0" sz="1800" u="none" cap="none" strike="noStrike">
              <a:solidFill>
                <a:schemeClr val="lt1"/>
              </a:solidFill>
              <a:latin typeface="Times New Roman"/>
              <a:ea typeface="Times New Roman"/>
              <a:cs typeface="Times New Roman"/>
              <a:sym typeface="Times New Roman"/>
            </a:endParaRPr>
          </a:p>
        </p:txBody>
      </p:sp>
      <p:pic>
        <p:nvPicPr>
          <p:cNvPr id="822" name="Google Shape;822;g3da1138a163_0_460"/>
          <p:cNvPicPr preferRelativeResize="0"/>
          <p:nvPr/>
        </p:nvPicPr>
        <p:blipFill rotWithShape="1">
          <a:blip r:embed="rId6">
            <a:alphaModFix/>
          </a:blip>
          <a:srcRect b="0" l="0" r="0" t="0"/>
          <a:stretch/>
        </p:blipFill>
        <p:spPr>
          <a:xfrm>
            <a:off x="10579375" y="6341449"/>
            <a:ext cx="1500023" cy="585000"/>
          </a:xfrm>
          <a:prstGeom prst="rect">
            <a:avLst/>
          </a:prstGeom>
          <a:noFill/>
          <a:ln>
            <a:noFill/>
          </a:ln>
        </p:spPr>
      </p:pic>
      <p:pic>
        <p:nvPicPr>
          <p:cNvPr id="823" name="Google Shape;823;g3da1138a163_0_460"/>
          <p:cNvPicPr preferRelativeResize="0"/>
          <p:nvPr/>
        </p:nvPicPr>
        <p:blipFill rotWithShape="1">
          <a:blip r:embed="rId9">
            <a:alphaModFix/>
          </a:blip>
          <a:srcRect b="0" l="0" r="0" t="0"/>
          <a:stretch/>
        </p:blipFill>
        <p:spPr>
          <a:xfrm>
            <a:off x="0" y="6330524"/>
            <a:ext cx="12192000" cy="1165875"/>
          </a:xfrm>
          <a:prstGeom prst="rect">
            <a:avLst/>
          </a:prstGeom>
          <a:noFill/>
          <a:ln>
            <a:noFill/>
          </a:ln>
        </p:spPr>
      </p:pic>
      <p:sp>
        <p:nvSpPr>
          <p:cNvPr id="824" name="Google Shape;824;g3da1138a163_0_460"/>
          <p:cNvSpPr txBox="1"/>
          <p:nvPr/>
        </p:nvSpPr>
        <p:spPr>
          <a:xfrm>
            <a:off x="-1" y="6445547"/>
            <a:ext cx="5981100" cy="6465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chemeClr val="dk1"/>
              </a:buClr>
              <a:buSzPts val="1800"/>
              <a:buFont typeface="Arial"/>
              <a:buNone/>
            </a:pPr>
            <a:r>
              <a:rPr lang="en-US" sz="1800">
                <a:solidFill>
                  <a:schemeClr val="lt1"/>
                </a:solidFill>
                <a:latin typeface="Times New Roman"/>
                <a:ea typeface="Times New Roman"/>
                <a:cs typeface="Times New Roman"/>
                <a:sym typeface="Times New Roman"/>
              </a:rPr>
              <a:t>Applied Mathematics for Engineering [MIDTERM PROJECT]</a:t>
            </a:r>
            <a:br>
              <a:rPr b="0" i="0" lang="en-US" sz="1800" u="none" cap="none" strike="noStrike">
                <a:solidFill>
                  <a:schemeClr val="lt1"/>
                </a:solidFill>
                <a:latin typeface="Times New Roman"/>
                <a:ea typeface="Times New Roman"/>
                <a:cs typeface="Times New Roman"/>
                <a:sym typeface="Times New Roman"/>
              </a:rPr>
            </a:br>
            <a:r>
              <a:rPr b="0" i="0" lang="en-US" sz="1800" u="none" cap="none" strike="noStrike">
                <a:solidFill>
                  <a:schemeClr val="lt1"/>
                </a:solidFill>
                <a:latin typeface="Times New Roman"/>
                <a:ea typeface="Times New Roman"/>
                <a:cs typeface="Times New Roman"/>
                <a:sym typeface="Times New Roman"/>
              </a:rPr>
              <a:t>Ronit Dutta</a:t>
            </a:r>
            <a:endParaRPr b="0" i="0" sz="1800" u="none" cap="none" strike="noStrike">
              <a:solidFill>
                <a:schemeClr val="lt1"/>
              </a:solidFill>
              <a:latin typeface="Times New Roman"/>
              <a:ea typeface="Times New Roman"/>
              <a:cs typeface="Times New Roman"/>
              <a:sym typeface="Times New Roman"/>
            </a:endParaRPr>
          </a:p>
        </p:txBody>
      </p:sp>
      <p:pic>
        <p:nvPicPr>
          <p:cNvPr id="825" name="Google Shape;825;g3da1138a163_0_460"/>
          <p:cNvPicPr preferRelativeResize="0"/>
          <p:nvPr/>
        </p:nvPicPr>
        <p:blipFill rotWithShape="1">
          <a:blip r:embed="rId6">
            <a:alphaModFix/>
          </a:blip>
          <a:srcRect b="0" l="0" r="0" t="0"/>
          <a:stretch/>
        </p:blipFill>
        <p:spPr>
          <a:xfrm>
            <a:off x="10579375" y="6476299"/>
            <a:ext cx="1500023" cy="585000"/>
          </a:xfrm>
          <a:prstGeom prst="rect">
            <a:avLst/>
          </a:prstGeom>
          <a:noFill/>
          <a:ln>
            <a:noFill/>
          </a:ln>
        </p:spPr>
      </p:pic>
      <p:pic>
        <p:nvPicPr>
          <p:cNvPr id="826" name="Google Shape;826;g3da1138a163_0_460"/>
          <p:cNvPicPr preferRelativeResize="0"/>
          <p:nvPr/>
        </p:nvPicPr>
        <p:blipFill rotWithShape="1">
          <a:blip r:embed="rId4">
            <a:alphaModFix/>
          </a:blip>
          <a:srcRect b="0" l="0" r="0" t="0"/>
          <a:stretch/>
        </p:blipFill>
        <p:spPr>
          <a:xfrm>
            <a:off x="10590934" y="6330522"/>
            <a:ext cx="1499906" cy="585000"/>
          </a:xfrm>
          <a:prstGeom prst="rect">
            <a:avLst/>
          </a:prstGeom>
          <a:noFill/>
          <a:ln>
            <a:noFill/>
          </a:ln>
        </p:spPr>
      </p:pic>
      <p:sp>
        <p:nvSpPr>
          <p:cNvPr id="827" name="Google Shape;827;g3da1138a163_0_460"/>
          <p:cNvSpPr txBox="1"/>
          <p:nvPr/>
        </p:nvSpPr>
        <p:spPr>
          <a:xfrm>
            <a:off x="-1" y="6288587"/>
            <a:ext cx="5981100" cy="3693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chemeClr val="dk1"/>
              </a:buClr>
              <a:buSzPts val="1800"/>
              <a:buFont typeface="Arial"/>
              <a:buNone/>
            </a:pPr>
            <a:r>
              <a:rPr b="0" i="0" lang="en-US" sz="1800" u="none" cap="none" strike="noStrike">
                <a:solidFill>
                  <a:schemeClr val="lt1"/>
                </a:solidFill>
                <a:latin typeface="Times New Roman"/>
                <a:ea typeface="Times New Roman"/>
                <a:cs typeface="Times New Roman"/>
                <a:sym typeface="Times New Roman"/>
              </a:rPr>
              <a:t>Term Paper Presentation | Ronit Dutta</a:t>
            </a:r>
            <a:endParaRPr b="0" i="0" sz="1800" u="none" cap="none" strike="noStrike">
              <a:solidFill>
                <a:schemeClr val="lt1"/>
              </a:solidFill>
              <a:latin typeface="Times New Roman"/>
              <a:ea typeface="Times New Roman"/>
              <a:cs typeface="Times New Roman"/>
              <a:sym typeface="Times New Roman"/>
            </a:endParaRPr>
          </a:p>
        </p:txBody>
      </p:sp>
      <p:pic>
        <p:nvPicPr>
          <p:cNvPr id="828" name="Google Shape;828;g3da1138a163_0_460"/>
          <p:cNvPicPr preferRelativeResize="0"/>
          <p:nvPr/>
        </p:nvPicPr>
        <p:blipFill rotWithShape="1">
          <a:blip r:embed="rId4">
            <a:alphaModFix/>
          </a:blip>
          <a:srcRect b="0" l="0" r="0" t="0"/>
          <a:stretch/>
        </p:blipFill>
        <p:spPr>
          <a:xfrm>
            <a:off x="10590934" y="6330522"/>
            <a:ext cx="1499906" cy="585000"/>
          </a:xfrm>
          <a:prstGeom prst="rect">
            <a:avLst/>
          </a:prstGeom>
          <a:noFill/>
          <a:ln>
            <a:noFill/>
          </a:ln>
        </p:spPr>
      </p:pic>
      <p:sp>
        <p:nvSpPr>
          <p:cNvPr id="829" name="Google Shape;829;g3da1138a163_0_460"/>
          <p:cNvSpPr txBox="1"/>
          <p:nvPr/>
        </p:nvSpPr>
        <p:spPr>
          <a:xfrm>
            <a:off x="-1" y="6288587"/>
            <a:ext cx="5981100" cy="3693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chemeClr val="dk1"/>
              </a:buClr>
              <a:buSzPts val="1800"/>
              <a:buFont typeface="Arial"/>
              <a:buNone/>
            </a:pPr>
            <a:r>
              <a:rPr b="0" i="0" lang="en-US" sz="1800" u="none" cap="none" strike="noStrike">
                <a:solidFill>
                  <a:schemeClr val="lt1"/>
                </a:solidFill>
                <a:latin typeface="Times New Roman"/>
                <a:ea typeface="Times New Roman"/>
                <a:cs typeface="Times New Roman"/>
                <a:sym typeface="Times New Roman"/>
              </a:rPr>
              <a:t>Term Paper Presentation | Ronit Dutta</a:t>
            </a:r>
            <a:endParaRPr b="0" i="0" sz="1800" u="none" cap="none" strike="noStrike">
              <a:solidFill>
                <a:schemeClr val="lt1"/>
              </a:solidFill>
              <a:latin typeface="Times New Roman"/>
              <a:ea typeface="Times New Roman"/>
              <a:cs typeface="Times New Roman"/>
              <a:sym typeface="Times New Roman"/>
            </a:endParaRPr>
          </a:p>
        </p:txBody>
      </p:sp>
      <p:pic>
        <p:nvPicPr>
          <p:cNvPr id="830" name="Google Shape;830;g3da1138a163_0_460"/>
          <p:cNvPicPr preferRelativeResize="0"/>
          <p:nvPr/>
        </p:nvPicPr>
        <p:blipFill rotWithShape="1">
          <a:blip r:embed="rId4">
            <a:alphaModFix/>
          </a:blip>
          <a:srcRect b="0" l="0" r="0" t="0"/>
          <a:stretch/>
        </p:blipFill>
        <p:spPr>
          <a:xfrm>
            <a:off x="10590934" y="6330522"/>
            <a:ext cx="1499906" cy="585000"/>
          </a:xfrm>
          <a:prstGeom prst="rect">
            <a:avLst/>
          </a:prstGeom>
          <a:noFill/>
          <a:ln>
            <a:noFill/>
          </a:ln>
        </p:spPr>
      </p:pic>
      <p:sp>
        <p:nvSpPr>
          <p:cNvPr id="831" name="Google Shape;831;g3da1138a163_0_460"/>
          <p:cNvSpPr txBox="1"/>
          <p:nvPr/>
        </p:nvSpPr>
        <p:spPr>
          <a:xfrm>
            <a:off x="-1" y="6288587"/>
            <a:ext cx="5981100" cy="6465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chemeClr val="dk1"/>
              </a:buClr>
              <a:buSzPts val="1800"/>
              <a:buFont typeface="Arial"/>
              <a:buNone/>
            </a:pPr>
            <a:r>
              <a:rPr b="0" i="0" lang="en-US" sz="1800" u="none" cap="none" strike="noStrike">
                <a:solidFill>
                  <a:schemeClr val="lt1"/>
                </a:solidFill>
                <a:latin typeface="Times New Roman"/>
                <a:ea typeface="Times New Roman"/>
                <a:cs typeface="Times New Roman"/>
                <a:sym typeface="Times New Roman"/>
              </a:rPr>
              <a:t>Machine Learning Professional</a:t>
            </a:r>
            <a:br>
              <a:rPr b="0" i="0" lang="en-US" sz="1800" u="none" cap="none" strike="noStrike">
                <a:solidFill>
                  <a:schemeClr val="lt1"/>
                </a:solidFill>
                <a:latin typeface="Times New Roman"/>
                <a:ea typeface="Times New Roman"/>
                <a:cs typeface="Times New Roman"/>
                <a:sym typeface="Times New Roman"/>
              </a:rPr>
            </a:br>
            <a:r>
              <a:rPr b="0" i="0" lang="en-US" sz="1800" u="none" cap="none" strike="noStrike">
                <a:solidFill>
                  <a:schemeClr val="lt1"/>
                </a:solidFill>
                <a:latin typeface="Times New Roman"/>
                <a:ea typeface="Times New Roman"/>
                <a:cs typeface="Times New Roman"/>
                <a:sym typeface="Times New Roman"/>
              </a:rPr>
              <a:t>Project Presentation</a:t>
            </a:r>
            <a:endParaRPr b="0" i="0" sz="1800" u="none" cap="none" strike="noStrike">
              <a:solidFill>
                <a:schemeClr val="lt1"/>
              </a:solidFill>
              <a:latin typeface="Times New Roman"/>
              <a:ea typeface="Times New Roman"/>
              <a:cs typeface="Times New Roman"/>
              <a:sym typeface="Times New Roman"/>
            </a:endParaRPr>
          </a:p>
        </p:txBody>
      </p:sp>
      <p:pic>
        <p:nvPicPr>
          <p:cNvPr id="832" name="Google Shape;832;g3da1138a163_0_460"/>
          <p:cNvPicPr preferRelativeResize="0"/>
          <p:nvPr/>
        </p:nvPicPr>
        <p:blipFill rotWithShape="1">
          <a:blip r:embed="rId6">
            <a:alphaModFix/>
          </a:blip>
          <a:srcRect b="0" l="0" r="0" t="0"/>
          <a:stretch/>
        </p:blipFill>
        <p:spPr>
          <a:xfrm>
            <a:off x="10590875" y="6341462"/>
            <a:ext cx="1500023" cy="585000"/>
          </a:xfrm>
          <a:prstGeom prst="rect">
            <a:avLst/>
          </a:prstGeom>
          <a:noFill/>
          <a:ln>
            <a:noFill/>
          </a:ln>
        </p:spPr>
      </p:pic>
      <p:sp>
        <p:nvSpPr>
          <p:cNvPr id="833" name="Google Shape;833;g3da1138a163_0_460"/>
          <p:cNvSpPr txBox="1"/>
          <p:nvPr/>
        </p:nvSpPr>
        <p:spPr>
          <a:xfrm>
            <a:off x="-1" y="6288587"/>
            <a:ext cx="5981100" cy="6465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chemeClr val="dk1"/>
              </a:buClr>
              <a:buSzPts val="1800"/>
              <a:buFont typeface="Arial"/>
              <a:buNone/>
            </a:pPr>
            <a:r>
              <a:rPr b="0" i="0" lang="en-US" sz="1800" u="none" cap="none" strike="noStrike">
                <a:solidFill>
                  <a:schemeClr val="lt1"/>
                </a:solidFill>
                <a:latin typeface="Times New Roman"/>
                <a:ea typeface="Times New Roman"/>
                <a:cs typeface="Times New Roman"/>
                <a:sym typeface="Times New Roman"/>
              </a:rPr>
              <a:t>Machine Learning Professional</a:t>
            </a:r>
            <a:br>
              <a:rPr b="0" i="0" lang="en-US" sz="1800" u="none" cap="none" strike="noStrike">
                <a:solidFill>
                  <a:schemeClr val="lt1"/>
                </a:solidFill>
                <a:latin typeface="Times New Roman"/>
                <a:ea typeface="Times New Roman"/>
                <a:cs typeface="Times New Roman"/>
                <a:sym typeface="Times New Roman"/>
              </a:rPr>
            </a:br>
            <a:r>
              <a:rPr b="0" i="0" lang="en-US" sz="1800" u="none" cap="none" strike="noStrike">
                <a:solidFill>
                  <a:schemeClr val="lt1"/>
                </a:solidFill>
                <a:latin typeface="Times New Roman"/>
                <a:ea typeface="Times New Roman"/>
                <a:cs typeface="Times New Roman"/>
                <a:sym typeface="Times New Roman"/>
              </a:rPr>
              <a:t>Project Presentation</a:t>
            </a:r>
            <a:endParaRPr b="0" i="0" sz="1800" u="none" cap="none" strike="noStrike">
              <a:solidFill>
                <a:schemeClr val="lt1"/>
              </a:solidFill>
              <a:latin typeface="Times New Roman"/>
              <a:ea typeface="Times New Roman"/>
              <a:cs typeface="Times New Roman"/>
              <a:sym typeface="Times New Roman"/>
            </a:endParaRPr>
          </a:p>
        </p:txBody>
      </p:sp>
      <p:pic>
        <p:nvPicPr>
          <p:cNvPr id="834" name="Google Shape;834;g3da1138a163_0_460"/>
          <p:cNvPicPr preferRelativeResize="0"/>
          <p:nvPr/>
        </p:nvPicPr>
        <p:blipFill rotWithShape="1">
          <a:blip r:embed="rId6">
            <a:alphaModFix/>
          </a:blip>
          <a:srcRect b="0" l="0" r="0" t="0"/>
          <a:stretch/>
        </p:blipFill>
        <p:spPr>
          <a:xfrm>
            <a:off x="10590875" y="6330524"/>
            <a:ext cx="1500023" cy="585000"/>
          </a:xfrm>
          <a:prstGeom prst="rect">
            <a:avLst/>
          </a:prstGeom>
          <a:noFill/>
          <a:ln>
            <a:noFill/>
          </a:ln>
        </p:spPr>
      </p:pic>
      <p:sp>
        <p:nvSpPr>
          <p:cNvPr id="835" name="Google Shape;835;g3da1138a163_0_460"/>
          <p:cNvSpPr txBox="1"/>
          <p:nvPr/>
        </p:nvSpPr>
        <p:spPr>
          <a:xfrm>
            <a:off x="-1" y="6234672"/>
            <a:ext cx="5981100" cy="6465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chemeClr val="dk1"/>
              </a:buClr>
              <a:buSzPts val="1800"/>
              <a:buFont typeface="Arial"/>
              <a:buNone/>
            </a:pPr>
            <a:r>
              <a:rPr b="0" i="0" lang="en-US" sz="1800" u="none" cap="none" strike="noStrike">
                <a:solidFill>
                  <a:schemeClr val="lt1"/>
                </a:solidFill>
                <a:latin typeface="Times New Roman"/>
                <a:ea typeface="Times New Roman"/>
                <a:cs typeface="Times New Roman"/>
                <a:sym typeface="Times New Roman"/>
              </a:rPr>
              <a:t>Machine Learning Professional</a:t>
            </a:r>
            <a:br>
              <a:rPr b="0" i="0" lang="en-US" sz="1800" u="none" cap="none" strike="noStrike">
                <a:solidFill>
                  <a:schemeClr val="lt1"/>
                </a:solidFill>
                <a:latin typeface="Times New Roman"/>
                <a:ea typeface="Times New Roman"/>
                <a:cs typeface="Times New Roman"/>
                <a:sym typeface="Times New Roman"/>
              </a:rPr>
            </a:br>
            <a:r>
              <a:rPr b="0" i="0" lang="en-US" sz="1800" u="none" cap="none" strike="noStrike">
                <a:solidFill>
                  <a:schemeClr val="lt1"/>
                </a:solidFill>
                <a:latin typeface="Times New Roman"/>
                <a:ea typeface="Times New Roman"/>
                <a:cs typeface="Times New Roman"/>
                <a:sym typeface="Times New Roman"/>
              </a:rPr>
              <a:t>Project Presentation</a:t>
            </a:r>
            <a:endParaRPr b="0" i="0" sz="1800" u="none" cap="none" strike="noStrike">
              <a:solidFill>
                <a:schemeClr val="lt1"/>
              </a:solidFill>
              <a:latin typeface="Times New Roman"/>
              <a:ea typeface="Times New Roman"/>
              <a:cs typeface="Times New Roman"/>
              <a:sym typeface="Times New Roman"/>
            </a:endParaRPr>
          </a:p>
        </p:txBody>
      </p:sp>
      <p:pic>
        <p:nvPicPr>
          <p:cNvPr id="836" name="Google Shape;836;g3da1138a163_0_460"/>
          <p:cNvPicPr preferRelativeResize="0"/>
          <p:nvPr/>
        </p:nvPicPr>
        <p:blipFill rotWithShape="1">
          <a:blip r:embed="rId6">
            <a:alphaModFix/>
          </a:blip>
          <a:srcRect b="0" l="0" r="0" t="0"/>
          <a:stretch/>
        </p:blipFill>
        <p:spPr>
          <a:xfrm>
            <a:off x="10590875" y="6330524"/>
            <a:ext cx="1500023" cy="585000"/>
          </a:xfrm>
          <a:prstGeom prst="rect">
            <a:avLst/>
          </a:prstGeom>
          <a:noFill/>
          <a:ln>
            <a:noFill/>
          </a:ln>
        </p:spPr>
      </p:pic>
      <p:sp>
        <p:nvSpPr>
          <p:cNvPr id="837" name="Google Shape;837;g3da1138a163_0_460"/>
          <p:cNvSpPr txBox="1"/>
          <p:nvPr/>
        </p:nvSpPr>
        <p:spPr>
          <a:xfrm>
            <a:off x="-1" y="6234672"/>
            <a:ext cx="5981100" cy="6465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chemeClr val="dk1"/>
              </a:buClr>
              <a:buSzPts val="1800"/>
              <a:buFont typeface="Arial"/>
              <a:buNone/>
            </a:pPr>
            <a:r>
              <a:rPr b="0" i="0" lang="en-US" sz="1800" u="none" cap="none" strike="noStrike">
                <a:solidFill>
                  <a:schemeClr val="lt1"/>
                </a:solidFill>
                <a:latin typeface="Times New Roman"/>
                <a:ea typeface="Times New Roman"/>
                <a:cs typeface="Times New Roman"/>
                <a:sym typeface="Times New Roman"/>
              </a:rPr>
              <a:t>Machine Learning Professional</a:t>
            </a:r>
            <a:br>
              <a:rPr b="0" i="0" lang="en-US" sz="1800" u="none" cap="none" strike="noStrike">
                <a:solidFill>
                  <a:schemeClr val="lt1"/>
                </a:solidFill>
                <a:latin typeface="Times New Roman"/>
                <a:ea typeface="Times New Roman"/>
                <a:cs typeface="Times New Roman"/>
                <a:sym typeface="Times New Roman"/>
              </a:rPr>
            </a:br>
            <a:r>
              <a:rPr b="0" i="0" lang="en-US" sz="1800" u="none" cap="none" strike="noStrike">
                <a:solidFill>
                  <a:schemeClr val="lt1"/>
                </a:solidFill>
                <a:latin typeface="Times New Roman"/>
                <a:ea typeface="Times New Roman"/>
                <a:cs typeface="Times New Roman"/>
                <a:sym typeface="Times New Roman"/>
              </a:rPr>
              <a:t>Project Presentation</a:t>
            </a:r>
            <a:endParaRPr b="0" i="0" sz="1800" u="none" cap="none" strike="noStrike">
              <a:solidFill>
                <a:schemeClr val="lt1"/>
              </a:solidFill>
              <a:latin typeface="Times New Roman"/>
              <a:ea typeface="Times New Roman"/>
              <a:cs typeface="Times New Roman"/>
              <a:sym typeface="Times New Roman"/>
            </a:endParaRPr>
          </a:p>
        </p:txBody>
      </p:sp>
      <p:pic>
        <p:nvPicPr>
          <p:cNvPr id="838" name="Google Shape;838;g3da1138a163_0_460"/>
          <p:cNvPicPr preferRelativeResize="0"/>
          <p:nvPr/>
        </p:nvPicPr>
        <p:blipFill rotWithShape="1">
          <a:blip r:embed="rId6">
            <a:alphaModFix/>
          </a:blip>
          <a:srcRect b="0" l="0" r="0" t="0"/>
          <a:stretch/>
        </p:blipFill>
        <p:spPr>
          <a:xfrm>
            <a:off x="10590875" y="6330524"/>
            <a:ext cx="1500023" cy="585000"/>
          </a:xfrm>
          <a:prstGeom prst="rect">
            <a:avLst/>
          </a:prstGeom>
          <a:noFill/>
          <a:ln>
            <a:noFill/>
          </a:ln>
        </p:spPr>
      </p:pic>
      <p:sp>
        <p:nvSpPr>
          <p:cNvPr id="839" name="Google Shape;839;g3da1138a163_0_460"/>
          <p:cNvSpPr txBox="1"/>
          <p:nvPr/>
        </p:nvSpPr>
        <p:spPr>
          <a:xfrm>
            <a:off x="-1" y="6234672"/>
            <a:ext cx="5981100" cy="6465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chemeClr val="dk1"/>
              </a:buClr>
              <a:buSzPts val="1800"/>
              <a:buFont typeface="Arial"/>
              <a:buNone/>
            </a:pPr>
            <a:r>
              <a:rPr b="0" i="0" lang="en-US" sz="1800" u="none" cap="none" strike="noStrike">
                <a:solidFill>
                  <a:schemeClr val="lt1"/>
                </a:solidFill>
                <a:latin typeface="Times New Roman"/>
                <a:ea typeface="Times New Roman"/>
                <a:cs typeface="Times New Roman"/>
                <a:sym typeface="Times New Roman"/>
              </a:rPr>
              <a:t>Nanoelectronics - Seminar Presentation</a:t>
            </a:r>
            <a:br>
              <a:rPr b="0" i="0" lang="en-US" sz="1800" u="none" cap="none" strike="noStrike">
                <a:solidFill>
                  <a:schemeClr val="lt1"/>
                </a:solidFill>
                <a:latin typeface="Times New Roman"/>
                <a:ea typeface="Times New Roman"/>
                <a:cs typeface="Times New Roman"/>
                <a:sym typeface="Times New Roman"/>
              </a:rPr>
            </a:br>
            <a:r>
              <a:rPr b="0" i="0" lang="en-US" sz="1800" u="none" cap="none" strike="noStrike">
                <a:solidFill>
                  <a:schemeClr val="lt1"/>
                </a:solidFill>
                <a:latin typeface="Times New Roman"/>
                <a:ea typeface="Times New Roman"/>
                <a:cs typeface="Times New Roman"/>
                <a:sym typeface="Times New Roman"/>
              </a:rPr>
              <a:t>Ronit Dutta</a:t>
            </a:r>
            <a:endParaRPr b="0" i="0" sz="1800" u="none" cap="none" strike="noStrike">
              <a:solidFill>
                <a:schemeClr val="lt1"/>
              </a:solidFill>
              <a:latin typeface="Times New Roman"/>
              <a:ea typeface="Times New Roman"/>
              <a:cs typeface="Times New Roman"/>
              <a:sym typeface="Times New Roman"/>
            </a:endParaRPr>
          </a:p>
        </p:txBody>
      </p:sp>
      <p:pic>
        <p:nvPicPr>
          <p:cNvPr id="840" name="Google Shape;840;g3da1138a163_0_460"/>
          <p:cNvPicPr preferRelativeResize="0"/>
          <p:nvPr/>
        </p:nvPicPr>
        <p:blipFill rotWithShape="1">
          <a:blip r:embed="rId6">
            <a:alphaModFix/>
          </a:blip>
          <a:srcRect b="0" l="0" r="0" t="0"/>
          <a:stretch/>
        </p:blipFill>
        <p:spPr>
          <a:xfrm>
            <a:off x="10590875" y="6330524"/>
            <a:ext cx="1500023" cy="585000"/>
          </a:xfrm>
          <a:prstGeom prst="rect">
            <a:avLst/>
          </a:prstGeom>
          <a:noFill/>
          <a:ln>
            <a:noFill/>
          </a:ln>
        </p:spPr>
      </p:pic>
      <p:pic>
        <p:nvPicPr>
          <p:cNvPr id="841" name="Google Shape;841;g3da1138a163_0_460"/>
          <p:cNvPicPr preferRelativeResize="0"/>
          <p:nvPr/>
        </p:nvPicPr>
        <p:blipFill rotWithShape="1">
          <a:blip r:embed="rId4">
            <a:alphaModFix/>
          </a:blip>
          <a:srcRect b="0" l="0" r="0" t="0"/>
          <a:stretch/>
        </p:blipFill>
        <p:spPr>
          <a:xfrm>
            <a:off x="10590934" y="6330522"/>
            <a:ext cx="1499906" cy="585000"/>
          </a:xfrm>
          <a:prstGeom prst="rect">
            <a:avLst/>
          </a:prstGeom>
          <a:noFill/>
          <a:ln>
            <a:noFill/>
          </a:ln>
        </p:spPr>
      </p:pic>
      <p:sp>
        <p:nvSpPr>
          <p:cNvPr id="842" name="Google Shape;842;g3da1138a163_0_460"/>
          <p:cNvSpPr txBox="1"/>
          <p:nvPr/>
        </p:nvSpPr>
        <p:spPr>
          <a:xfrm>
            <a:off x="-1" y="6288587"/>
            <a:ext cx="5981100" cy="3693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chemeClr val="dk1"/>
              </a:buClr>
              <a:buSzPts val="1800"/>
              <a:buFont typeface="Arial"/>
              <a:buNone/>
            </a:pPr>
            <a:r>
              <a:rPr b="0" i="0" lang="en-US" sz="1800" u="none" cap="none" strike="noStrike">
                <a:solidFill>
                  <a:schemeClr val="lt1"/>
                </a:solidFill>
                <a:latin typeface="Times New Roman"/>
                <a:ea typeface="Times New Roman"/>
                <a:cs typeface="Times New Roman"/>
                <a:sym typeface="Times New Roman"/>
              </a:rPr>
              <a:t>Term Paper Presentation | Ronit Dutta</a:t>
            </a:r>
            <a:endParaRPr b="0" i="0" sz="1800" u="none" cap="none" strike="noStrike">
              <a:solidFill>
                <a:schemeClr val="lt1"/>
              </a:solidFill>
              <a:latin typeface="Times New Roman"/>
              <a:ea typeface="Times New Roman"/>
              <a:cs typeface="Times New Roman"/>
              <a:sym typeface="Times New Roman"/>
            </a:endParaRPr>
          </a:p>
        </p:txBody>
      </p:sp>
      <p:pic>
        <p:nvPicPr>
          <p:cNvPr id="843" name="Google Shape;843;g3da1138a163_0_460"/>
          <p:cNvPicPr preferRelativeResize="0"/>
          <p:nvPr/>
        </p:nvPicPr>
        <p:blipFill rotWithShape="1">
          <a:blip r:embed="rId4">
            <a:alphaModFix/>
          </a:blip>
          <a:srcRect b="0" l="0" r="0" t="0"/>
          <a:stretch/>
        </p:blipFill>
        <p:spPr>
          <a:xfrm>
            <a:off x="10590934" y="6330522"/>
            <a:ext cx="1499906" cy="585000"/>
          </a:xfrm>
          <a:prstGeom prst="rect">
            <a:avLst/>
          </a:prstGeom>
          <a:noFill/>
          <a:ln>
            <a:noFill/>
          </a:ln>
        </p:spPr>
      </p:pic>
      <p:sp>
        <p:nvSpPr>
          <p:cNvPr id="844" name="Google Shape;844;g3da1138a163_0_460"/>
          <p:cNvSpPr txBox="1"/>
          <p:nvPr/>
        </p:nvSpPr>
        <p:spPr>
          <a:xfrm>
            <a:off x="-1" y="6288587"/>
            <a:ext cx="5981100" cy="3693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chemeClr val="dk1"/>
              </a:buClr>
              <a:buSzPts val="1800"/>
              <a:buFont typeface="Arial"/>
              <a:buNone/>
            </a:pPr>
            <a:r>
              <a:rPr b="0" i="0" lang="en-US" sz="1800" u="none" cap="none" strike="noStrike">
                <a:solidFill>
                  <a:schemeClr val="lt1"/>
                </a:solidFill>
                <a:latin typeface="Times New Roman"/>
                <a:ea typeface="Times New Roman"/>
                <a:cs typeface="Times New Roman"/>
                <a:sym typeface="Times New Roman"/>
              </a:rPr>
              <a:t>Term Paper Presentation | Ronit Dutta</a:t>
            </a:r>
            <a:endParaRPr b="0" i="0" sz="1800" u="none" cap="none" strike="noStrike">
              <a:solidFill>
                <a:schemeClr val="lt1"/>
              </a:solidFill>
              <a:latin typeface="Times New Roman"/>
              <a:ea typeface="Times New Roman"/>
              <a:cs typeface="Times New Roman"/>
              <a:sym typeface="Times New Roman"/>
            </a:endParaRPr>
          </a:p>
        </p:txBody>
      </p:sp>
      <p:pic>
        <p:nvPicPr>
          <p:cNvPr id="845" name="Google Shape;845;g3da1138a163_0_460"/>
          <p:cNvPicPr preferRelativeResize="0"/>
          <p:nvPr/>
        </p:nvPicPr>
        <p:blipFill rotWithShape="1">
          <a:blip r:embed="rId4">
            <a:alphaModFix/>
          </a:blip>
          <a:srcRect b="0" l="0" r="0" t="0"/>
          <a:stretch/>
        </p:blipFill>
        <p:spPr>
          <a:xfrm>
            <a:off x="10590934" y="6330522"/>
            <a:ext cx="1499906" cy="585000"/>
          </a:xfrm>
          <a:prstGeom prst="rect">
            <a:avLst/>
          </a:prstGeom>
          <a:noFill/>
          <a:ln>
            <a:noFill/>
          </a:ln>
        </p:spPr>
      </p:pic>
      <p:sp>
        <p:nvSpPr>
          <p:cNvPr id="846" name="Google Shape;846;g3da1138a163_0_460"/>
          <p:cNvSpPr txBox="1"/>
          <p:nvPr/>
        </p:nvSpPr>
        <p:spPr>
          <a:xfrm>
            <a:off x="-1" y="6288587"/>
            <a:ext cx="5981100" cy="6465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chemeClr val="dk1"/>
              </a:buClr>
              <a:buSzPts val="1800"/>
              <a:buFont typeface="Arial"/>
              <a:buNone/>
            </a:pPr>
            <a:r>
              <a:rPr b="0" i="0" lang="en-US" sz="1800" u="none" cap="none" strike="noStrike">
                <a:solidFill>
                  <a:schemeClr val="lt1"/>
                </a:solidFill>
                <a:latin typeface="Times New Roman"/>
                <a:ea typeface="Times New Roman"/>
                <a:cs typeface="Times New Roman"/>
                <a:sym typeface="Times New Roman"/>
              </a:rPr>
              <a:t>Machine Learning Professional</a:t>
            </a:r>
            <a:br>
              <a:rPr b="0" i="0" lang="en-US" sz="1800" u="none" cap="none" strike="noStrike">
                <a:solidFill>
                  <a:schemeClr val="lt1"/>
                </a:solidFill>
                <a:latin typeface="Times New Roman"/>
                <a:ea typeface="Times New Roman"/>
                <a:cs typeface="Times New Roman"/>
                <a:sym typeface="Times New Roman"/>
              </a:rPr>
            </a:br>
            <a:r>
              <a:rPr b="0" i="0" lang="en-US" sz="1800" u="none" cap="none" strike="noStrike">
                <a:solidFill>
                  <a:schemeClr val="lt1"/>
                </a:solidFill>
                <a:latin typeface="Times New Roman"/>
                <a:ea typeface="Times New Roman"/>
                <a:cs typeface="Times New Roman"/>
                <a:sym typeface="Times New Roman"/>
              </a:rPr>
              <a:t>Project Presentation</a:t>
            </a:r>
            <a:endParaRPr b="0" i="0" sz="1800" u="none" cap="none" strike="noStrike">
              <a:solidFill>
                <a:schemeClr val="lt1"/>
              </a:solidFill>
              <a:latin typeface="Times New Roman"/>
              <a:ea typeface="Times New Roman"/>
              <a:cs typeface="Times New Roman"/>
              <a:sym typeface="Times New Roman"/>
            </a:endParaRPr>
          </a:p>
        </p:txBody>
      </p:sp>
      <p:pic>
        <p:nvPicPr>
          <p:cNvPr id="847" name="Google Shape;847;g3da1138a163_0_460"/>
          <p:cNvPicPr preferRelativeResize="0"/>
          <p:nvPr/>
        </p:nvPicPr>
        <p:blipFill rotWithShape="1">
          <a:blip r:embed="rId6">
            <a:alphaModFix/>
          </a:blip>
          <a:srcRect b="0" l="0" r="0" t="0"/>
          <a:stretch/>
        </p:blipFill>
        <p:spPr>
          <a:xfrm>
            <a:off x="10590875" y="6341462"/>
            <a:ext cx="1500023" cy="585000"/>
          </a:xfrm>
          <a:prstGeom prst="rect">
            <a:avLst/>
          </a:prstGeom>
          <a:noFill/>
          <a:ln>
            <a:noFill/>
          </a:ln>
        </p:spPr>
      </p:pic>
      <p:sp>
        <p:nvSpPr>
          <p:cNvPr id="848" name="Google Shape;848;g3da1138a163_0_460"/>
          <p:cNvSpPr txBox="1"/>
          <p:nvPr/>
        </p:nvSpPr>
        <p:spPr>
          <a:xfrm>
            <a:off x="-1" y="6288587"/>
            <a:ext cx="5981100" cy="6465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chemeClr val="dk1"/>
              </a:buClr>
              <a:buSzPts val="1800"/>
              <a:buFont typeface="Arial"/>
              <a:buNone/>
            </a:pPr>
            <a:r>
              <a:rPr b="0" i="0" lang="en-US" sz="1800" u="none" cap="none" strike="noStrike">
                <a:solidFill>
                  <a:schemeClr val="lt1"/>
                </a:solidFill>
                <a:latin typeface="Times New Roman"/>
                <a:ea typeface="Times New Roman"/>
                <a:cs typeface="Times New Roman"/>
                <a:sym typeface="Times New Roman"/>
              </a:rPr>
              <a:t>Machine Learning Professional</a:t>
            </a:r>
            <a:br>
              <a:rPr b="0" i="0" lang="en-US" sz="1800" u="none" cap="none" strike="noStrike">
                <a:solidFill>
                  <a:schemeClr val="lt1"/>
                </a:solidFill>
                <a:latin typeface="Times New Roman"/>
                <a:ea typeface="Times New Roman"/>
                <a:cs typeface="Times New Roman"/>
                <a:sym typeface="Times New Roman"/>
              </a:rPr>
            </a:br>
            <a:r>
              <a:rPr b="0" i="0" lang="en-US" sz="1800" u="none" cap="none" strike="noStrike">
                <a:solidFill>
                  <a:schemeClr val="lt1"/>
                </a:solidFill>
                <a:latin typeface="Times New Roman"/>
                <a:ea typeface="Times New Roman"/>
                <a:cs typeface="Times New Roman"/>
                <a:sym typeface="Times New Roman"/>
              </a:rPr>
              <a:t>Project Presentation</a:t>
            </a:r>
            <a:endParaRPr b="0" i="0" sz="1800" u="none" cap="none" strike="noStrike">
              <a:solidFill>
                <a:schemeClr val="lt1"/>
              </a:solidFill>
              <a:latin typeface="Times New Roman"/>
              <a:ea typeface="Times New Roman"/>
              <a:cs typeface="Times New Roman"/>
              <a:sym typeface="Times New Roman"/>
            </a:endParaRPr>
          </a:p>
        </p:txBody>
      </p:sp>
      <p:pic>
        <p:nvPicPr>
          <p:cNvPr id="849" name="Google Shape;849;g3da1138a163_0_460"/>
          <p:cNvPicPr preferRelativeResize="0"/>
          <p:nvPr/>
        </p:nvPicPr>
        <p:blipFill rotWithShape="1">
          <a:blip r:embed="rId6">
            <a:alphaModFix/>
          </a:blip>
          <a:srcRect b="0" l="0" r="0" t="0"/>
          <a:stretch/>
        </p:blipFill>
        <p:spPr>
          <a:xfrm>
            <a:off x="10590875" y="6330524"/>
            <a:ext cx="1500023" cy="585000"/>
          </a:xfrm>
          <a:prstGeom prst="rect">
            <a:avLst/>
          </a:prstGeom>
          <a:noFill/>
          <a:ln>
            <a:noFill/>
          </a:ln>
        </p:spPr>
      </p:pic>
      <p:sp>
        <p:nvSpPr>
          <p:cNvPr id="850" name="Google Shape;850;g3da1138a163_0_460"/>
          <p:cNvSpPr txBox="1"/>
          <p:nvPr/>
        </p:nvSpPr>
        <p:spPr>
          <a:xfrm>
            <a:off x="-1" y="6234672"/>
            <a:ext cx="5981100" cy="6465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chemeClr val="dk1"/>
              </a:buClr>
              <a:buSzPts val="1800"/>
              <a:buFont typeface="Arial"/>
              <a:buNone/>
            </a:pPr>
            <a:r>
              <a:rPr b="0" i="0" lang="en-US" sz="1800" u="none" cap="none" strike="noStrike">
                <a:solidFill>
                  <a:schemeClr val="lt1"/>
                </a:solidFill>
                <a:latin typeface="Times New Roman"/>
                <a:ea typeface="Times New Roman"/>
                <a:cs typeface="Times New Roman"/>
                <a:sym typeface="Times New Roman"/>
              </a:rPr>
              <a:t>Machine Learning Professional</a:t>
            </a:r>
            <a:br>
              <a:rPr b="0" i="0" lang="en-US" sz="1800" u="none" cap="none" strike="noStrike">
                <a:solidFill>
                  <a:schemeClr val="lt1"/>
                </a:solidFill>
                <a:latin typeface="Times New Roman"/>
                <a:ea typeface="Times New Roman"/>
                <a:cs typeface="Times New Roman"/>
                <a:sym typeface="Times New Roman"/>
              </a:rPr>
            </a:br>
            <a:r>
              <a:rPr b="0" i="0" lang="en-US" sz="1800" u="none" cap="none" strike="noStrike">
                <a:solidFill>
                  <a:schemeClr val="lt1"/>
                </a:solidFill>
                <a:latin typeface="Times New Roman"/>
                <a:ea typeface="Times New Roman"/>
                <a:cs typeface="Times New Roman"/>
                <a:sym typeface="Times New Roman"/>
              </a:rPr>
              <a:t>Project Presentation</a:t>
            </a:r>
            <a:endParaRPr b="0" i="0" sz="1800" u="none" cap="none" strike="noStrike">
              <a:solidFill>
                <a:schemeClr val="lt1"/>
              </a:solidFill>
              <a:latin typeface="Times New Roman"/>
              <a:ea typeface="Times New Roman"/>
              <a:cs typeface="Times New Roman"/>
              <a:sym typeface="Times New Roman"/>
            </a:endParaRPr>
          </a:p>
        </p:txBody>
      </p:sp>
      <p:pic>
        <p:nvPicPr>
          <p:cNvPr id="851" name="Google Shape;851;g3da1138a163_0_460"/>
          <p:cNvPicPr preferRelativeResize="0"/>
          <p:nvPr/>
        </p:nvPicPr>
        <p:blipFill rotWithShape="1">
          <a:blip r:embed="rId6">
            <a:alphaModFix/>
          </a:blip>
          <a:srcRect b="0" l="0" r="0" t="0"/>
          <a:stretch/>
        </p:blipFill>
        <p:spPr>
          <a:xfrm>
            <a:off x="10590875" y="6330524"/>
            <a:ext cx="1500023" cy="585000"/>
          </a:xfrm>
          <a:prstGeom prst="rect">
            <a:avLst/>
          </a:prstGeom>
          <a:noFill/>
          <a:ln>
            <a:noFill/>
          </a:ln>
        </p:spPr>
      </p:pic>
      <p:sp>
        <p:nvSpPr>
          <p:cNvPr id="852" name="Google Shape;852;g3da1138a163_0_460"/>
          <p:cNvSpPr txBox="1"/>
          <p:nvPr/>
        </p:nvSpPr>
        <p:spPr>
          <a:xfrm>
            <a:off x="-1" y="6234672"/>
            <a:ext cx="5981100" cy="6465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chemeClr val="dk1"/>
              </a:buClr>
              <a:buSzPts val="1800"/>
              <a:buFont typeface="Arial"/>
              <a:buNone/>
            </a:pPr>
            <a:r>
              <a:rPr b="0" i="0" lang="en-US" sz="1800" u="none" cap="none" strike="noStrike">
                <a:solidFill>
                  <a:schemeClr val="lt1"/>
                </a:solidFill>
                <a:latin typeface="Times New Roman"/>
                <a:ea typeface="Times New Roman"/>
                <a:cs typeface="Times New Roman"/>
                <a:sym typeface="Times New Roman"/>
              </a:rPr>
              <a:t>Machine Learning Professional</a:t>
            </a:r>
            <a:br>
              <a:rPr b="0" i="0" lang="en-US" sz="1800" u="none" cap="none" strike="noStrike">
                <a:solidFill>
                  <a:schemeClr val="lt1"/>
                </a:solidFill>
                <a:latin typeface="Times New Roman"/>
                <a:ea typeface="Times New Roman"/>
                <a:cs typeface="Times New Roman"/>
                <a:sym typeface="Times New Roman"/>
              </a:rPr>
            </a:br>
            <a:r>
              <a:rPr b="0" i="0" lang="en-US" sz="1800" u="none" cap="none" strike="noStrike">
                <a:solidFill>
                  <a:schemeClr val="lt1"/>
                </a:solidFill>
                <a:latin typeface="Times New Roman"/>
                <a:ea typeface="Times New Roman"/>
                <a:cs typeface="Times New Roman"/>
                <a:sym typeface="Times New Roman"/>
              </a:rPr>
              <a:t>Project Presentation</a:t>
            </a:r>
            <a:endParaRPr b="0" i="0" sz="1800" u="none" cap="none" strike="noStrike">
              <a:solidFill>
                <a:schemeClr val="lt1"/>
              </a:solidFill>
              <a:latin typeface="Times New Roman"/>
              <a:ea typeface="Times New Roman"/>
              <a:cs typeface="Times New Roman"/>
              <a:sym typeface="Times New Roman"/>
            </a:endParaRPr>
          </a:p>
        </p:txBody>
      </p:sp>
      <p:pic>
        <p:nvPicPr>
          <p:cNvPr id="853" name="Google Shape;853;g3da1138a163_0_460"/>
          <p:cNvPicPr preferRelativeResize="0"/>
          <p:nvPr/>
        </p:nvPicPr>
        <p:blipFill rotWithShape="1">
          <a:blip r:embed="rId6">
            <a:alphaModFix/>
          </a:blip>
          <a:srcRect b="0" l="0" r="0" t="0"/>
          <a:stretch/>
        </p:blipFill>
        <p:spPr>
          <a:xfrm>
            <a:off x="10590875" y="6330524"/>
            <a:ext cx="1500023" cy="585000"/>
          </a:xfrm>
          <a:prstGeom prst="rect">
            <a:avLst/>
          </a:prstGeom>
          <a:noFill/>
          <a:ln>
            <a:noFill/>
          </a:ln>
        </p:spPr>
      </p:pic>
      <p:sp>
        <p:nvSpPr>
          <p:cNvPr id="854" name="Google Shape;854;g3da1138a163_0_460"/>
          <p:cNvSpPr txBox="1"/>
          <p:nvPr/>
        </p:nvSpPr>
        <p:spPr>
          <a:xfrm>
            <a:off x="-1" y="6234672"/>
            <a:ext cx="5981100" cy="6465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chemeClr val="dk1"/>
              </a:buClr>
              <a:buSzPts val="1800"/>
              <a:buFont typeface="Arial"/>
              <a:buNone/>
            </a:pPr>
            <a:r>
              <a:rPr b="0" i="0" lang="en-US" sz="1800" u="none" cap="none" strike="noStrike">
                <a:solidFill>
                  <a:schemeClr val="lt1"/>
                </a:solidFill>
                <a:latin typeface="Times New Roman"/>
                <a:ea typeface="Times New Roman"/>
                <a:cs typeface="Times New Roman"/>
                <a:sym typeface="Times New Roman"/>
              </a:rPr>
              <a:t>Nanoelectronics - Seminar Presentation</a:t>
            </a:r>
            <a:br>
              <a:rPr b="0" i="0" lang="en-US" sz="1800" u="none" cap="none" strike="noStrike">
                <a:solidFill>
                  <a:schemeClr val="lt1"/>
                </a:solidFill>
                <a:latin typeface="Times New Roman"/>
                <a:ea typeface="Times New Roman"/>
                <a:cs typeface="Times New Roman"/>
                <a:sym typeface="Times New Roman"/>
              </a:rPr>
            </a:br>
            <a:r>
              <a:rPr b="0" i="0" lang="en-US" sz="1800" u="none" cap="none" strike="noStrike">
                <a:solidFill>
                  <a:schemeClr val="lt1"/>
                </a:solidFill>
                <a:latin typeface="Times New Roman"/>
                <a:ea typeface="Times New Roman"/>
                <a:cs typeface="Times New Roman"/>
                <a:sym typeface="Times New Roman"/>
              </a:rPr>
              <a:t>Ronit Dutta</a:t>
            </a:r>
            <a:endParaRPr b="0" i="0" sz="1800" u="none" cap="none" strike="noStrike">
              <a:solidFill>
                <a:schemeClr val="lt1"/>
              </a:solidFill>
              <a:latin typeface="Times New Roman"/>
              <a:ea typeface="Times New Roman"/>
              <a:cs typeface="Times New Roman"/>
              <a:sym typeface="Times New Roman"/>
            </a:endParaRPr>
          </a:p>
        </p:txBody>
      </p:sp>
      <p:pic>
        <p:nvPicPr>
          <p:cNvPr id="855" name="Google Shape;855;g3da1138a163_0_460"/>
          <p:cNvPicPr preferRelativeResize="0"/>
          <p:nvPr/>
        </p:nvPicPr>
        <p:blipFill rotWithShape="1">
          <a:blip r:embed="rId6">
            <a:alphaModFix/>
          </a:blip>
          <a:srcRect b="0" l="0" r="0" t="0"/>
          <a:stretch/>
        </p:blipFill>
        <p:spPr>
          <a:xfrm>
            <a:off x="10590875" y="6330524"/>
            <a:ext cx="1500023" cy="585000"/>
          </a:xfrm>
          <a:prstGeom prst="rect">
            <a:avLst/>
          </a:prstGeom>
          <a:noFill/>
          <a:ln>
            <a:noFill/>
          </a:ln>
        </p:spPr>
      </p:pic>
      <p:pic>
        <p:nvPicPr>
          <p:cNvPr id="856" name="Google Shape;856;g3da1138a163_0_460"/>
          <p:cNvPicPr preferRelativeResize="0"/>
          <p:nvPr/>
        </p:nvPicPr>
        <p:blipFill rotWithShape="1">
          <a:blip r:embed="rId10">
            <a:alphaModFix/>
          </a:blip>
          <a:srcRect b="0" l="0" r="0" t="0"/>
          <a:stretch/>
        </p:blipFill>
        <p:spPr>
          <a:xfrm>
            <a:off x="0" y="6234674"/>
            <a:ext cx="12192000" cy="1165875"/>
          </a:xfrm>
          <a:prstGeom prst="rect">
            <a:avLst/>
          </a:prstGeom>
          <a:noFill/>
          <a:ln>
            <a:noFill/>
          </a:ln>
        </p:spPr>
      </p:pic>
      <p:sp>
        <p:nvSpPr>
          <p:cNvPr id="857" name="Google Shape;857;g3da1138a163_0_460"/>
          <p:cNvSpPr txBox="1"/>
          <p:nvPr/>
        </p:nvSpPr>
        <p:spPr>
          <a:xfrm>
            <a:off x="-1" y="6310697"/>
            <a:ext cx="5981100" cy="6465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chemeClr val="dk1"/>
              </a:buClr>
              <a:buSzPts val="1800"/>
              <a:buFont typeface="Arial"/>
              <a:buNone/>
            </a:pPr>
            <a:r>
              <a:rPr lang="en-US" sz="1800">
                <a:solidFill>
                  <a:schemeClr val="lt1"/>
                </a:solidFill>
                <a:latin typeface="Times New Roman"/>
                <a:ea typeface="Times New Roman"/>
                <a:cs typeface="Times New Roman"/>
                <a:sym typeface="Times New Roman"/>
              </a:rPr>
              <a:t>Applied Mathematics for Engineering [MIDTERM PROJECT]</a:t>
            </a:r>
            <a:br>
              <a:rPr b="0" i="0" lang="en-US" sz="1800" u="none" cap="none" strike="noStrike">
                <a:solidFill>
                  <a:schemeClr val="lt1"/>
                </a:solidFill>
                <a:latin typeface="Times New Roman"/>
                <a:ea typeface="Times New Roman"/>
                <a:cs typeface="Times New Roman"/>
                <a:sym typeface="Times New Roman"/>
              </a:rPr>
            </a:br>
            <a:r>
              <a:rPr b="0" i="0" lang="en-US" sz="1800" u="none" cap="none" strike="noStrike">
                <a:solidFill>
                  <a:schemeClr val="lt1"/>
                </a:solidFill>
                <a:latin typeface="Times New Roman"/>
                <a:ea typeface="Times New Roman"/>
                <a:cs typeface="Times New Roman"/>
                <a:sym typeface="Times New Roman"/>
              </a:rPr>
              <a:t>Ronit Dutta</a:t>
            </a:r>
            <a:endParaRPr b="0" i="0" sz="1800" u="none" cap="none" strike="noStrike">
              <a:solidFill>
                <a:schemeClr val="lt1"/>
              </a:solidFill>
              <a:latin typeface="Times New Roman"/>
              <a:ea typeface="Times New Roman"/>
              <a:cs typeface="Times New Roman"/>
              <a:sym typeface="Times New Roman"/>
            </a:endParaRPr>
          </a:p>
        </p:txBody>
      </p:sp>
      <p:pic>
        <p:nvPicPr>
          <p:cNvPr id="858" name="Google Shape;858;g3da1138a163_0_460"/>
          <p:cNvPicPr preferRelativeResize="0"/>
          <p:nvPr/>
        </p:nvPicPr>
        <p:blipFill rotWithShape="1">
          <a:blip r:embed="rId6">
            <a:alphaModFix/>
          </a:blip>
          <a:srcRect b="0" l="0" r="0" t="0"/>
          <a:stretch/>
        </p:blipFill>
        <p:spPr>
          <a:xfrm>
            <a:off x="10579375" y="6341449"/>
            <a:ext cx="1500023" cy="585000"/>
          </a:xfrm>
          <a:prstGeom prst="rect">
            <a:avLst/>
          </a:prstGeom>
          <a:noFill/>
          <a:ln>
            <a:noFill/>
          </a:ln>
        </p:spPr>
      </p:pic>
      <p:sp>
        <p:nvSpPr>
          <p:cNvPr id="859" name="Google Shape;859;g3da1138a163_0_460"/>
          <p:cNvSpPr txBox="1"/>
          <p:nvPr/>
        </p:nvSpPr>
        <p:spPr>
          <a:xfrm>
            <a:off x="1136550" y="5470975"/>
            <a:ext cx="9918900" cy="648000"/>
          </a:xfrm>
          <a:prstGeom prst="rect">
            <a:avLst/>
          </a:prstGeom>
          <a:noFill/>
          <a:ln cap="flat" cmpd="sng" w="28575">
            <a:solidFill>
              <a:schemeClr val="dk1"/>
            </a:solidFill>
            <a:prstDash val="solid"/>
            <a:round/>
            <a:headEnd len="sm" w="sm" type="none"/>
            <a:tailEnd len="sm" w="sm" type="none"/>
          </a:ln>
        </p:spPr>
        <p:txBody>
          <a:bodyPr anchorCtr="0" anchor="t" bIns="91425" lIns="91425" spcFirstLastPara="1" rIns="91425" wrap="square" tIns="91425">
            <a:spAutoFit/>
          </a:bodyPr>
          <a:lstStyle/>
          <a:p>
            <a:pPr indent="0" lvl="0" marL="0" rtl="0" algn="ctr">
              <a:lnSpc>
                <a:spcPct val="115000"/>
              </a:lnSpc>
              <a:spcBef>
                <a:spcPts val="1200"/>
              </a:spcBef>
              <a:spcAft>
                <a:spcPts val="1200"/>
              </a:spcAft>
              <a:buNone/>
            </a:pPr>
            <a:r>
              <a:rPr lang="en-US">
                <a:solidFill>
                  <a:schemeClr val="dk1"/>
                </a:solidFill>
                <a:latin typeface="Georgia"/>
                <a:ea typeface="Georgia"/>
                <a:cs typeface="Georgia"/>
                <a:sym typeface="Georgia"/>
              </a:rPr>
              <a:t>The clean distinction is this: </a:t>
            </a:r>
            <a:r>
              <a:rPr b="1" lang="en-US">
                <a:solidFill>
                  <a:schemeClr val="dk1"/>
                </a:solidFill>
                <a:latin typeface="Georgia"/>
                <a:ea typeface="Georgia"/>
                <a:cs typeface="Georgia"/>
                <a:sym typeface="Georgia"/>
              </a:rPr>
              <a:t>bound states are localized and discrete</a:t>
            </a:r>
            <a:r>
              <a:rPr lang="en-US">
                <a:solidFill>
                  <a:schemeClr val="dk1"/>
                </a:solidFill>
                <a:latin typeface="Georgia"/>
                <a:ea typeface="Georgia"/>
                <a:cs typeface="Georgia"/>
                <a:sym typeface="Georgia"/>
              </a:rPr>
              <a:t> because the potential traps them; </a:t>
            </a:r>
            <a:r>
              <a:rPr b="1" lang="en-US">
                <a:solidFill>
                  <a:schemeClr val="dk1"/>
                </a:solidFill>
                <a:latin typeface="Georgia"/>
                <a:ea typeface="Georgia"/>
                <a:cs typeface="Georgia"/>
                <a:sym typeface="Georgia"/>
              </a:rPr>
              <a:t>scattering states are extended and continuous</a:t>
            </a:r>
            <a:r>
              <a:rPr lang="en-US">
                <a:solidFill>
                  <a:schemeClr val="dk1"/>
                </a:solidFill>
                <a:latin typeface="Georgia"/>
                <a:ea typeface="Georgia"/>
                <a:cs typeface="Georgia"/>
                <a:sym typeface="Georgia"/>
              </a:rPr>
              <a:t> because the potential cannot hold them.</a:t>
            </a:r>
            <a:endParaRPr sz="2500">
              <a:solidFill>
                <a:schemeClr val="dk1"/>
              </a:solidFill>
              <a:latin typeface="Calibri"/>
              <a:ea typeface="Calibri"/>
              <a:cs typeface="Calibri"/>
              <a:sym typeface="Calibri"/>
            </a:endParaRPr>
          </a:p>
        </p:txBody>
      </p:sp>
      <p:sp>
        <p:nvSpPr>
          <p:cNvPr id="860" name="Google Shape;860;g3da1138a163_0_460"/>
          <p:cNvSpPr txBox="1"/>
          <p:nvPr/>
        </p:nvSpPr>
        <p:spPr>
          <a:xfrm>
            <a:off x="143375" y="820300"/>
            <a:ext cx="5643000" cy="431100"/>
          </a:xfrm>
          <a:prstGeom prst="rect">
            <a:avLst/>
          </a:prstGeom>
          <a:noFill/>
          <a:ln cap="flat" cmpd="sng" w="19050">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lnSpc>
                <a:spcPct val="115000"/>
              </a:lnSpc>
              <a:spcBef>
                <a:spcPts val="1200"/>
              </a:spcBef>
              <a:spcAft>
                <a:spcPts val="1200"/>
              </a:spcAft>
              <a:buNone/>
            </a:pPr>
            <a:r>
              <a:rPr lang="en-US" sz="1600">
                <a:solidFill>
                  <a:schemeClr val="dk1"/>
                </a:solidFill>
                <a:latin typeface="Georgia"/>
                <a:ea typeface="Georgia"/>
                <a:cs typeface="Georgia"/>
                <a:sym typeface="Georgia"/>
              </a:rPr>
              <a:t>Bound state</a:t>
            </a:r>
            <a:endParaRPr sz="1600">
              <a:solidFill>
                <a:schemeClr val="dk1"/>
              </a:solidFill>
              <a:latin typeface="Georgia"/>
              <a:ea typeface="Georgia"/>
              <a:cs typeface="Georgia"/>
              <a:sym typeface="Georgia"/>
            </a:endParaRPr>
          </a:p>
        </p:txBody>
      </p:sp>
      <p:sp>
        <p:nvSpPr>
          <p:cNvPr id="861" name="Google Shape;861;g3da1138a163_0_460"/>
          <p:cNvSpPr txBox="1"/>
          <p:nvPr/>
        </p:nvSpPr>
        <p:spPr>
          <a:xfrm>
            <a:off x="5872825" y="820300"/>
            <a:ext cx="6175800" cy="431100"/>
          </a:xfrm>
          <a:prstGeom prst="rect">
            <a:avLst/>
          </a:prstGeom>
          <a:noFill/>
          <a:ln cap="flat" cmpd="sng" w="19050">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lnSpc>
                <a:spcPct val="115000"/>
              </a:lnSpc>
              <a:spcBef>
                <a:spcPts val="1200"/>
              </a:spcBef>
              <a:spcAft>
                <a:spcPts val="1200"/>
              </a:spcAft>
              <a:buNone/>
            </a:pPr>
            <a:r>
              <a:rPr lang="en-US" sz="1600">
                <a:solidFill>
                  <a:schemeClr val="dk1"/>
                </a:solidFill>
                <a:latin typeface="Georgia"/>
                <a:ea typeface="Georgia"/>
                <a:cs typeface="Georgia"/>
                <a:sym typeface="Georgia"/>
              </a:rPr>
              <a:t>Scattering </a:t>
            </a:r>
            <a:r>
              <a:rPr lang="en-US" sz="1600">
                <a:solidFill>
                  <a:schemeClr val="dk1"/>
                </a:solidFill>
                <a:latin typeface="Georgia"/>
                <a:ea typeface="Georgia"/>
                <a:cs typeface="Georgia"/>
                <a:sym typeface="Georgia"/>
              </a:rPr>
              <a:t>state</a:t>
            </a:r>
            <a:endParaRPr sz="1600">
              <a:solidFill>
                <a:schemeClr val="dk1"/>
              </a:solidFill>
              <a:latin typeface="Georgia"/>
              <a:ea typeface="Georgia"/>
              <a:cs typeface="Georgia"/>
              <a:sym typeface="Georgia"/>
            </a:endParaRPr>
          </a:p>
        </p:txBody>
      </p:sp>
    </p:spTree>
  </p:cSld>
  <p:clrMapOvr>
    <a:masterClrMapping/>
  </p:clrMapOvr>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65" name="Shape 865"/>
        <p:cNvGrpSpPr/>
        <p:nvPr/>
      </p:nvGrpSpPr>
      <p:grpSpPr>
        <a:xfrm>
          <a:off x="0" y="0"/>
          <a:ext cx="0" cy="0"/>
          <a:chOff x="0" y="0"/>
          <a:chExt cx="0" cy="0"/>
        </a:xfrm>
      </p:grpSpPr>
      <p:pic>
        <p:nvPicPr>
          <p:cNvPr id="866" name="Google Shape;866;g3d1afc4545f_0_2224"/>
          <p:cNvPicPr preferRelativeResize="0"/>
          <p:nvPr/>
        </p:nvPicPr>
        <p:blipFill rotWithShape="1">
          <a:blip r:embed="rId3">
            <a:alphaModFix/>
          </a:blip>
          <a:srcRect b="0" l="0" r="0" t="0"/>
          <a:stretch/>
        </p:blipFill>
        <p:spPr>
          <a:xfrm>
            <a:off x="-4" y="6211289"/>
            <a:ext cx="12192003" cy="1285104"/>
          </a:xfrm>
          <a:prstGeom prst="rect">
            <a:avLst/>
          </a:prstGeom>
          <a:noFill/>
          <a:ln>
            <a:noFill/>
          </a:ln>
        </p:spPr>
      </p:pic>
      <p:pic>
        <p:nvPicPr>
          <p:cNvPr id="867" name="Google Shape;867;g3d1afc4545f_0_2224"/>
          <p:cNvPicPr preferRelativeResize="0"/>
          <p:nvPr/>
        </p:nvPicPr>
        <p:blipFill rotWithShape="1">
          <a:blip r:embed="rId4">
            <a:alphaModFix/>
          </a:blip>
          <a:srcRect b="0" l="0" r="0" t="0"/>
          <a:stretch/>
        </p:blipFill>
        <p:spPr>
          <a:xfrm>
            <a:off x="10590934" y="6330522"/>
            <a:ext cx="1499906" cy="585000"/>
          </a:xfrm>
          <a:prstGeom prst="rect">
            <a:avLst/>
          </a:prstGeom>
          <a:noFill/>
          <a:ln>
            <a:noFill/>
          </a:ln>
        </p:spPr>
      </p:pic>
      <p:sp>
        <p:nvSpPr>
          <p:cNvPr id="868" name="Google Shape;868;g3d1afc4545f_0_2224"/>
          <p:cNvSpPr txBox="1"/>
          <p:nvPr/>
        </p:nvSpPr>
        <p:spPr>
          <a:xfrm>
            <a:off x="-1" y="6288587"/>
            <a:ext cx="5981100" cy="3693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chemeClr val="dk1"/>
              </a:buClr>
              <a:buSzPts val="1800"/>
              <a:buFont typeface="Arial"/>
              <a:buNone/>
            </a:pPr>
            <a:r>
              <a:rPr b="0" i="0" lang="en-US" sz="1800" u="none" cap="none" strike="noStrike">
                <a:solidFill>
                  <a:schemeClr val="lt1"/>
                </a:solidFill>
                <a:latin typeface="Times New Roman"/>
                <a:ea typeface="Times New Roman"/>
                <a:cs typeface="Times New Roman"/>
                <a:sym typeface="Times New Roman"/>
              </a:rPr>
              <a:t>Term Paper Presentation | Ronit Dutta</a:t>
            </a:r>
            <a:endParaRPr b="0" i="0" sz="1800" u="none" cap="none" strike="noStrike">
              <a:solidFill>
                <a:schemeClr val="lt1"/>
              </a:solidFill>
              <a:latin typeface="Times New Roman"/>
              <a:ea typeface="Times New Roman"/>
              <a:cs typeface="Times New Roman"/>
              <a:sym typeface="Times New Roman"/>
            </a:endParaRPr>
          </a:p>
        </p:txBody>
      </p:sp>
      <p:sp>
        <p:nvSpPr>
          <p:cNvPr id="869" name="Google Shape;869;g3d1afc4545f_0_2224"/>
          <p:cNvSpPr txBox="1"/>
          <p:nvPr/>
        </p:nvSpPr>
        <p:spPr>
          <a:xfrm>
            <a:off x="0" y="0"/>
            <a:ext cx="12192000" cy="5850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3200"/>
              <a:buFont typeface="Arial"/>
              <a:buNone/>
            </a:pPr>
            <a:r>
              <a:rPr lang="en-US" sz="3200">
                <a:solidFill>
                  <a:schemeClr val="dk1"/>
                </a:solidFill>
                <a:latin typeface="Times New Roman"/>
                <a:ea typeface="Times New Roman"/>
                <a:cs typeface="Times New Roman"/>
                <a:sym typeface="Times New Roman"/>
              </a:rPr>
              <a:t>1D Scattering setup</a:t>
            </a:r>
            <a:endParaRPr b="0" i="0" sz="3200" u="none" cap="none" strike="noStrike">
              <a:solidFill>
                <a:schemeClr val="dk1"/>
              </a:solidFill>
              <a:latin typeface="Times New Roman"/>
              <a:ea typeface="Times New Roman"/>
              <a:cs typeface="Times New Roman"/>
              <a:sym typeface="Times New Roman"/>
            </a:endParaRPr>
          </a:p>
        </p:txBody>
      </p:sp>
      <p:cxnSp>
        <p:nvCxnSpPr>
          <p:cNvPr id="870" name="Google Shape;870;g3d1afc4545f_0_2224"/>
          <p:cNvCxnSpPr/>
          <p:nvPr/>
        </p:nvCxnSpPr>
        <p:spPr>
          <a:xfrm flipH="1" rot="10800000">
            <a:off x="6" y="554389"/>
            <a:ext cx="6318000" cy="30600"/>
          </a:xfrm>
          <a:prstGeom prst="straightConnector1">
            <a:avLst/>
          </a:prstGeom>
          <a:noFill/>
          <a:ln cap="flat" cmpd="sng" w="9525">
            <a:solidFill>
              <a:srgbClr val="0E4D3B"/>
            </a:solidFill>
            <a:prstDash val="solid"/>
            <a:miter lim="800000"/>
            <a:headEnd len="sm" w="sm" type="none"/>
            <a:tailEnd len="sm" w="sm" type="none"/>
          </a:ln>
        </p:spPr>
      </p:cxnSp>
      <p:pic>
        <p:nvPicPr>
          <p:cNvPr id="871" name="Google Shape;871;g3d1afc4545f_0_2224"/>
          <p:cNvPicPr preferRelativeResize="0"/>
          <p:nvPr/>
        </p:nvPicPr>
        <p:blipFill rotWithShape="1">
          <a:blip r:embed="rId5">
            <a:alphaModFix/>
          </a:blip>
          <a:srcRect b="0" l="0" r="0" t="0"/>
          <a:stretch/>
        </p:blipFill>
        <p:spPr>
          <a:xfrm>
            <a:off x="-4" y="6211289"/>
            <a:ext cx="12192003" cy="1285104"/>
          </a:xfrm>
          <a:prstGeom prst="rect">
            <a:avLst/>
          </a:prstGeom>
          <a:noFill/>
          <a:ln>
            <a:noFill/>
          </a:ln>
        </p:spPr>
      </p:pic>
      <p:pic>
        <p:nvPicPr>
          <p:cNvPr id="872" name="Google Shape;872;g3d1afc4545f_0_2224"/>
          <p:cNvPicPr preferRelativeResize="0"/>
          <p:nvPr/>
        </p:nvPicPr>
        <p:blipFill rotWithShape="1">
          <a:blip r:embed="rId4">
            <a:alphaModFix/>
          </a:blip>
          <a:srcRect b="0" l="0" r="0" t="0"/>
          <a:stretch/>
        </p:blipFill>
        <p:spPr>
          <a:xfrm>
            <a:off x="10590934" y="6330522"/>
            <a:ext cx="1499906" cy="585000"/>
          </a:xfrm>
          <a:prstGeom prst="rect">
            <a:avLst/>
          </a:prstGeom>
          <a:noFill/>
          <a:ln>
            <a:noFill/>
          </a:ln>
        </p:spPr>
      </p:pic>
      <p:sp>
        <p:nvSpPr>
          <p:cNvPr id="873" name="Google Shape;873;g3d1afc4545f_0_2224"/>
          <p:cNvSpPr txBox="1"/>
          <p:nvPr/>
        </p:nvSpPr>
        <p:spPr>
          <a:xfrm>
            <a:off x="-1" y="6288587"/>
            <a:ext cx="5981100" cy="3693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chemeClr val="dk1"/>
              </a:buClr>
              <a:buSzPts val="1800"/>
              <a:buFont typeface="Arial"/>
              <a:buNone/>
            </a:pPr>
            <a:r>
              <a:rPr b="0" i="0" lang="en-US" sz="1800" u="none" cap="none" strike="noStrike">
                <a:solidFill>
                  <a:schemeClr val="lt1"/>
                </a:solidFill>
                <a:latin typeface="Times New Roman"/>
                <a:ea typeface="Times New Roman"/>
                <a:cs typeface="Times New Roman"/>
                <a:sym typeface="Times New Roman"/>
              </a:rPr>
              <a:t>Term Paper Presentation | Ronit Dutta</a:t>
            </a:r>
            <a:endParaRPr b="0" i="0" sz="1800" u="none" cap="none" strike="noStrike">
              <a:solidFill>
                <a:schemeClr val="lt1"/>
              </a:solidFill>
              <a:latin typeface="Times New Roman"/>
              <a:ea typeface="Times New Roman"/>
              <a:cs typeface="Times New Roman"/>
              <a:sym typeface="Times New Roman"/>
            </a:endParaRPr>
          </a:p>
        </p:txBody>
      </p:sp>
      <p:pic>
        <p:nvPicPr>
          <p:cNvPr id="874" name="Google Shape;874;g3d1afc4545f_0_2224"/>
          <p:cNvPicPr preferRelativeResize="0"/>
          <p:nvPr/>
        </p:nvPicPr>
        <p:blipFill rotWithShape="1">
          <a:blip r:embed="rId5">
            <a:alphaModFix/>
          </a:blip>
          <a:srcRect b="0" l="0" r="0" t="0"/>
          <a:stretch/>
        </p:blipFill>
        <p:spPr>
          <a:xfrm>
            <a:off x="-4" y="6211289"/>
            <a:ext cx="12192003" cy="1285104"/>
          </a:xfrm>
          <a:prstGeom prst="rect">
            <a:avLst/>
          </a:prstGeom>
          <a:noFill/>
          <a:ln>
            <a:noFill/>
          </a:ln>
        </p:spPr>
      </p:pic>
      <p:pic>
        <p:nvPicPr>
          <p:cNvPr id="875" name="Google Shape;875;g3d1afc4545f_0_2224"/>
          <p:cNvPicPr preferRelativeResize="0"/>
          <p:nvPr/>
        </p:nvPicPr>
        <p:blipFill rotWithShape="1">
          <a:blip r:embed="rId4">
            <a:alphaModFix/>
          </a:blip>
          <a:srcRect b="0" l="0" r="0" t="0"/>
          <a:stretch/>
        </p:blipFill>
        <p:spPr>
          <a:xfrm>
            <a:off x="10590934" y="6330522"/>
            <a:ext cx="1499906" cy="585000"/>
          </a:xfrm>
          <a:prstGeom prst="rect">
            <a:avLst/>
          </a:prstGeom>
          <a:noFill/>
          <a:ln>
            <a:noFill/>
          </a:ln>
        </p:spPr>
      </p:pic>
      <p:sp>
        <p:nvSpPr>
          <p:cNvPr id="876" name="Google Shape;876;g3d1afc4545f_0_2224"/>
          <p:cNvSpPr txBox="1"/>
          <p:nvPr/>
        </p:nvSpPr>
        <p:spPr>
          <a:xfrm>
            <a:off x="-1" y="6288587"/>
            <a:ext cx="5981100" cy="6465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chemeClr val="dk1"/>
              </a:buClr>
              <a:buSzPts val="1800"/>
              <a:buFont typeface="Arial"/>
              <a:buNone/>
            </a:pPr>
            <a:r>
              <a:rPr b="0" i="0" lang="en-US" sz="1800" u="none" cap="none" strike="noStrike">
                <a:solidFill>
                  <a:schemeClr val="lt1"/>
                </a:solidFill>
                <a:latin typeface="Times New Roman"/>
                <a:ea typeface="Times New Roman"/>
                <a:cs typeface="Times New Roman"/>
                <a:sym typeface="Times New Roman"/>
              </a:rPr>
              <a:t>Machine Learning Professional</a:t>
            </a:r>
            <a:br>
              <a:rPr b="0" i="0" lang="en-US" sz="1800" u="none" cap="none" strike="noStrike">
                <a:solidFill>
                  <a:schemeClr val="lt1"/>
                </a:solidFill>
                <a:latin typeface="Times New Roman"/>
                <a:ea typeface="Times New Roman"/>
                <a:cs typeface="Times New Roman"/>
                <a:sym typeface="Times New Roman"/>
              </a:rPr>
            </a:br>
            <a:r>
              <a:rPr b="0" i="0" lang="en-US" sz="1800" u="none" cap="none" strike="noStrike">
                <a:solidFill>
                  <a:schemeClr val="lt1"/>
                </a:solidFill>
                <a:latin typeface="Times New Roman"/>
                <a:ea typeface="Times New Roman"/>
                <a:cs typeface="Times New Roman"/>
                <a:sym typeface="Times New Roman"/>
              </a:rPr>
              <a:t>Project Presentation</a:t>
            </a:r>
            <a:endParaRPr b="0" i="0" sz="1800" u="none" cap="none" strike="noStrike">
              <a:solidFill>
                <a:schemeClr val="lt1"/>
              </a:solidFill>
              <a:latin typeface="Times New Roman"/>
              <a:ea typeface="Times New Roman"/>
              <a:cs typeface="Times New Roman"/>
              <a:sym typeface="Times New Roman"/>
            </a:endParaRPr>
          </a:p>
        </p:txBody>
      </p:sp>
      <p:pic>
        <p:nvPicPr>
          <p:cNvPr id="877" name="Google Shape;877;g3d1afc4545f_0_2224"/>
          <p:cNvPicPr preferRelativeResize="0"/>
          <p:nvPr/>
        </p:nvPicPr>
        <p:blipFill rotWithShape="1">
          <a:blip r:embed="rId6">
            <a:alphaModFix/>
          </a:blip>
          <a:srcRect b="0" l="0" r="0" t="0"/>
          <a:stretch/>
        </p:blipFill>
        <p:spPr>
          <a:xfrm>
            <a:off x="10590875" y="6330524"/>
            <a:ext cx="1500023" cy="585000"/>
          </a:xfrm>
          <a:prstGeom prst="rect">
            <a:avLst/>
          </a:prstGeom>
          <a:noFill/>
          <a:ln>
            <a:noFill/>
          </a:ln>
        </p:spPr>
      </p:pic>
      <p:pic>
        <p:nvPicPr>
          <p:cNvPr id="878" name="Google Shape;878;g3d1afc4545f_0_2224"/>
          <p:cNvPicPr preferRelativeResize="0"/>
          <p:nvPr/>
        </p:nvPicPr>
        <p:blipFill rotWithShape="1">
          <a:blip r:embed="rId7">
            <a:alphaModFix/>
          </a:blip>
          <a:srcRect b="0" l="0" r="0" t="0"/>
          <a:stretch/>
        </p:blipFill>
        <p:spPr>
          <a:xfrm>
            <a:off x="-4" y="6211289"/>
            <a:ext cx="12192003" cy="1285104"/>
          </a:xfrm>
          <a:prstGeom prst="rect">
            <a:avLst/>
          </a:prstGeom>
          <a:noFill/>
          <a:ln>
            <a:noFill/>
          </a:ln>
        </p:spPr>
      </p:pic>
      <p:sp>
        <p:nvSpPr>
          <p:cNvPr id="879" name="Google Shape;879;g3d1afc4545f_0_2224"/>
          <p:cNvSpPr txBox="1"/>
          <p:nvPr/>
        </p:nvSpPr>
        <p:spPr>
          <a:xfrm>
            <a:off x="-1" y="6288587"/>
            <a:ext cx="5981100" cy="6465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chemeClr val="dk1"/>
              </a:buClr>
              <a:buSzPts val="1800"/>
              <a:buFont typeface="Arial"/>
              <a:buNone/>
            </a:pPr>
            <a:r>
              <a:rPr b="0" i="0" lang="en-US" sz="1800" u="none" cap="none" strike="noStrike">
                <a:solidFill>
                  <a:schemeClr val="lt1"/>
                </a:solidFill>
                <a:latin typeface="Times New Roman"/>
                <a:ea typeface="Times New Roman"/>
                <a:cs typeface="Times New Roman"/>
                <a:sym typeface="Times New Roman"/>
              </a:rPr>
              <a:t>Machine Learning Professional</a:t>
            </a:r>
            <a:br>
              <a:rPr b="0" i="0" lang="en-US" sz="1800" u="none" cap="none" strike="noStrike">
                <a:solidFill>
                  <a:schemeClr val="lt1"/>
                </a:solidFill>
                <a:latin typeface="Times New Roman"/>
                <a:ea typeface="Times New Roman"/>
                <a:cs typeface="Times New Roman"/>
                <a:sym typeface="Times New Roman"/>
              </a:rPr>
            </a:br>
            <a:r>
              <a:rPr b="0" i="0" lang="en-US" sz="1800" u="none" cap="none" strike="noStrike">
                <a:solidFill>
                  <a:schemeClr val="lt1"/>
                </a:solidFill>
                <a:latin typeface="Times New Roman"/>
                <a:ea typeface="Times New Roman"/>
                <a:cs typeface="Times New Roman"/>
                <a:sym typeface="Times New Roman"/>
              </a:rPr>
              <a:t>Project Presentation</a:t>
            </a:r>
            <a:endParaRPr b="0" i="0" sz="1800" u="none" cap="none" strike="noStrike">
              <a:solidFill>
                <a:schemeClr val="lt1"/>
              </a:solidFill>
              <a:latin typeface="Times New Roman"/>
              <a:ea typeface="Times New Roman"/>
              <a:cs typeface="Times New Roman"/>
              <a:sym typeface="Times New Roman"/>
            </a:endParaRPr>
          </a:p>
        </p:txBody>
      </p:sp>
      <p:pic>
        <p:nvPicPr>
          <p:cNvPr id="880" name="Google Shape;880;g3d1afc4545f_0_2224"/>
          <p:cNvPicPr preferRelativeResize="0"/>
          <p:nvPr/>
        </p:nvPicPr>
        <p:blipFill rotWithShape="1">
          <a:blip r:embed="rId6">
            <a:alphaModFix/>
          </a:blip>
          <a:srcRect b="0" l="0" r="0" t="0"/>
          <a:stretch/>
        </p:blipFill>
        <p:spPr>
          <a:xfrm>
            <a:off x="10590875" y="6330524"/>
            <a:ext cx="1500023" cy="585000"/>
          </a:xfrm>
          <a:prstGeom prst="rect">
            <a:avLst/>
          </a:prstGeom>
          <a:noFill/>
          <a:ln>
            <a:noFill/>
          </a:ln>
        </p:spPr>
      </p:pic>
      <p:pic>
        <p:nvPicPr>
          <p:cNvPr id="881" name="Google Shape;881;g3d1afc4545f_0_2224"/>
          <p:cNvPicPr preferRelativeResize="0"/>
          <p:nvPr/>
        </p:nvPicPr>
        <p:blipFill rotWithShape="1">
          <a:blip r:embed="rId7">
            <a:alphaModFix/>
          </a:blip>
          <a:srcRect b="0" l="0" r="0" t="0"/>
          <a:stretch/>
        </p:blipFill>
        <p:spPr>
          <a:xfrm>
            <a:off x="-4" y="6211289"/>
            <a:ext cx="12192003" cy="1285104"/>
          </a:xfrm>
          <a:prstGeom prst="rect">
            <a:avLst/>
          </a:prstGeom>
          <a:noFill/>
          <a:ln>
            <a:noFill/>
          </a:ln>
        </p:spPr>
      </p:pic>
      <p:sp>
        <p:nvSpPr>
          <p:cNvPr id="882" name="Google Shape;882;g3d1afc4545f_0_2224"/>
          <p:cNvSpPr txBox="1"/>
          <p:nvPr/>
        </p:nvSpPr>
        <p:spPr>
          <a:xfrm>
            <a:off x="-1" y="6234672"/>
            <a:ext cx="5981100" cy="6465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chemeClr val="dk1"/>
              </a:buClr>
              <a:buSzPts val="1800"/>
              <a:buFont typeface="Arial"/>
              <a:buNone/>
            </a:pPr>
            <a:r>
              <a:rPr b="0" i="0" lang="en-US" sz="1800" u="none" cap="none" strike="noStrike">
                <a:solidFill>
                  <a:schemeClr val="lt1"/>
                </a:solidFill>
                <a:latin typeface="Times New Roman"/>
                <a:ea typeface="Times New Roman"/>
                <a:cs typeface="Times New Roman"/>
                <a:sym typeface="Times New Roman"/>
              </a:rPr>
              <a:t>Machine Learning Professional</a:t>
            </a:r>
            <a:br>
              <a:rPr b="0" i="0" lang="en-US" sz="1800" u="none" cap="none" strike="noStrike">
                <a:solidFill>
                  <a:schemeClr val="lt1"/>
                </a:solidFill>
                <a:latin typeface="Times New Roman"/>
                <a:ea typeface="Times New Roman"/>
                <a:cs typeface="Times New Roman"/>
                <a:sym typeface="Times New Roman"/>
              </a:rPr>
            </a:br>
            <a:r>
              <a:rPr b="0" i="0" lang="en-US" sz="1800" u="none" cap="none" strike="noStrike">
                <a:solidFill>
                  <a:schemeClr val="lt1"/>
                </a:solidFill>
                <a:latin typeface="Times New Roman"/>
                <a:ea typeface="Times New Roman"/>
                <a:cs typeface="Times New Roman"/>
                <a:sym typeface="Times New Roman"/>
              </a:rPr>
              <a:t>Project Presentation</a:t>
            </a:r>
            <a:endParaRPr b="0" i="0" sz="1800" u="none" cap="none" strike="noStrike">
              <a:solidFill>
                <a:schemeClr val="lt1"/>
              </a:solidFill>
              <a:latin typeface="Times New Roman"/>
              <a:ea typeface="Times New Roman"/>
              <a:cs typeface="Times New Roman"/>
              <a:sym typeface="Times New Roman"/>
            </a:endParaRPr>
          </a:p>
        </p:txBody>
      </p:sp>
      <p:pic>
        <p:nvPicPr>
          <p:cNvPr id="883" name="Google Shape;883;g3d1afc4545f_0_2224"/>
          <p:cNvPicPr preferRelativeResize="0"/>
          <p:nvPr/>
        </p:nvPicPr>
        <p:blipFill rotWithShape="1">
          <a:blip r:embed="rId6">
            <a:alphaModFix/>
          </a:blip>
          <a:srcRect b="0" l="0" r="0" t="0"/>
          <a:stretch/>
        </p:blipFill>
        <p:spPr>
          <a:xfrm>
            <a:off x="10590875" y="6330524"/>
            <a:ext cx="1500023" cy="585000"/>
          </a:xfrm>
          <a:prstGeom prst="rect">
            <a:avLst/>
          </a:prstGeom>
          <a:noFill/>
          <a:ln>
            <a:noFill/>
          </a:ln>
        </p:spPr>
      </p:pic>
      <p:pic>
        <p:nvPicPr>
          <p:cNvPr id="884" name="Google Shape;884;g3d1afc4545f_0_2224"/>
          <p:cNvPicPr preferRelativeResize="0"/>
          <p:nvPr/>
        </p:nvPicPr>
        <p:blipFill rotWithShape="1">
          <a:blip r:embed="rId8">
            <a:alphaModFix/>
          </a:blip>
          <a:srcRect b="0" l="0" r="0" t="0"/>
          <a:stretch/>
        </p:blipFill>
        <p:spPr>
          <a:xfrm>
            <a:off x="-4" y="6211289"/>
            <a:ext cx="12192003" cy="1285104"/>
          </a:xfrm>
          <a:prstGeom prst="rect">
            <a:avLst/>
          </a:prstGeom>
          <a:noFill/>
          <a:ln>
            <a:noFill/>
          </a:ln>
        </p:spPr>
      </p:pic>
      <p:sp>
        <p:nvSpPr>
          <p:cNvPr id="885" name="Google Shape;885;g3d1afc4545f_0_2224"/>
          <p:cNvSpPr txBox="1"/>
          <p:nvPr/>
        </p:nvSpPr>
        <p:spPr>
          <a:xfrm>
            <a:off x="-1" y="6234672"/>
            <a:ext cx="5981100" cy="6465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chemeClr val="dk1"/>
              </a:buClr>
              <a:buSzPts val="1800"/>
              <a:buFont typeface="Arial"/>
              <a:buNone/>
            </a:pPr>
            <a:r>
              <a:rPr b="0" i="0" lang="en-US" sz="1800" u="none" cap="none" strike="noStrike">
                <a:solidFill>
                  <a:schemeClr val="lt1"/>
                </a:solidFill>
                <a:latin typeface="Times New Roman"/>
                <a:ea typeface="Times New Roman"/>
                <a:cs typeface="Times New Roman"/>
                <a:sym typeface="Times New Roman"/>
              </a:rPr>
              <a:t>Nanoelectronics - Seminar Presentation</a:t>
            </a:r>
            <a:br>
              <a:rPr b="0" i="0" lang="en-US" sz="1800" u="none" cap="none" strike="noStrike">
                <a:solidFill>
                  <a:schemeClr val="lt1"/>
                </a:solidFill>
                <a:latin typeface="Times New Roman"/>
                <a:ea typeface="Times New Roman"/>
                <a:cs typeface="Times New Roman"/>
                <a:sym typeface="Times New Roman"/>
              </a:rPr>
            </a:br>
            <a:r>
              <a:rPr b="0" i="0" lang="en-US" sz="1800" u="none" cap="none" strike="noStrike">
                <a:solidFill>
                  <a:schemeClr val="lt1"/>
                </a:solidFill>
                <a:latin typeface="Times New Roman"/>
                <a:ea typeface="Times New Roman"/>
                <a:cs typeface="Times New Roman"/>
                <a:sym typeface="Times New Roman"/>
              </a:rPr>
              <a:t>Ronit Dutta</a:t>
            </a:r>
            <a:endParaRPr b="0" i="0" sz="1800" u="none" cap="none" strike="noStrike">
              <a:solidFill>
                <a:schemeClr val="lt1"/>
              </a:solidFill>
              <a:latin typeface="Times New Roman"/>
              <a:ea typeface="Times New Roman"/>
              <a:cs typeface="Times New Roman"/>
              <a:sym typeface="Times New Roman"/>
            </a:endParaRPr>
          </a:p>
        </p:txBody>
      </p:sp>
      <p:pic>
        <p:nvPicPr>
          <p:cNvPr id="886" name="Google Shape;886;g3d1afc4545f_0_2224"/>
          <p:cNvPicPr preferRelativeResize="0"/>
          <p:nvPr/>
        </p:nvPicPr>
        <p:blipFill rotWithShape="1">
          <a:blip r:embed="rId6">
            <a:alphaModFix/>
          </a:blip>
          <a:srcRect b="0" l="0" r="0" t="0"/>
          <a:stretch/>
        </p:blipFill>
        <p:spPr>
          <a:xfrm>
            <a:off x="10590875" y="6330524"/>
            <a:ext cx="1500023" cy="585000"/>
          </a:xfrm>
          <a:prstGeom prst="rect">
            <a:avLst/>
          </a:prstGeom>
          <a:noFill/>
          <a:ln>
            <a:noFill/>
          </a:ln>
        </p:spPr>
      </p:pic>
      <p:pic>
        <p:nvPicPr>
          <p:cNvPr id="887" name="Google Shape;887;g3d1afc4545f_0_2224"/>
          <p:cNvPicPr preferRelativeResize="0"/>
          <p:nvPr/>
        </p:nvPicPr>
        <p:blipFill rotWithShape="1">
          <a:blip r:embed="rId9">
            <a:alphaModFix/>
          </a:blip>
          <a:srcRect b="0" l="0" r="0" t="0"/>
          <a:stretch/>
        </p:blipFill>
        <p:spPr>
          <a:xfrm>
            <a:off x="0" y="6330524"/>
            <a:ext cx="12192000" cy="1165875"/>
          </a:xfrm>
          <a:prstGeom prst="rect">
            <a:avLst/>
          </a:prstGeom>
          <a:noFill/>
          <a:ln>
            <a:noFill/>
          </a:ln>
        </p:spPr>
      </p:pic>
      <p:sp>
        <p:nvSpPr>
          <p:cNvPr id="888" name="Google Shape;888;g3d1afc4545f_0_2224"/>
          <p:cNvSpPr txBox="1"/>
          <p:nvPr/>
        </p:nvSpPr>
        <p:spPr>
          <a:xfrm>
            <a:off x="-1" y="6445547"/>
            <a:ext cx="5981100" cy="6465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chemeClr val="dk1"/>
              </a:buClr>
              <a:buSzPts val="1800"/>
              <a:buFont typeface="Arial"/>
              <a:buNone/>
            </a:pPr>
            <a:r>
              <a:rPr lang="en-US" sz="1800">
                <a:solidFill>
                  <a:schemeClr val="lt1"/>
                </a:solidFill>
                <a:latin typeface="Times New Roman"/>
                <a:ea typeface="Times New Roman"/>
                <a:cs typeface="Times New Roman"/>
                <a:sym typeface="Times New Roman"/>
              </a:rPr>
              <a:t>Applied Mathematics for Engineering [MIDTERM PROJECT]</a:t>
            </a:r>
            <a:br>
              <a:rPr b="0" i="0" lang="en-US" sz="1800" u="none" cap="none" strike="noStrike">
                <a:solidFill>
                  <a:schemeClr val="lt1"/>
                </a:solidFill>
                <a:latin typeface="Times New Roman"/>
                <a:ea typeface="Times New Roman"/>
                <a:cs typeface="Times New Roman"/>
                <a:sym typeface="Times New Roman"/>
              </a:rPr>
            </a:br>
            <a:r>
              <a:rPr b="0" i="0" lang="en-US" sz="1800" u="none" cap="none" strike="noStrike">
                <a:solidFill>
                  <a:schemeClr val="lt1"/>
                </a:solidFill>
                <a:latin typeface="Times New Roman"/>
                <a:ea typeface="Times New Roman"/>
                <a:cs typeface="Times New Roman"/>
                <a:sym typeface="Times New Roman"/>
              </a:rPr>
              <a:t>Ronit Dutta</a:t>
            </a:r>
            <a:endParaRPr b="0" i="0" sz="1800" u="none" cap="none" strike="noStrike">
              <a:solidFill>
                <a:schemeClr val="lt1"/>
              </a:solidFill>
              <a:latin typeface="Times New Roman"/>
              <a:ea typeface="Times New Roman"/>
              <a:cs typeface="Times New Roman"/>
              <a:sym typeface="Times New Roman"/>
            </a:endParaRPr>
          </a:p>
        </p:txBody>
      </p:sp>
      <p:pic>
        <p:nvPicPr>
          <p:cNvPr id="889" name="Google Shape;889;g3d1afc4545f_0_2224"/>
          <p:cNvPicPr preferRelativeResize="0"/>
          <p:nvPr/>
        </p:nvPicPr>
        <p:blipFill rotWithShape="1">
          <a:blip r:embed="rId6">
            <a:alphaModFix/>
          </a:blip>
          <a:srcRect b="0" l="0" r="0" t="0"/>
          <a:stretch/>
        </p:blipFill>
        <p:spPr>
          <a:xfrm>
            <a:off x="10579375" y="6476299"/>
            <a:ext cx="1500023" cy="585000"/>
          </a:xfrm>
          <a:prstGeom prst="rect">
            <a:avLst/>
          </a:prstGeom>
          <a:noFill/>
          <a:ln>
            <a:noFill/>
          </a:ln>
        </p:spPr>
      </p:pic>
      <p:pic>
        <p:nvPicPr>
          <p:cNvPr id="890" name="Google Shape;890;g3d1afc4545f_0_2224"/>
          <p:cNvPicPr preferRelativeResize="0"/>
          <p:nvPr/>
        </p:nvPicPr>
        <p:blipFill rotWithShape="1">
          <a:blip r:embed="rId4">
            <a:alphaModFix/>
          </a:blip>
          <a:srcRect b="0" l="0" r="0" t="0"/>
          <a:stretch/>
        </p:blipFill>
        <p:spPr>
          <a:xfrm>
            <a:off x="10590934" y="6330522"/>
            <a:ext cx="1499906" cy="585000"/>
          </a:xfrm>
          <a:prstGeom prst="rect">
            <a:avLst/>
          </a:prstGeom>
          <a:noFill/>
          <a:ln>
            <a:noFill/>
          </a:ln>
        </p:spPr>
      </p:pic>
      <p:sp>
        <p:nvSpPr>
          <p:cNvPr id="891" name="Google Shape;891;g3d1afc4545f_0_2224"/>
          <p:cNvSpPr txBox="1"/>
          <p:nvPr/>
        </p:nvSpPr>
        <p:spPr>
          <a:xfrm>
            <a:off x="-1" y="6288587"/>
            <a:ext cx="5981100" cy="3693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chemeClr val="dk1"/>
              </a:buClr>
              <a:buSzPts val="1800"/>
              <a:buFont typeface="Arial"/>
              <a:buNone/>
            </a:pPr>
            <a:r>
              <a:rPr b="0" i="0" lang="en-US" sz="1800" u="none" cap="none" strike="noStrike">
                <a:solidFill>
                  <a:schemeClr val="lt1"/>
                </a:solidFill>
                <a:latin typeface="Times New Roman"/>
                <a:ea typeface="Times New Roman"/>
                <a:cs typeface="Times New Roman"/>
                <a:sym typeface="Times New Roman"/>
              </a:rPr>
              <a:t>Term Paper Presentation | Ronit Dutta</a:t>
            </a:r>
            <a:endParaRPr b="0" i="0" sz="1800" u="none" cap="none" strike="noStrike">
              <a:solidFill>
                <a:schemeClr val="lt1"/>
              </a:solidFill>
              <a:latin typeface="Times New Roman"/>
              <a:ea typeface="Times New Roman"/>
              <a:cs typeface="Times New Roman"/>
              <a:sym typeface="Times New Roman"/>
            </a:endParaRPr>
          </a:p>
        </p:txBody>
      </p:sp>
      <p:pic>
        <p:nvPicPr>
          <p:cNvPr id="892" name="Google Shape;892;g3d1afc4545f_0_2224"/>
          <p:cNvPicPr preferRelativeResize="0"/>
          <p:nvPr/>
        </p:nvPicPr>
        <p:blipFill rotWithShape="1">
          <a:blip r:embed="rId4">
            <a:alphaModFix/>
          </a:blip>
          <a:srcRect b="0" l="0" r="0" t="0"/>
          <a:stretch/>
        </p:blipFill>
        <p:spPr>
          <a:xfrm>
            <a:off x="10590934" y="6330522"/>
            <a:ext cx="1499906" cy="585000"/>
          </a:xfrm>
          <a:prstGeom prst="rect">
            <a:avLst/>
          </a:prstGeom>
          <a:noFill/>
          <a:ln>
            <a:noFill/>
          </a:ln>
        </p:spPr>
      </p:pic>
      <p:sp>
        <p:nvSpPr>
          <p:cNvPr id="893" name="Google Shape;893;g3d1afc4545f_0_2224"/>
          <p:cNvSpPr txBox="1"/>
          <p:nvPr/>
        </p:nvSpPr>
        <p:spPr>
          <a:xfrm>
            <a:off x="-1" y="6288587"/>
            <a:ext cx="5981100" cy="3693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chemeClr val="dk1"/>
              </a:buClr>
              <a:buSzPts val="1800"/>
              <a:buFont typeface="Arial"/>
              <a:buNone/>
            </a:pPr>
            <a:r>
              <a:rPr b="0" i="0" lang="en-US" sz="1800" u="none" cap="none" strike="noStrike">
                <a:solidFill>
                  <a:schemeClr val="lt1"/>
                </a:solidFill>
                <a:latin typeface="Times New Roman"/>
                <a:ea typeface="Times New Roman"/>
                <a:cs typeface="Times New Roman"/>
                <a:sym typeface="Times New Roman"/>
              </a:rPr>
              <a:t>Term Paper Presentation | Ronit Dutta</a:t>
            </a:r>
            <a:endParaRPr b="0" i="0" sz="1800" u="none" cap="none" strike="noStrike">
              <a:solidFill>
                <a:schemeClr val="lt1"/>
              </a:solidFill>
              <a:latin typeface="Times New Roman"/>
              <a:ea typeface="Times New Roman"/>
              <a:cs typeface="Times New Roman"/>
              <a:sym typeface="Times New Roman"/>
            </a:endParaRPr>
          </a:p>
        </p:txBody>
      </p:sp>
      <p:pic>
        <p:nvPicPr>
          <p:cNvPr id="894" name="Google Shape;894;g3d1afc4545f_0_2224"/>
          <p:cNvPicPr preferRelativeResize="0"/>
          <p:nvPr/>
        </p:nvPicPr>
        <p:blipFill rotWithShape="1">
          <a:blip r:embed="rId4">
            <a:alphaModFix/>
          </a:blip>
          <a:srcRect b="0" l="0" r="0" t="0"/>
          <a:stretch/>
        </p:blipFill>
        <p:spPr>
          <a:xfrm>
            <a:off x="10590934" y="6330522"/>
            <a:ext cx="1499906" cy="585000"/>
          </a:xfrm>
          <a:prstGeom prst="rect">
            <a:avLst/>
          </a:prstGeom>
          <a:noFill/>
          <a:ln>
            <a:noFill/>
          </a:ln>
        </p:spPr>
      </p:pic>
      <p:sp>
        <p:nvSpPr>
          <p:cNvPr id="895" name="Google Shape;895;g3d1afc4545f_0_2224"/>
          <p:cNvSpPr txBox="1"/>
          <p:nvPr/>
        </p:nvSpPr>
        <p:spPr>
          <a:xfrm>
            <a:off x="-1" y="6288587"/>
            <a:ext cx="5981100" cy="6465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chemeClr val="dk1"/>
              </a:buClr>
              <a:buSzPts val="1800"/>
              <a:buFont typeface="Arial"/>
              <a:buNone/>
            </a:pPr>
            <a:r>
              <a:rPr b="0" i="0" lang="en-US" sz="1800" u="none" cap="none" strike="noStrike">
                <a:solidFill>
                  <a:schemeClr val="lt1"/>
                </a:solidFill>
                <a:latin typeface="Times New Roman"/>
                <a:ea typeface="Times New Roman"/>
                <a:cs typeface="Times New Roman"/>
                <a:sym typeface="Times New Roman"/>
              </a:rPr>
              <a:t>Machine Learning Professional</a:t>
            </a:r>
            <a:br>
              <a:rPr b="0" i="0" lang="en-US" sz="1800" u="none" cap="none" strike="noStrike">
                <a:solidFill>
                  <a:schemeClr val="lt1"/>
                </a:solidFill>
                <a:latin typeface="Times New Roman"/>
                <a:ea typeface="Times New Roman"/>
                <a:cs typeface="Times New Roman"/>
                <a:sym typeface="Times New Roman"/>
              </a:rPr>
            </a:br>
            <a:r>
              <a:rPr b="0" i="0" lang="en-US" sz="1800" u="none" cap="none" strike="noStrike">
                <a:solidFill>
                  <a:schemeClr val="lt1"/>
                </a:solidFill>
                <a:latin typeface="Times New Roman"/>
                <a:ea typeface="Times New Roman"/>
                <a:cs typeface="Times New Roman"/>
                <a:sym typeface="Times New Roman"/>
              </a:rPr>
              <a:t>Project Presentation</a:t>
            </a:r>
            <a:endParaRPr b="0" i="0" sz="1800" u="none" cap="none" strike="noStrike">
              <a:solidFill>
                <a:schemeClr val="lt1"/>
              </a:solidFill>
              <a:latin typeface="Times New Roman"/>
              <a:ea typeface="Times New Roman"/>
              <a:cs typeface="Times New Roman"/>
              <a:sym typeface="Times New Roman"/>
            </a:endParaRPr>
          </a:p>
        </p:txBody>
      </p:sp>
      <p:pic>
        <p:nvPicPr>
          <p:cNvPr id="896" name="Google Shape;896;g3d1afc4545f_0_2224"/>
          <p:cNvPicPr preferRelativeResize="0"/>
          <p:nvPr/>
        </p:nvPicPr>
        <p:blipFill rotWithShape="1">
          <a:blip r:embed="rId6">
            <a:alphaModFix/>
          </a:blip>
          <a:srcRect b="0" l="0" r="0" t="0"/>
          <a:stretch/>
        </p:blipFill>
        <p:spPr>
          <a:xfrm>
            <a:off x="10590875" y="6341462"/>
            <a:ext cx="1500023" cy="585000"/>
          </a:xfrm>
          <a:prstGeom prst="rect">
            <a:avLst/>
          </a:prstGeom>
          <a:noFill/>
          <a:ln>
            <a:noFill/>
          </a:ln>
        </p:spPr>
      </p:pic>
      <p:sp>
        <p:nvSpPr>
          <p:cNvPr id="897" name="Google Shape;897;g3d1afc4545f_0_2224"/>
          <p:cNvSpPr txBox="1"/>
          <p:nvPr/>
        </p:nvSpPr>
        <p:spPr>
          <a:xfrm>
            <a:off x="-1" y="6288587"/>
            <a:ext cx="5981100" cy="6465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chemeClr val="dk1"/>
              </a:buClr>
              <a:buSzPts val="1800"/>
              <a:buFont typeface="Arial"/>
              <a:buNone/>
            </a:pPr>
            <a:r>
              <a:rPr b="0" i="0" lang="en-US" sz="1800" u="none" cap="none" strike="noStrike">
                <a:solidFill>
                  <a:schemeClr val="lt1"/>
                </a:solidFill>
                <a:latin typeface="Times New Roman"/>
                <a:ea typeface="Times New Roman"/>
                <a:cs typeface="Times New Roman"/>
                <a:sym typeface="Times New Roman"/>
              </a:rPr>
              <a:t>Machine Learning Professional</a:t>
            </a:r>
            <a:br>
              <a:rPr b="0" i="0" lang="en-US" sz="1800" u="none" cap="none" strike="noStrike">
                <a:solidFill>
                  <a:schemeClr val="lt1"/>
                </a:solidFill>
                <a:latin typeface="Times New Roman"/>
                <a:ea typeface="Times New Roman"/>
                <a:cs typeface="Times New Roman"/>
                <a:sym typeface="Times New Roman"/>
              </a:rPr>
            </a:br>
            <a:r>
              <a:rPr b="0" i="0" lang="en-US" sz="1800" u="none" cap="none" strike="noStrike">
                <a:solidFill>
                  <a:schemeClr val="lt1"/>
                </a:solidFill>
                <a:latin typeface="Times New Roman"/>
                <a:ea typeface="Times New Roman"/>
                <a:cs typeface="Times New Roman"/>
                <a:sym typeface="Times New Roman"/>
              </a:rPr>
              <a:t>Project Presentation</a:t>
            </a:r>
            <a:endParaRPr b="0" i="0" sz="1800" u="none" cap="none" strike="noStrike">
              <a:solidFill>
                <a:schemeClr val="lt1"/>
              </a:solidFill>
              <a:latin typeface="Times New Roman"/>
              <a:ea typeface="Times New Roman"/>
              <a:cs typeface="Times New Roman"/>
              <a:sym typeface="Times New Roman"/>
            </a:endParaRPr>
          </a:p>
        </p:txBody>
      </p:sp>
      <p:pic>
        <p:nvPicPr>
          <p:cNvPr id="898" name="Google Shape;898;g3d1afc4545f_0_2224"/>
          <p:cNvPicPr preferRelativeResize="0"/>
          <p:nvPr/>
        </p:nvPicPr>
        <p:blipFill rotWithShape="1">
          <a:blip r:embed="rId6">
            <a:alphaModFix/>
          </a:blip>
          <a:srcRect b="0" l="0" r="0" t="0"/>
          <a:stretch/>
        </p:blipFill>
        <p:spPr>
          <a:xfrm>
            <a:off x="10590875" y="6330524"/>
            <a:ext cx="1500023" cy="585000"/>
          </a:xfrm>
          <a:prstGeom prst="rect">
            <a:avLst/>
          </a:prstGeom>
          <a:noFill/>
          <a:ln>
            <a:noFill/>
          </a:ln>
        </p:spPr>
      </p:pic>
      <p:sp>
        <p:nvSpPr>
          <p:cNvPr id="899" name="Google Shape;899;g3d1afc4545f_0_2224"/>
          <p:cNvSpPr txBox="1"/>
          <p:nvPr/>
        </p:nvSpPr>
        <p:spPr>
          <a:xfrm>
            <a:off x="-1" y="6234672"/>
            <a:ext cx="5981100" cy="6465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chemeClr val="dk1"/>
              </a:buClr>
              <a:buSzPts val="1800"/>
              <a:buFont typeface="Arial"/>
              <a:buNone/>
            </a:pPr>
            <a:r>
              <a:rPr b="0" i="0" lang="en-US" sz="1800" u="none" cap="none" strike="noStrike">
                <a:solidFill>
                  <a:schemeClr val="lt1"/>
                </a:solidFill>
                <a:latin typeface="Times New Roman"/>
                <a:ea typeface="Times New Roman"/>
                <a:cs typeface="Times New Roman"/>
                <a:sym typeface="Times New Roman"/>
              </a:rPr>
              <a:t>Machine Learning Professional</a:t>
            </a:r>
            <a:br>
              <a:rPr b="0" i="0" lang="en-US" sz="1800" u="none" cap="none" strike="noStrike">
                <a:solidFill>
                  <a:schemeClr val="lt1"/>
                </a:solidFill>
                <a:latin typeface="Times New Roman"/>
                <a:ea typeface="Times New Roman"/>
                <a:cs typeface="Times New Roman"/>
                <a:sym typeface="Times New Roman"/>
              </a:rPr>
            </a:br>
            <a:r>
              <a:rPr b="0" i="0" lang="en-US" sz="1800" u="none" cap="none" strike="noStrike">
                <a:solidFill>
                  <a:schemeClr val="lt1"/>
                </a:solidFill>
                <a:latin typeface="Times New Roman"/>
                <a:ea typeface="Times New Roman"/>
                <a:cs typeface="Times New Roman"/>
                <a:sym typeface="Times New Roman"/>
              </a:rPr>
              <a:t>Project Presentation</a:t>
            </a:r>
            <a:endParaRPr b="0" i="0" sz="1800" u="none" cap="none" strike="noStrike">
              <a:solidFill>
                <a:schemeClr val="lt1"/>
              </a:solidFill>
              <a:latin typeface="Times New Roman"/>
              <a:ea typeface="Times New Roman"/>
              <a:cs typeface="Times New Roman"/>
              <a:sym typeface="Times New Roman"/>
            </a:endParaRPr>
          </a:p>
        </p:txBody>
      </p:sp>
      <p:pic>
        <p:nvPicPr>
          <p:cNvPr id="900" name="Google Shape;900;g3d1afc4545f_0_2224"/>
          <p:cNvPicPr preferRelativeResize="0"/>
          <p:nvPr/>
        </p:nvPicPr>
        <p:blipFill rotWithShape="1">
          <a:blip r:embed="rId6">
            <a:alphaModFix/>
          </a:blip>
          <a:srcRect b="0" l="0" r="0" t="0"/>
          <a:stretch/>
        </p:blipFill>
        <p:spPr>
          <a:xfrm>
            <a:off x="10590875" y="6330524"/>
            <a:ext cx="1500023" cy="585000"/>
          </a:xfrm>
          <a:prstGeom prst="rect">
            <a:avLst/>
          </a:prstGeom>
          <a:noFill/>
          <a:ln>
            <a:noFill/>
          </a:ln>
        </p:spPr>
      </p:pic>
      <p:sp>
        <p:nvSpPr>
          <p:cNvPr id="901" name="Google Shape;901;g3d1afc4545f_0_2224"/>
          <p:cNvSpPr txBox="1"/>
          <p:nvPr/>
        </p:nvSpPr>
        <p:spPr>
          <a:xfrm>
            <a:off x="-1" y="6234672"/>
            <a:ext cx="5981100" cy="6465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chemeClr val="dk1"/>
              </a:buClr>
              <a:buSzPts val="1800"/>
              <a:buFont typeface="Arial"/>
              <a:buNone/>
            </a:pPr>
            <a:r>
              <a:rPr b="0" i="0" lang="en-US" sz="1800" u="none" cap="none" strike="noStrike">
                <a:solidFill>
                  <a:schemeClr val="lt1"/>
                </a:solidFill>
                <a:latin typeface="Times New Roman"/>
                <a:ea typeface="Times New Roman"/>
                <a:cs typeface="Times New Roman"/>
                <a:sym typeface="Times New Roman"/>
              </a:rPr>
              <a:t>Machine Learning Professional</a:t>
            </a:r>
            <a:br>
              <a:rPr b="0" i="0" lang="en-US" sz="1800" u="none" cap="none" strike="noStrike">
                <a:solidFill>
                  <a:schemeClr val="lt1"/>
                </a:solidFill>
                <a:latin typeface="Times New Roman"/>
                <a:ea typeface="Times New Roman"/>
                <a:cs typeface="Times New Roman"/>
                <a:sym typeface="Times New Roman"/>
              </a:rPr>
            </a:br>
            <a:r>
              <a:rPr b="0" i="0" lang="en-US" sz="1800" u="none" cap="none" strike="noStrike">
                <a:solidFill>
                  <a:schemeClr val="lt1"/>
                </a:solidFill>
                <a:latin typeface="Times New Roman"/>
                <a:ea typeface="Times New Roman"/>
                <a:cs typeface="Times New Roman"/>
                <a:sym typeface="Times New Roman"/>
              </a:rPr>
              <a:t>Project Presentation</a:t>
            </a:r>
            <a:endParaRPr b="0" i="0" sz="1800" u="none" cap="none" strike="noStrike">
              <a:solidFill>
                <a:schemeClr val="lt1"/>
              </a:solidFill>
              <a:latin typeface="Times New Roman"/>
              <a:ea typeface="Times New Roman"/>
              <a:cs typeface="Times New Roman"/>
              <a:sym typeface="Times New Roman"/>
            </a:endParaRPr>
          </a:p>
        </p:txBody>
      </p:sp>
      <p:pic>
        <p:nvPicPr>
          <p:cNvPr id="902" name="Google Shape;902;g3d1afc4545f_0_2224"/>
          <p:cNvPicPr preferRelativeResize="0"/>
          <p:nvPr/>
        </p:nvPicPr>
        <p:blipFill rotWithShape="1">
          <a:blip r:embed="rId6">
            <a:alphaModFix/>
          </a:blip>
          <a:srcRect b="0" l="0" r="0" t="0"/>
          <a:stretch/>
        </p:blipFill>
        <p:spPr>
          <a:xfrm>
            <a:off x="10590875" y="6330524"/>
            <a:ext cx="1500023" cy="585000"/>
          </a:xfrm>
          <a:prstGeom prst="rect">
            <a:avLst/>
          </a:prstGeom>
          <a:noFill/>
          <a:ln>
            <a:noFill/>
          </a:ln>
        </p:spPr>
      </p:pic>
      <p:sp>
        <p:nvSpPr>
          <p:cNvPr id="903" name="Google Shape;903;g3d1afc4545f_0_2224"/>
          <p:cNvSpPr txBox="1"/>
          <p:nvPr/>
        </p:nvSpPr>
        <p:spPr>
          <a:xfrm>
            <a:off x="-1" y="6234672"/>
            <a:ext cx="5981100" cy="6465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chemeClr val="dk1"/>
              </a:buClr>
              <a:buSzPts val="1800"/>
              <a:buFont typeface="Arial"/>
              <a:buNone/>
            </a:pPr>
            <a:r>
              <a:rPr b="0" i="0" lang="en-US" sz="1800" u="none" cap="none" strike="noStrike">
                <a:solidFill>
                  <a:schemeClr val="lt1"/>
                </a:solidFill>
                <a:latin typeface="Times New Roman"/>
                <a:ea typeface="Times New Roman"/>
                <a:cs typeface="Times New Roman"/>
                <a:sym typeface="Times New Roman"/>
              </a:rPr>
              <a:t>Nanoelectronics - Seminar Presentation</a:t>
            </a:r>
            <a:br>
              <a:rPr b="0" i="0" lang="en-US" sz="1800" u="none" cap="none" strike="noStrike">
                <a:solidFill>
                  <a:schemeClr val="lt1"/>
                </a:solidFill>
                <a:latin typeface="Times New Roman"/>
                <a:ea typeface="Times New Roman"/>
                <a:cs typeface="Times New Roman"/>
                <a:sym typeface="Times New Roman"/>
              </a:rPr>
            </a:br>
            <a:r>
              <a:rPr b="0" i="0" lang="en-US" sz="1800" u="none" cap="none" strike="noStrike">
                <a:solidFill>
                  <a:schemeClr val="lt1"/>
                </a:solidFill>
                <a:latin typeface="Times New Roman"/>
                <a:ea typeface="Times New Roman"/>
                <a:cs typeface="Times New Roman"/>
                <a:sym typeface="Times New Roman"/>
              </a:rPr>
              <a:t>Ronit Dutta</a:t>
            </a:r>
            <a:endParaRPr b="0" i="0" sz="1800" u="none" cap="none" strike="noStrike">
              <a:solidFill>
                <a:schemeClr val="lt1"/>
              </a:solidFill>
              <a:latin typeface="Times New Roman"/>
              <a:ea typeface="Times New Roman"/>
              <a:cs typeface="Times New Roman"/>
              <a:sym typeface="Times New Roman"/>
            </a:endParaRPr>
          </a:p>
        </p:txBody>
      </p:sp>
      <p:pic>
        <p:nvPicPr>
          <p:cNvPr id="904" name="Google Shape;904;g3d1afc4545f_0_2224"/>
          <p:cNvPicPr preferRelativeResize="0"/>
          <p:nvPr/>
        </p:nvPicPr>
        <p:blipFill rotWithShape="1">
          <a:blip r:embed="rId6">
            <a:alphaModFix/>
          </a:blip>
          <a:srcRect b="0" l="0" r="0" t="0"/>
          <a:stretch/>
        </p:blipFill>
        <p:spPr>
          <a:xfrm>
            <a:off x="10590875" y="6330524"/>
            <a:ext cx="1500023" cy="585000"/>
          </a:xfrm>
          <a:prstGeom prst="rect">
            <a:avLst/>
          </a:prstGeom>
          <a:noFill/>
          <a:ln>
            <a:noFill/>
          </a:ln>
        </p:spPr>
      </p:pic>
      <p:pic>
        <p:nvPicPr>
          <p:cNvPr id="905" name="Google Shape;905;g3d1afc4545f_0_2224"/>
          <p:cNvPicPr preferRelativeResize="0"/>
          <p:nvPr/>
        </p:nvPicPr>
        <p:blipFill rotWithShape="1">
          <a:blip r:embed="rId4">
            <a:alphaModFix/>
          </a:blip>
          <a:srcRect b="0" l="0" r="0" t="0"/>
          <a:stretch/>
        </p:blipFill>
        <p:spPr>
          <a:xfrm>
            <a:off x="10590934" y="6330522"/>
            <a:ext cx="1499906" cy="585000"/>
          </a:xfrm>
          <a:prstGeom prst="rect">
            <a:avLst/>
          </a:prstGeom>
          <a:noFill/>
          <a:ln>
            <a:noFill/>
          </a:ln>
        </p:spPr>
      </p:pic>
      <p:sp>
        <p:nvSpPr>
          <p:cNvPr id="906" name="Google Shape;906;g3d1afc4545f_0_2224"/>
          <p:cNvSpPr txBox="1"/>
          <p:nvPr/>
        </p:nvSpPr>
        <p:spPr>
          <a:xfrm>
            <a:off x="-1" y="6288587"/>
            <a:ext cx="5981100" cy="3693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chemeClr val="dk1"/>
              </a:buClr>
              <a:buSzPts val="1800"/>
              <a:buFont typeface="Arial"/>
              <a:buNone/>
            </a:pPr>
            <a:r>
              <a:rPr b="0" i="0" lang="en-US" sz="1800" u="none" cap="none" strike="noStrike">
                <a:solidFill>
                  <a:schemeClr val="lt1"/>
                </a:solidFill>
                <a:latin typeface="Times New Roman"/>
                <a:ea typeface="Times New Roman"/>
                <a:cs typeface="Times New Roman"/>
                <a:sym typeface="Times New Roman"/>
              </a:rPr>
              <a:t>Term Paper Presentation | Ronit Dutta</a:t>
            </a:r>
            <a:endParaRPr b="0" i="0" sz="1800" u="none" cap="none" strike="noStrike">
              <a:solidFill>
                <a:schemeClr val="lt1"/>
              </a:solidFill>
              <a:latin typeface="Times New Roman"/>
              <a:ea typeface="Times New Roman"/>
              <a:cs typeface="Times New Roman"/>
              <a:sym typeface="Times New Roman"/>
            </a:endParaRPr>
          </a:p>
        </p:txBody>
      </p:sp>
      <p:pic>
        <p:nvPicPr>
          <p:cNvPr id="907" name="Google Shape;907;g3d1afc4545f_0_2224"/>
          <p:cNvPicPr preferRelativeResize="0"/>
          <p:nvPr/>
        </p:nvPicPr>
        <p:blipFill rotWithShape="1">
          <a:blip r:embed="rId4">
            <a:alphaModFix/>
          </a:blip>
          <a:srcRect b="0" l="0" r="0" t="0"/>
          <a:stretch/>
        </p:blipFill>
        <p:spPr>
          <a:xfrm>
            <a:off x="10590934" y="6330522"/>
            <a:ext cx="1499906" cy="585000"/>
          </a:xfrm>
          <a:prstGeom prst="rect">
            <a:avLst/>
          </a:prstGeom>
          <a:noFill/>
          <a:ln>
            <a:noFill/>
          </a:ln>
        </p:spPr>
      </p:pic>
      <p:sp>
        <p:nvSpPr>
          <p:cNvPr id="908" name="Google Shape;908;g3d1afc4545f_0_2224"/>
          <p:cNvSpPr txBox="1"/>
          <p:nvPr/>
        </p:nvSpPr>
        <p:spPr>
          <a:xfrm>
            <a:off x="-1" y="6288587"/>
            <a:ext cx="5981100" cy="3693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chemeClr val="dk1"/>
              </a:buClr>
              <a:buSzPts val="1800"/>
              <a:buFont typeface="Arial"/>
              <a:buNone/>
            </a:pPr>
            <a:r>
              <a:rPr b="0" i="0" lang="en-US" sz="1800" u="none" cap="none" strike="noStrike">
                <a:solidFill>
                  <a:schemeClr val="lt1"/>
                </a:solidFill>
                <a:latin typeface="Times New Roman"/>
                <a:ea typeface="Times New Roman"/>
                <a:cs typeface="Times New Roman"/>
                <a:sym typeface="Times New Roman"/>
              </a:rPr>
              <a:t>Term Paper Presentation | Ronit Dutta</a:t>
            </a:r>
            <a:endParaRPr b="0" i="0" sz="1800" u="none" cap="none" strike="noStrike">
              <a:solidFill>
                <a:schemeClr val="lt1"/>
              </a:solidFill>
              <a:latin typeface="Times New Roman"/>
              <a:ea typeface="Times New Roman"/>
              <a:cs typeface="Times New Roman"/>
              <a:sym typeface="Times New Roman"/>
            </a:endParaRPr>
          </a:p>
        </p:txBody>
      </p:sp>
      <p:pic>
        <p:nvPicPr>
          <p:cNvPr id="909" name="Google Shape;909;g3d1afc4545f_0_2224"/>
          <p:cNvPicPr preferRelativeResize="0"/>
          <p:nvPr/>
        </p:nvPicPr>
        <p:blipFill rotWithShape="1">
          <a:blip r:embed="rId4">
            <a:alphaModFix/>
          </a:blip>
          <a:srcRect b="0" l="0" r="0" t="0"/>
          <a:stretch/>
        </p:blipFill>
        <p:spPr>
          <a:xfrm>
            <a:off x="10590934" y="6330522"/>
            <a:ext cx="1499906" cy="585000"/>
          </a:xfrm>
          <a:prstGeom prst="rect">
            <a:avLst/>
          </a:prstGeom>
          <a:noFill/>
          <a:ln>
            <a:noFill/>
          </a:ln>
        </p:spPr>
      </p:pic>
      <p:sp>
        <p:nvSpPr>
          <p:cNvPr id="910" name="Google Shape;910;g3d1afc4545f_0_2224"/>
          <p:cNvSpPr txBox="1"/>
          <p:nvPr/>
        </p:nvSpPr>
        <p:spPr>
          <a:xfrm>
            <a:off x="-1" y="6288587"/>
            <a:ext cx="5981100" cy="6465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chemeClr val="dk1"/>
              </a:buClr>
              <a:buSzPts val="1800"/>
              <a:buFont typeface="Arial"/>
              <a:buNone/>
            </a:pPr>
            <a:r>
              <a:rPr b="0" i="0" lang="en-US" sz="1800" u="none" cap="none" strike="noStrike">
                <a:solidFill>
                  <a:schemeClr val="lt1"/>
                </a:solidFill>
                <a:latin typeface="Times New Roman"/>
                <a:ea typeface="Times New Roman"/>
                <a:cs typeface="Times New Roman"/>
                <a:sym typeface="Times New Roman"/>
              </a:rPr>
              <a:t>Machine Learning Professional</a:t>
            </a:r>
            <a:br>
              <a:rPr b="0" i="0" lang="en-US" sz="1800" u="none" cap="none" strike="noStrike">
                <a:solidFill>
                  <a:schemeClr val="lt1"/>
                </a:solidFill>
                <a:latin typeface="Times New Roman"/>
                <a:ea typeface="Times New Roman"/>
                <a:cs typeface="Times New Roman"/>
                <a:sym typeface="Times New Roman"/>
              </a:rPr>
            </a:br>
            <a:r>
              <a:rPr b="0" i="0" lang="en-US" sz="1800" u="none" cap="none" strike="noStrike">
                <a:solidFill>
                  <a:schemeClr val="lt1"/>
                </a:solidFill>
                <a:latin typeface="Times New Roman"/>
                <a:ea typeface="Times New Roman"/>
                <a:cs typeface="Times New Roman"/>
                <a:sym typeface="Times New Roman"/>
              </a:rPr>
              <a:t>Project Presentation</a:t>
            </a:r>
            <a:endParaRPr b="0" i="0" sz="1800" u="none" cap="none" strike="noStrike">
              <a:solidFill>
                <a:schemeClr val="lt1"/>
              </a:solidFill>
              <a:latin typeface="Times New Roman"/>
              <a:ea typeface="Times New Roman"/>
              <a:cs typeface="Times New Roman"/>
              <a:sym typeface="Times New Roman"/>
            </a:endParaRPr>
          </a:p>
        </p:txBody>
      </p:sp>
      <p:pic>
        <p:nvPicPr>
          <p:cNvPr id="911" name="Google Shape;911;g3d1afc4545f_0_2224"/>
          <p:cNvPicPr preferRelativeResize="0"/>
          <p:nvPr/>
        </p:nvPicPr>
        <p:blipFill rotWithShape="1">
          <a:blip r:embed="rId6">
            <a:alphaModFix/>
          </a:blip>
          <a:srcRect b="0" l="0" r="0" t="0"/>
          <a:stretch/>
        </p:blipFill>
        <p:spPr>
          <a:xfrm>
            <a:off x="10590875" y="6341462"/>
            <a:ext cx="1500023" cy="585000"/>
          </a:xfrm>
          <a:prstGeom prst="rect">
            <a:avLst/>
          </a:prstGeom>
          <a:noFill/>
          <a:ln>
            <a:noFill/>
          </a:ln>
        </p:spPr>
      </p:pic>
      <p:sp>
        <p:nvSpPr>
          <p:cNvPr id="912" name="Google Shape;912;g3d1afc4545f_0_2224"/>
          <p:cNvSpPr txBox="1"/>
          <p:nvPr/>
        </p:nvSpPr>
        <p:spPr>
          <a:xfrm>
            <a:off x="-1" y="6288587"/>
            <a:ext cx="5981100" cy="6465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chemeClr val="dk1"/>
              </a:buClr>
              <a:buSzPts val="1800"/>
              <a:buFont typeface="Arial"/>
              <a:buNone/>
            </a:pPr>
            <a:r>
              <a:rPr b="0" i="0" lang="en-US" sz="1800" u="none" cap="none" strike="noStrike">
                <a:solidFill>
                  <a:schemeClr val="lt1"/>
                </a:solidFill>
                <a:latin typeface="Times New Roman"/>
                <a:ea typeface="Times New Roman"/>
                <a:cs typeface="Times New Roman"/>
                <a:sym typeface="Times New Roman"/>
              </a:rPr>
              <a:t>Machine Learning Professional</a:t>
            </a:r>
            <a:br>
              <a:rPr b="0" i="0" lang="en-US" sz="1800" u="none" cap="none" strike="noStrike">
                <a:solidFill>
                  <a:schemeClr val="lt1"/>
                </a:solidFill>
                <a:latin typeface="Times New Roman"/>
                <a:ea typeface="Times New Roman"/>
                <a:cs typeface="Times New Roman"/>
                <a:sym typeface="Times New Roman"/>
              </a:rPr>
            </a:br>
            <a:r>
              <a:rPr b="0" i="0" lang="en-US" sz="1800" u="none" cap="none" strike="noStrike">
                <a:solidFill>
                  <a:schemeClr val="lt1"/>
                </a:solidFill>
                <a:latin typeface="Times New Roman"/>
                <a:ea typeface="Times New Roman"/>
                <a:cs typeface="Times New Roman"/>
                <a:sym typeface="Times New Roman"/>
              </a:rPr>
              <a:t>Project Presentation</a:t>
            </a:r>
            <a:endParaRPr b="0" i="0" sz="1800" u="none" cap="none" strike="noStrike">
              <a:solidFill>
                <a:schemeClr val="lt1"/>
              </a:solidFill>
              <a:latin typeface="Times New Roman"/>
              <a:ea typeface="Times New Roman"/>
              <a:cs typeface="Times New Roman"/>
              <a:sym typeface="Times New Roman"/>
            </a:endParaRPr>
          </a:p>
        </p:txBody>
      </p:sp>
      <p:pic>
        <p:nvPicPr>
          <p:cNvPr id="913" name="Google Shape;913;g3d1afc4545f_0_2224"/>
          <p:cNvPicPr preferRelativeResize="0"/>
          <p:nvPr/>
        </p:nvPicPr>
        <p:blipFill rotWithShape="1">
          <a:blip r:embed="rId6">
            <a:alphaModFix/>
          </a:blip>
          <a:srcRect b="0" l="0" r="0" t="0"/>
          <a:stretch/>
        </p:blipFill>
        <p:spPr>
          <a:xfrm>
            <a:off x="10590875" y="6330524"/>
            <a:ext cx="1500023" cy="585000"/>
          </a:xfrm>
          <a:prstGeom prst="rect">
            <a:avLst/>
          </a:prstGeom>
          <a:noFill/>
          <a:ln>
            <a:noFill/>
          </a:ln>
        </p:spPr>
      </p:pic>
      <p:sp>
        <p:nvSpPr>
          <p:cNvPr id="914" name="Google Shape;914;g3d1afc4545f_0_2224"/>
          <p:cNvSpPr txBox="1"/>
          <p:nvPr/>
        </p:nvSpPr>
        <p:spPr>
          <a:xfrm>
            <a:off x="-1" y="6234672"/>
            <a:ext cx="5981100" cy="6465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chemeClr val="dk1"/>
              </a:buClr>
              <a:buSzPts val="1800"/>
              <a:buFont typeface="Arial"/>
              <a:buNone/>
            </a:pPr>
            <a:r>
              <a:rPr b="0" i="0" lang="en-US" sz="1800" u="none" cap="none" strike="noStrike">
                <a:solidFill>
                  <a:schemeClr val="lt1"/>
                </a:solidFill>
                <a:latin typeface="Times New Roman"/>
                <a:ea typeface="Times New Roman"/>
                <a:cs typeface="Times New Roman"/>
                <a:sym typeface="Times New Roman"/>
              </a:rPr>
              <a:t>Machine Learning Professional</a:t>
            </a:r>
            <a:br>
              <a:rPr b="0" i="0" lang="en-US" sz="1800" u="none" cap="none" strike="noStrike">
                <a:solidFill>
                  <a:schemeClr val="lt1"/>
                </a:solidFill>
                <a:latin typeface="Times New Roman"/>
                <a:ea typeface="Times New Roman"/>
                <a:cs typeface="Times New Roman"/>
                <a:sym typeface="Times New Roman"/>
              </a:rPr>
            </a:br>
            <a:r>
              <a:rPr b="0" i="0" lang="en-US" sz="1800" u="none" cap="none" strike="noStrike">
                <a:solidFill>
                  <a:schemeClr val="lt1"/>
                </a:solidFill>
                <a:latin typeface="Times New Roman"/>
                <a:ea typeface="Times New Roman"/>
                <a:cs typeface="Times New Roman"/>
                <a:sym typeface="Times New Roman"/>
              </a:rPr>
              <a:t>Project Presentation</a:t>
            </a:r>
            <a:endParaRPr b="0" i="0" sz="1800" u="none" cap="none" strike="noStrike">
              <a:solidFill>
                <a:schemeClr val="lt1"/>
              </a:solidFill>
              <a:latin typeface="Times New Roman"/>
              <a:ea typeface="Times New Roman"/>
              <a:cs typeface="Times New Roman"/>
              <a:sym typeface="Times New Roman"/>
            </a:endParaRPr>
          </a:p>
        </p:txBody>
      </p:sp>
      <p:pic>
        <p:nvPicPr>
          <p:cNvPr id="915" name="Google Shape;915;g3d1afc4545f_0_2224"/>
          <p:cNvPicPr preferRelativeResize="0"/>
          <p:nvPr/>
        </p:nvPicPr>
        <p:blipFill rotWithShape="1">
          <a:blip r:embed="rId6">
            <a:alphaModFix/>
          </a:blip>
          <a:srcRect b="0" l="0" r="0" t="0"/>
          <a:stretch/>
        </p:blipFill>
        <p:spPr>
          <a:xfrm>
            <a:off x="10590875" y="6330524"/>
            <a:ext cx="1500023" cy="585000"/>
          </a:xfrm>
          <a:prstGeom prst="rect">
            <a:avLst/>
          </a:prstGeom>
          <a:noFill/>
          <a:ln>
            <a:noFill/>
          </a:ln>
        </p:spPr>
      </p:pic>
      <p:sp>
        <p:nvSpPr>
          <p:cNvPr id="916" name="Google Shape;916;g3d1afc4545f_0_2224"/>
          <p:cNvSpPr txBox="1"/>
          <p:nvPr/>
        </p:nvSpPr>
        <p:spPr>
          <a:xfrm>
            <a:off x="-1" y="6234672"/>
            <a:ext cx="5981100" cy="6465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chemeClr val="dk1"/>
              </a:buClr>
              <a:buSzPts val="1800"/>
              <a:buFont typeface="Arial"/>
              <a:buNone/>
            </a:pPr>
            <a:r>
              <a:rPr b="0" i="0" lang="en-US" sz="1800" u="none" cap="none" strike="noStrike">
                <a:solidFill>
                  <a:schemeClr val="lt1"/>
                </a:solidFill>
                <a:latin typeface="Times New Roman"/>
                <a:ea typeface="Times New Roman"/>
                <a:cs typeface="Times New Roman"/>
                <a:sym typeface="Times New Roman"/>
              </a:rPr>
              <a:t>Machine Learning Professional</a:t>
            </a:r>
            <a:br>
              <a:rPr b="0" i="0" lang="en-US" sz="1800" u="none" cap="none" strike="noStrike">
                <a:solidFill>
                  <a:schemeClr val="lt1"/>
                </a:solidFill>
                <a:latin typeface="Times New Roman"/>
                <a:ea typeface="Times New Roman"/>
                <a:cs typeface="Times New Roman"/>
                <a:sym typeface="Times New Roman"/>
              </a:rPr>
            </a:br>
            <a:r>
              <a:rPr b="0" i="0" lang="en-US" sz="1800" u="none" cap="none" strike="noStrike">
                <a:solidFill>
                  <a:schemeClr val="lt1"/>
                </a:solidFill>
                <a:latin typeface="Times New Roman"/>
                <a:ea typeface="Times New Roman"/>
                <a:cs typeface="Times New Roman"/>
                <a:sym typeface="Times New Roman"/>
              </a:rPr>
              <a:t>Project Presentation</a:t>
            </a:r>
            <a:endParaRPr b="0" i="0" sz="1800" u="none" cap="none" strike="noStrike">
              <a:solidFill>
                <a:schemeClr val="lt1"/>
              </a:solidFill>
              <a:latin typeface="Times New Roman"/>
              <a:ea typeface="Times New Roman"/>
              <a:cs typeface="Times New Roman"/>
              <a:sym typeface="Times New Roman"/>
            </a:endParaRPr>
          </a:p>
        </p:txBody>
      </p:sp>
      <p:pic>
        <p:nvPicPr>
          <p:cNvPr id="917" name="Google Shape;917;g3d1afc4545f_0_2224"/>
          <p:cNvPicPr preferRelativeResize="0"/>
          <p:nvPr/>
        </p:nvPicPr>
        <p:blipFill rotWithShape="1">
          <a:blip r:embed="rId6">
            <a:alphaModFix/>
          </a:blip>
          <a:srcRect b="0" l="0" r="0" t="0"/>
          <a:stretch/>
        </p:blipFill>
        <p:spPr>
          <a:xfrm>
            <a:off x="10590875" y="6330524"/>
            <a:ext cx="1500023" cy="585000"/>
          </a:xfrm>
          <a:prstGeom prst="rect">
            <a:avLst/>
          </a:prstGeom>
          <a:noFill/>
          <a:ln>
            <a:noFill/>
          </a:ln>
        </p:spPr>
      </p:pic>
      <p:sp>
        <p:nvSpPr>
          <p:cNvPr id="918" name="Google Shape;918;g3d1afc4545f_0_2224"/>
          <p:cNvSpPr txBox="1"/>
          <p:nvPr/>
        </p:nvSpPr>
        <p:spPr>
          <a:xfrm>
            <a:off x="-1" y="6234672"/>
            <a:ext cx="5981100" cy="6465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chemeClr val="dk1"/>
              </a:buClr>
              <a:buSzPts val="1800"/>
              <a:buFont typeface="Arial"/>
              <a:buNone/>
            </a:pPr>
            <a:r>
              <a:rPr b="0" i="0" lang="en-US" sz="1800" u="none" cap="none" strike="noStrike">
                <a:solidFill>
                  <a:schemeClr val="lt1"/>
                </a:solidFill>
                <a:latin typeface="Times New Roman"/>
                <a:ea typeface="Times New Roman"/>
                <a:cs typeface="Times New Roman"/>
                <a:sym typeface="Times New Roman"/>
              </a:rPr>
              <a:t>Nanoelectronics - Seminar Presentation</a:t>
            </a:r>
            <a:br>
              <a:rPr b="0" i="0" lang="en-US" sz="1800" u="none" cap="none" strike="noStrike">
                <a:solidFill>
                  <a:schemeClr val="lt1"/>
                </a:solidFill>
                <a:latin typeface="Times New Roman"/>
                <a:ea typeface="Times New Roman"/>
                <a:cs typeface="Times New Roman"/>
                <a:sym typeface="Times New Roman"/>
              </a:rPr>
            </a:br>
            <a:r>
              <a:rPr b="0" i="0" lang="en-US" sz="1800" u="none" cap="none" strike="noStrike">
                <a:solidFill>
                  <a:schemeClr val="lt1"/>
                </a:solidFill>
                <a:latin typeface="Times New Roman"/>
                <a:ea typeface="Times New Roman"/>
                <a:cs typeface="Times New Roman"/>
                <a:sym typeface="Times New Roman"/>
              </a:rPr>
              <a:t>Ronit Dutta</a:t>
            </a:r>
            <a:endParaRPr b="0" i="0" sz="1800" u="none" cap="none" strike="noStrike">
              <a:solidFill>
                <a:schemeClr val="lt1"/>
              </a:solidFill>
              <a:latin typeface="Times New Roman"/>
              <a:ea typeface="Times New Roman"/>
              <a:cs typeface="Times New Roman"/>
              <a:sym typeface="Times New Roman"/>
            </a:endParaRPr>
          </a:p>
        </p:txBody>
      </p:sp>
      <p:pic>
        <p:nvPicPr>
          <p:cNvPr id="919" name="Google Shape;919;g3d1afc4545f_0_2224"/>
          <p:cNvPicPr preferRelativeResize="0"/>
          <p:nvPr/>
        </p:nvPicPr>
        <p:blipFill rotWithShape="1">
          <a:blip r:embed="rId6">
            <a:alphaModFix/>
          </a:blip>
          <a:srcRect b="0" l="0" r="0" t="0"/>
          <a:stretch/>
        </p:blipFill>
        <p:spPr>
          <a:xfrm>
            <a:off x="10590875" y="6330524"/>
            <a:ext cx="1500023" cy="585000"/>
          </a:xfrm>
          <a:prstGeom prst="rect">
            <a:avLst/>
          </a:prstGeom>
          <a:noFill/>
          <a:ln>
            <a:noFill/>
          </a:ln>
        </p:spPr>
      </p:pic>
      <p:pic>
        <p:nvPicPr>
          <p:cNvPr id="920" name="Google Shape;920;g3d1afc4545f_0_2224"/>
          <p:cNvPicPr preferRelativeResize="0"/>
          <p:nvPr/>
        </p:nvPicPr>
        <p:blipFill rotWithShape="1">
          <a:blip r:embed="rId9">
            <a:alphaModFix/>
          </a:blip>
          <a:srcRect b="0" l="0" r="0" t="0"/>
          <a:stretch/>
        </p:blipFill>
        <p:spPr>
          <a:xfrm>
            <a:off x="0" y="6234674"/>
            <a:ext cx="12192000" cy="1165875"/>
          </a:xfrm>
          <a:prstGeom prst="rect">
            <a:avLst/>
          </a:prstGeom>
          <a:noFill/>
          <a:ln>
            <a:noFill/>
          </a:ln>
        </p:spPr>
      </p:pic>
      <p:sp>
        <p:nvSpPr>
          <p:cNvPr id="921" name="Google Shape;921;g3d1afc4545f_0_2224"/>
          <p:cNvSpPr txBox="1"/>
          <p:nvPr/>
        </p:nvSpPr>
        <p:spPr>
          <a:xfrm>
            <a:off x="-1" y="6310697"/>
            <a:ext cx="5981100" cy="6465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chemeClr val="dk1"/>
              </a:buClr>
              <a:buSzPts val="1800"/>
              <a:buFont typeface="Arial"/>
              <a:buNone/>
            </a:pPr>
            <a:r>
              <a:rPr lang="en-US" sz="1800">
                <a:solidFill>
                  <a:schemeClr val="lt1"/>
                </a:solidFill>
                <a:latin typeface="Times New Roman"/>
                <a:ea typeface="Times New Roman"/>
                <a:cs typeface="Times New Roman"/>
                <a:sym typeface="Times New Roman"/>
              </a:rPr>
              <a:t>Applied Mathematics for Engineering [MIDTERM PROJECT]</a:t>
            </a:r>
            <a:br>
              <a:rPr b="0" i="0" lang="en-US" sz="1800" u="none" cap="none" strike="noStrike">
                <a:solidFill>
                  <a:schemeClr val="lt1"/>
                </a:solidFill>
                <a:latin typeface="Times New Roman"/>
                <a:ea typeface="Times New Roman"/>
                <a:cs typeface="Times New Roman"/>
                <a:sym typeface="Times New Roman"/>
              </a:rPr>
            </a:br>
            <a:r>
              <a:rPr b="0" i="0" lang="en-US" sz="1800" u="none" cap="none" strike="noStrike">
                <a:solidFill>
                  <a:schemeClr val="lt1"/>
                </a:solidFill>
                <a:latin typeface="Times New Roman"/>
                <a:ea typeface="Times New Roman"/>
                <a:cs typeface="Times New Roman"/>
                <a:sym typeface="Times New Roman"/>
              </a:rPr>
              <a:t>Ronit Dutta</a:t>
            </a:r>
            <a:endParaRPr b="0" i="0" sz="1800" u="none" cap="none" strike="noStrike">
              <a:solidFill>
                <a:schemeClr val="lt1"/>
              </a:solidFill>
              <a:latin typeface="Times New Roman"/>
              <a:ea typeface="Times New Roman"/>
              <a:cs typeface="Times New Roman"/>
              <a:sym typeface="Times New Roman"/>
            </a:endParaRPr>
          </a:p>
        </p:txBody>
      </p:sp>
      <p:pic>
        <p:nvPicPr>
          <p:cNvPr id="922" name="Google Shape;922;g3d1afc4545f_0_2224"/>
          <p:cNvPicPr preferRelativeResize="0"/>
          <p:nvPr/>
        </p:nvPicPr>
        <p:blipFill rotWithShape="1">
          <a:blip r:embed="rId6">
            <a:alphaModFix/>
          </a:blip>
          <a:srcRect b="0" l="0" r="0" t="0"/>
          <a:stretch/>
        </p:blipFill>
        <p:spPr>
          <a:xfrm>
            <a:off x="10579375" y="6341449"/>
            <a:ext cx="1500023" cy="585000"/>
          </a:xfrm>
          <a:prstGeom prst="rect">
            <a:avLst/>
          </a:prstGeom>
          <a:noFill/>
          <a:ln>
            <a:noFill/>
          </a:ln>
        </p:spPr>
      </p:pic>
      <p:pic>
        <p:nvPicPr>
          <p:cNvPr id="923" name="Google Shape;923;g3d1afc4545f_0_2224"/>
          <p:cNvPicPr preferRelativeResize="0"/>
          <p:nvPr/>
        </p:nvPicPr>
        <p:blipFill rotWithShape="1">
          <a:blip r:embed="rId9">
            <a:alphaModFix/>
          </a:blip>
          <a:srcRect b="0" l="0" r="0" t="0"/>
          <a:stretch/>
        </p:blipFill>
        <p:spPr>
          <a:xfrm>
            <a:off x="0" y="6330524"/>
            <a:ext cx="12192000" cy="1165875"/>
          </a:xfrm>
          <a:prstGeom prst="rect">
            <a:avLst/>
          </a:prstGeom>
          <a:noFill/>
          <a:ln>
            <a:noFill/>
          </a:ln>
        </p:spPr>
      </p:pic>
      <p:sp>
        <p:nvSpPr>
          <p:cNvPr id="924" name="Google Shape;924;g3d1afc4545f_0_2224"/>
          <p:cNvSpPr txBox="1"/>
          <p:nvPr/>
        </p:nvSpPr>
        <p:spPr>
          <a:xfrm>
            <a:off x="-1" y="6445547"/>
            <a:ext cx="5981100" cy="6465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chemeClr val="dk1"/>
              </a:buClr>
              <a:buSzPts val="1800"/>
              <a:buFont typeface="Arial"/>
              <a:buNone/>
            </a:pPr>
            <a:r>
              <a:rPr lang="en-US" sz="1800">
                <a:solidFill>
                  <a:schemeClr val="lt1"/>
                </a:solidFill>
                <a:latin typeface="Times New Roman"/>
                <a:ea typeface="Times New Roman"/>
                <a:cs typeface="Times New Roman"/>
                <a:sym typeface="Times New Roman"/>
              </a:rPr>
              <a:t>Applied Mathematics for Engineering [MIDTERM PROJECT]</a:t>
            </a:r>
            <a:br>
              <a:rPr b="0" i="0" lang="en-US" sz="1800" u="none" cap="none" strike="noStrike">
                <a:solidFill>
                  <a:schemeClr val="lt1"/>
                </a:solidFill>
                <a:latin typeface="Times New Roman"/>
                <a:ea typeface="Times New Roman"/>
                <a:cs typeface="Times New Roman"/>
                <a:sym typeface="Times New Roman"/>
              </a:rPr>
            </a:br>
            <a:r>
              <a:rPr b="0" i="0" lang="en-US" sz="1800" u="none" cap="none" strike="noStrike">
                <a:solidFill>
                  <a:schemeClr val="lt1"/>
                </a:solidFill>
                <a:latin typeface="Times New Roman"/>
                <a:ea typeface="Times New Roman"/>
                <a:cs typeface="Times New Roman"/>
                <a:sym typeface="Times New Roman"/>
              </a:rPr>
              <a:t>Ronit Dutta</a:t>
            </a:r>
            <a:endParaRPr b="0" i="0" sz="1800" u="none" cap="none" strike="noStrike">
              <a:solidFill>
                <a:schemeClr val="lt1"/>
              </a:solidFill>
              <a:latin typeface="Times New Roman"/>
              <a:ea typeface="Times New Roman"/>
              <a:cs typeface="Times New Roman"/>
              <a:sym typeface="Times New Roman"/>
            </a:endParaRPr>
          </a:p>
        </p:txBody>
      </p:sp>
      <p:pic>
        <p:nvPicPr>
          <p:cNvPr id="925" name="Google Shape;925;g3d1afc4545f_0_2224"/>
          <p:cNvPicPr preferRelativeResize="0"/>
          <p:nvPr/>
        </p:nvPicPr>
        <p:blipFill rotWithShape="1">
          <a:blip r:embed="rId6">
            <a:alphaModFix/>
          </a:blip>
          <a:srcRect b="0" l="0" r="0" t="0"/>
          <a:stretch/>
        </p:blipFill>
        <p:spPr>
          <a:xfrm>
            <a:off x="10579375" y="6476299"/>
            <a:ext cx="1500023" cy="585000"/>
          </a:xfrm>
          <a:prstGeom prst="rect">
            <a:avLst/>
          </a:prstGeom>
          <a:noFill/>
          <a:ln>
            <a:noFill/>
          </a:ln>
        </p:spPr>
      </p:pic>
      <p:pic>
        <p:nvPicPr>
          <p:cNvPr id="926" name="Google Shape;926;g3d1afc4545f_0_2224"/>
          <p:cNvPicPr preferRelativeResize="0"/>
          <p:nvPr/>
        </p:nvPicPr>
        <p:blipFill rotWithShape="1">
          <a:blip r:embed="rId4">
            <a:alphaModFix/>
          </a:blip>
          <a:srcRect b="0" l="0" r="0" t="0"/>
          <a:stretch/>
        </p:blipFill>
        <p:spPr>
          <a:xfrm>
            <a:off x="10590934" y="6330522"/>
            <a:ext cx="1499906" cy="585000"/>
          </a:xfrm>
          <a:prstGeom prst="rect">
            <a:avLst/>
          </a:prstGeom>
          <a:noFill/>
          <a:ln>
            <a:noFill/>
          </a:ln>
        </p:spPr>
      </p:pic>
      <p:sp>
        <p:nvSpPr>
          <p:cNvPr id="927" name="Google Shape;927;g3d1afc4545f_0_2224"/>
          <p:cNvSpPr txBox="1"/>
          <p:nvPr/>
        </p:nvSpPr>
        <p:spPr>
          <a:xfrm>
            <a:off x="-1" y="6288587"/>
            <a:ext cx="5981100" cy="3693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chemeClr val="dk1"/>
              </a:buClr>
              <a:buSzPts val="1800"/>
              <a:buFont typeface="Arial"/>
              <a:buNone/>
            </a:pPr>
            <a:r>
              <a:rPr b="0" i="0" lang="en-US" sz="1800" u="none" cap="none" strike="noStrike">
                <a:solidFill>
                  <a:schemeClr val="lt1"/>
                </a:solidFill>
                <a:latin typeface="Times New Roman"/>
                <a:ea typeface="Times New Roman"/>
                <a:cs typeface="Times New Roman"/>
                <a:sym typeface="Times New Roman"/>
              </a:rPr>
              <a:t>Term Paper Presentation | Ronit Dutta</a:t>
            </a:r>
            <a:endParaRPr b="0" i="0" sz="1800" u="none" cap="none" strike="noStrike">
              <a:solidFill>
                <a:schemeClr val="lt1"/>
              </a:solidFill>
              <a:latin typeface="Times New Roman"/>
              <a:ea typeface="Times New Roman"/>
              <a:cs typeface="Times New Roman"/>
              <a:sym typeface="Times New Roman"/>
            </a:endParaRPr>
          </a:p>
        </p:txBody>
      </p:sp>
      <p:pic>
        <p:nvPicPr>
          <p:cNvPr id="928" name="Google Shape;928;g3d1afc4545f_0_2224"/>
          <p:cNvPicPr preferRelativeResize="0"/>
          <p:nvPr/>
        </p:nvPicPr>
        <p:blipFill rotWithShape="1">
          <a:blip r:embed="rId4">
            <a:alphaModFix/>
          </a:blip>
          <a:srcRect b="0" l="0" r="0" t="0"/>
          <a:stretch/>
        </p:blipFill>
        <p:spPr>
          <a:xfrm>
            <a:off x="10590934" y="6330522"/>
            <a:ext cx="1499906" cy="585000"/>
          </a:xfrm>
          <a:prstGeom prst="rect">
            <a:avLst/>
          </a:prstGeom>
          <a:noFill/>
          <a:ln>
            <a:noFill/>
          </a:ln>
        </p:spPr>
      </p:pic>
      <p:sp>
        <p:nvSpPr>
          <p:cNvPr id="929" name="Google Shape;929;g3d1afc4545f_0_2224"/>
          <p:cNvSpPr txBox="1"/>
          <p:nvPr/>
        </p:nvSpPr>
        <p:spPr>
          <a:xfrm>
            <a:off x="-1" y="6288587"/>
            <a:ext cx="5981100" cy="3693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chemeClr val="dk1"/>
              </a:buClr>
              <a:buSzPts val="1800"/>
              <a:buFont typeface="Arial"/>
              <a:buNone/>
            </a:pPr>
            <a:r>
              <a:rPr b="0" i="0" lang="en-US" sz="1800" u="none" cap="none" strike="noStrike">
                <a:solidFill>
                  <a:schemeClr val="lt1"/>
                </a:solidFill>
                <a:latin typeface="Times New Roman"/>
                <a:ea typeface="Times New Roman"/>
                <a:cs typeface="Times New Roman"/>
                <a:sym typeface="Times New Roman"/>
              </a:rPr>
              <a:t>Term Paper Presentation | Ronit Dutta</a:t>
            </a:r>
            <a:endParaRPr b="0" i="0" sz="1800" u="none" cap="none" strike="noStrike">
              <a:solidFill>
                <a:schemeClr val="lt1"/>
              </a:solidFill>
              <a:latin typeface="Times New Roman"/>
              <a:ea typeface="Times New Roman"/>
              <a:cs typeface="Times New Roman"/>
              <a:sym typeface="Times New Roman"/>
            </a:endParaRPr>
          </a:p>
        </p:txBody>
      </p:sp>
      <p:pic>
        <p:nvPicPr>
          <p:cNvPr id="930" name="Google Shape;930;g3d1afc4545f_0_2224"/>
          <p:cNvPicPr preferRelativeResize="0"/>
          <p:nvPr/>
        </p:nvPicPr>
        <p:blipFill rotWithShape="1">
          <a:blip r:embed="rId4">
            <a:alphaModFix/>
          </a:blip>
          <a:srcRect b="0" l="0" r="0" t="0"/>
          <a:stretch/>
        </p:blipFill>
        <p:spPr>
          <a:xfrm>
            <a:off x="10590934" y="6330522"/>
            <a:ext cx="1499906" cy="585000"/>
          </a:xfrm>
          <a:prstGeom prst="rect">
            <a:avLst/>
          </a:prstGeom>
          <a:noFill/>
          <a:ln>
            <a:noFill/>
          </a:ln>
        </p:spPr>
      </p:pic>
      <p:sp>
        <p:nvSpPr>
          <p:cNvPr id="931" name="Google Shape;931;g3d1afc4545f_0_2224"/>
          <p:cNvSpPr txBox="1"/>
          <p:nvPr/>
        </p:nvSpPr>
        <p:spPr>
          <a:xfrm>
            <a:off x="-1" y="6288587"/>
            <a:ext cx="5981100" cy="6465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chemeClr val="dk1"/>
              </a:buClr>
              <a:buSzPts val="1800"/>
              <a:buFont typeface="Arial"/>
              <a:buNone/>
            </a:pPr>
            <a:r>
              <a:rPr b="0" i="0" lang="en-US" sz="1800" u="none" cap="none" strike="noStrike">
                <a:solidFill>
                  <a:schemeClr val="lt1"/>
                </a:solidFill>
                <a:latin typeface="Times New Roman"/>
                <a:ea typeface="Times New Roman"/>
                <a:cs typeface="Times New Roman"/>
                <a:sym typeface="Times New Roman"/>
              </a:rPr>
              <a:t>Machine Learning Professional</a:t>
            </a:r>
            <a:br>
              <a:rPr b="0" i="0" lang="en-US" sz="1800" u="none" cap="none" strike="noStrike">
                <a:solidFill>
                  <a:schemeClr val="lt1"/>
                </a:solidFill>
                <a:latin typeface="Times New Roman"/>
                <a:ea typeface="Times New Roman"/>
                <a:cs typeface="Times New Roman"/>
                <a:sym typeface="Times New Roman"/>
              </a:rPr>
            </a:br>
            <a:r>
              <a:rPr b="0" i="0" lang="en-US" sz="1800" u="none" cap="none" strike="noStrike">
                <a:solidFill>
                  <a:schemeClr val="lt1"/>
                </a:solidFill>
                <a:latin typeface="Times New Roman"/>
                <a:ea typeface="Times New Roman"/>
                <a:cs typeface="Times New Roman"/>
                <a:sym typeface="Times New Roman"/>
              </a:rPr>
              <a:t>Project Presentation</a:t>
            </a:r>
            <a:endParaRPr b="0" i="0" sz="1800" u="none" cap="none" strike="noStrike">
              <a:solidFill>
                <a:schemeClr val="lt1"/>
              </a:solidFill>
              <a:latin typeface="Times New Roman"/>
              <a:ea typeface="Times New Roman"/>
              <a:cs typeface="Times New Roman"/>
              <a:sym typeface="Times New Roman"/>
            </a:endParaRPr>
          </a:p>
        </p:txBody>
      </p:sp>
      <p:pic>
        <p:nvPicPr>
          <p:cNvPr id="932" name="Google Shape;932;g3d1afc4545f_0_2224"/>
          <p:cNvPicPr preferRelativeResize="0"/>
          <p:nvPr/>
        </p:nvPicPr>
        <p:blipFill rotWithShape="1">
          <a:blip r:embed="rId6">
            <a:alphaModFix/>
          </a:blip>
          <a:srcRect b="0" l="0" r="0" t="0"/>
          <a:stretch/>
        </p:blipFill>
        <p:spPr>
          <a:xfrm>
            <a:off x="10590875" y="6341462"/>
            <a:ext cx="1500023" cy="585000"/>
          </a:xfrm>
          <a:prstGeom prst="rect">
            <a:avLst/>
          </a:prstGeom>
          <a:noFill/>
          <a:ln>
            <a:noFill/>
          </a:ln>
        </p:spPr>
      </p:pic>
      <p:sp>
        <p:nvSpPr>
          <p:cNvPr id="933" name="Google Shape;933;g3d1afc4545f_0_2224"/>
          <p:cNvSpPr txBox="1"/>
          <p:nvPr/>
        </p:nvSpPr>
        <p:spPr>
          <a:xfrm>
            <a:off x="-1" y="6288587"/>
            <a:ext cx="5981100" cy="6465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chemeClr val="dk1"/>
              </a:buClr>
              <a:buSzPts val="1800"/>
              <a:buFont typeface="Arial"/>
              <a:buNone/>
            </a:pPr>
            <a:r>
              <a:rPr b="0" i="0" lang="en-US" sz="1800" u="none" cap="none" strike="noStrike">
                <a:solidFill>
                  <a:schemeClr val="lt1"/>
                </a:solidFill>
                <a:latin typeface="Times New Roman"/>
                <a:ea typeface="Times New Roman"/>
                <a:cs typeface="Times New Roman"/>
                <a:sym typeface="Times New Roman"/>
              </a:rPr>
              <a:t>Machine Learning Professional</a:t>
            </a:r>
            <a:br>
              <a:rPr b="0" i="0" lang="en-US" sz="1800" u="none" cap="none" strike="noStrike">
                <a:solidFill>
                  <a:schemeClr val="lt1"/>
                </a:solidFill>
                <a:latin typeface="Times New Roman"/>
                <a:ea typeface="Times New Roman"/>
                <a:cs typeface="Times New Roman"/>
                <a:sym typeface="Times New Roman"/>
              </a:rPr>
            </a:br>
            <a:r>
              <a:rPr b="0" i="0" lang="en-US" sz="1800" u="none" cap="none" strike="noStrike">
                <a:solidFill>
                  <a:schemeClr val="lt1"/>
                </a:solidFill>
                <a:latin typeface="Times New Roman"/>
                <a:ea typeface="Times New Roman"/>
                <a:cs typeface="Times New Roman"/>
                <a:sym typeface="Times New Roman"/>
              </a:rPr>
              <a:t>Project Presentation</a:t>
            </a:r>
            <a:endParaRPr b="0" i="0" sz="1800" u="none" cap="none" strike="noStrike">
              <a:solidFill>
                <a:schemeClr val="lt1"/>
              </a:solidFill>
              <a:latin typeface="Times New Roman"/>
              <a:ea typeface="Times New Roman"/>
              <a:cs typeface="Times New Roman"/>
              <a:sym typeface="Times New Roman"/>
            </a:endParaRPr>
          </a:p>
        </p:txBody>
      </p:sp>
      <p:pic>
        <p:nvPicPr>
          <p:cNvPr id="934" name="Google Shape;934;g3d1afc4545f_0_2224"/>
          <p:cNvPicPr preferRelativeResize="0"/>
          <p:nvPr/>
        </p:nvPicPr>
        <p:blipFill rotWithShape="1">
          <a:blip r:embed="rId6">
            <a:alphaModFix/>
          </a:blip>
          <a:srcRect b="0" l="0" r="0" t="0"/>
          <a:stretch/>
        </p:blipFill>
        <p:spPr>
          <a:xfrm>
            <a:off x="10590875" y="6330524"/>
            <a:ext cx="1500023" cy="585000"/>
          </a:xfrm>
          <a:prstGeom prst="rect">
            <a:avLst/>
          </a:prstGeom>
          <a:noFill/>
          <a:ln>
            <a:noFill/>
          </a:ln>
        </p:spPr>
      </p:pic>
      <p:sp>
        <p:nvSpPr>
          <p:cNvPr id="935" name="Google Shape;935;g3d1afc4545f_0_2224"/>
          <p:cNvSpPr txBox="1"/>
          <p:nvPr/>
        </p:nvSpPr>
        <p:spPr>
          <a:xfrm>
            <a:off x="-1" y="6234672"/>
            <a:ext cx="5981100" cy="6465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chemeClr val="dk1"/>
              </a:buClr>
              <a:buSzPts val="1800"/>
              <a:buFont typeface="Arial"/>
              <a:buNone/>
            </a:pPr>
            <a:r>
              <a:rPr b="0" i="0" lang="en-US" sz="1800" u="none" cap="none" strike="noStrike">
                <a:solidFill>
                  <a:schemeClr val="lt1"/>
                </a:solidFill>
                <a:latin typeface="Times New Roman"/>
                <a:ea typeface="Times New Roman"/>
                <a:cs typeface="Times New Roman"/>
                <a:sym typeface="Times New Roman"/>
              </a:rPr>
              <a:t>Machine Learning Professional</a:t>
            </a:r>
            <a:br>
              <a:rPr b="0" i="0" lang="en-US" sz="1800" u="none" cap="none" strike="noStrike">
                <a:solidFill>
                  <a:schemeClr val="lt1"/>
                </a:solidFill>
                <a:latin typeface="Times New Roman"/>
                <a:ea typeface="Times New Roman"/>
                <a:cs typeface="Times New Roman"/>
                <a:sym typeface="Times New Roman"/>
              </a:rPr>
            </a:br>
            <a:r>
              <a:rPr b="0" i="0" lang="en-US" sz="1800" u="none" cap="none" strike="noStrike">
                <a:solidFill>
                  <a:schemeClr val="lt1"/>
                </a:solidFill>
                <a:latin typeface="Times New Roman"/>
                <a:ea typeface="Times New Roman"/>
                <a:cs typeface="Times New Roman"/>
                <a:sym typeface="Times New Roman"/>
              </a:rPr>
              <a:t>Project Presentation</a:t>
            </a:r>
            <a:endParaRPr b="0" i="0" sz="1800" u="none" cap="none" strike="noStrike">
              <a:solidFill>
                <a:schemeClr val="lt1"/>
              </a:solidFill>
              <a:latin typeface="Times New Roman"/>
              <a:ea typeface="Times New Roman"/>
              <a:cs typeface="Times New Roman"/>
              <a:sym typeface="Times New Roman"/>
            </a:endParaRPr>
          </a:p>
        </p:txBody>
      </p:sp>
      <p:pic>
        <p:nvPicPr>
          <p:cNvPr id="936" name="Google Shape;936;g3d1afc4545f_0_2224"/>
          <p:cNvPicPr preferRelativeResize="0"/>
          <p:nvPr/>
        </p:nvPicPr>
        <p:blipFill rotWithShape="1">
          <a:blip r:embed="rId6">
            <a:alphaModFix/>
          </a:blip>
          <a:srcRect b="0" l="0" r="0" t="0"/>
          <a:stretch/>
        </p:blipFill>
        <p:spPr>
          <a:xfrm>
            <a:off x="10590875" y="6330524"/>
            <a:ext cx="1500023" cy="585000"/>
          </a:xfrm>
          <a:prstGeom prst="rect">
            <a:avLst/>
          </a:prstGeom>
          <a:noFill/>
          <a:ln>
            <a:noFill/>
          </a:ln>
        </p:spPr>
      </p:pic>
      <p:sp>
        <p:nvSpPr>
          <p:cNvPr id="937" name="Google Shape;937;g3d1afc4545f_0_2224"/>
          <p:cNvSpPr txBox="1"/>
          <p:nvPr/>
        </p:nvSpPr>
        <p:spPr>
          <a:xfrm>
            <a:off x="-1" y="6234672"/>
            <a:ext cx="5981100" cy="6465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chemeClr val="dk1"/>
              </a:buClr>
              <a:buSzPts val="1800"/>
              <a:buFont typeface="Arial"/>
              <a:buNone/>
            </a:pPr>
            <a:r>
              <a:rPr b="0" i="0" lang="en-US" sz="1800" u="none" cap="none" strike="noStrike">
                <a:solidFill>
                  <a:schemeClr val="lt1"/>
                </a:solidFill>
                <a:latin typeface="Times New Roman"/>
                <a:ea typeface="Times New Roman"/>
                <a:cs typeface="Times New Roman"/>
                <a:sym typeface="Times New Roman"/>
              </a:rPr>
              <a:t>Machine Learning Professional</a:t>
            </a:r>
            <a:br>
              <a:rPr b="0" i="0" lang="en-US" sz="1800" u="none" cap="none" strike="noStrike">
                <a:solidFill>
                  <a:schemeClr val="lt1"/>
                </a:solidFill>
                <a:latin typeface="Times New Roman"/>
                <a:ea typeface="Times New Roman"/>
                <a:cs typeface="Times New Roman"/>
                <a:sym typeface="Times New Roman"/>
              </a:rPr>
            </a:br>
            <a:r>
              <a:rPr b="0" i="0" lang="en-US" sz="1800" u="none" cap="none" strike="noStrike">
                <a:solidFill>
                  <a:schemeClr val="lt1"/>
                </a:solidFill>
                <a:latin typeface="Times New Roman"/>
                <a:ea typeface="Times New Roman"/>
                <a:cs typeface="Times New Roman"/>
                <a:sym typeface="Times New Roman"/>
              </a:rPr>
              <a:t>Project Presentation</a:t>
            </a:r>
            <a:endParaRPr b="0" i="0" sz="1800" u="none" cap="none" strike="noStrike">
              <a:solidFill>
                <a:schemeClr val="lt1"/>
              </a:solidFill>
              <a:latin typeface="Times New Roman"/>
              <a:ea typeface="Times New Roman"/>
              <a:cs typeface="Times New Roman"/>
              <a:sym typeface="Times New Roman"/>
            </a:endParaRPr>
          </a:p>
        </p:txBody>
      </p:sp>
      <p:pic>
        <p:nvPicPr>
          <p:cNvPr id="938" name="Google Shape;938;g3d1afc4545f_0_2224"/>
          <p:cNvPicPr preferRelativeResize="0"/>
          <p:nvPr/>
        </p:nvPicPr>
        <p:blipFill rotWithShape="1">
          <a:blip r:embed="rId6">
            <a:alphaModFix/>
          </a:blip>
          <a:srcRect b="0" l="0" r="0" t="0"/>
          <a:stretch/>
        </p:blipFill>
        <p:spPr>
          <a:xfrm>
            <a:off x="10590875" y="6330524"/>
            <a:ext cx="1500023" cy="585000"/>
          </a:xfrm>
          <a:prstGeom prst="rect">
            <a:avLst/>
          </a:prstGeom>
          <a:noFill/>
          <a:ln>
            <a:noFill/>
          </a:ln>
        </p:spPr>
      </p:pic>
      <p:sp>
        <p:nvSpPr>
          <p:cNvPr id="939" name="Google Shape;939;g3d1afc4545f_0_2224"/>
          <p:cNvSpPr txBox="1"/>
          <p:nvPr/>
        </p:nvSpPr>
        <p:spPr>
          <a:xfrm>
            <a:off x="-1" y="6234672"/>
            <a:ext cx="5981100" cy="6465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chemeClr val="dk1"/>
              </a:buClr>
              <a:buSzPts val="1800"/>
              <a:buFont typeface="Arial"/>
              <a:buNone/>
            </a:pPr>
            <a:r>
              <a:rPr b="0" i="0" lang="en-US" sz="1800" u="none" cap="none" strike="noStrike">
                <a:solidFill>
                  <a:schemeClr val="lt1"/>
                </a:solidFill>
                <a:latin typeface="Times New Roman"/>
                <a:ea typeface="Times New Roman"/>
                <a:cs typeface="Times New Roman"/>
                <a:sym typeface="Times New Roman"/>
              </a:rPr>
              <a:t>Nanoelectronics - Seminar Presentation</a:t>
            </a:r>
            <a:br>
              <a:rPr b="0" i="0" lang="en-US" sz="1800" u="none" cap="none" strike="noStrike">
                <a:solidFill>
                  <a:schemeClr val="lt1"/>
                </a:solidFill>
                <a:latin typeface="Times New Roman"/>
                <a:ea typeface="Times New Roman"/>
                <a:cs typeface="Times New Roman"/>
                <a:sym typeface="Times New Roman"/>
              </a:rPr>
            </a:br>
            <a:r>
              <a:rPr b="0" i="0" lang="en-US" sz="1800" u="none" cap="none" strike="noStrike">
                <a:solidFill>
                  <a:schemeClr val="lt1"/>
                </a:solidFill>
                <a:latin typeface="Times New Roman"/>
                <a:ea typeface="Times New Roman"/>
                <a:cs typeface="Times New Roman"/>
                <a:sym typeface="Times New Roman"/>
              </a:rPr>
              <a:t>Ronit Dutta</a:t>
            </a:r>
            <a:endParaRPr b="0" i="0" sz="1800" u="none" cap="none" strike="noStrike">
              <a:solidFill>
                <a:schemeClr val="lt1"/>
              </a:solidFill>
              <a:latin typeface="Times New Roman"/>
              <a:ea typeface="Times New Roman"/>
              <a:cs typeface="Times New Roman"/>
              <a:sym typeface="Times New Roman"/>
            </a:endParaRPr>
          </a:p>
        </p:txBody>
      </p:sp>
      <p:pic>
        <p:nvPicPr>
          <p:cNvPr id="940" name="Google Shape;940;g3d1afc4545f_0_2224"/>
          <p:cNvPicPr preferRelativeResize="0"/>
          <p:nvPr/>
        </p:nvPicPr>
        <p:blipFill rotWithShape="1">
          <a:blip r:embed="rId6">
            <a:alphaModFix/>
          </a:blip>
          <a:srcRect b="0" l="0" r="0" t="0"/>
          <a:stretch/>
        </p:blipFill>
        <p:spPr>
          <a:xfrm>
            <a:off x="10590875" y="6330524"/>
            <a:ext cx="1500023" cy="585000"/>
          </a:xfrm>
          <a:prstGeom prst="rect">
            <a:avLst/>
          </a:prstGeom>
          <a:noFill/>
          <a:ln>
            <a:noFill/>
          </a:ln>
        </p:spPr>
      </p:pic>
      <p:pic>
        <p:nvPicPr>
          <p:cNvPr id="941" name="Google Shape;941;g3d1afc4545f_0_2224"/>
          <p:cNvPicPr preferRelativeResize="0"/>
          <p:nvPr/>
        </p:nvPicPr>
        <p:blipFill rotWithShape="1">
          <a:blip r:embed="rId4">
            <a:alphaModFix/>
          </a:blip>
          <a:srcRect b="0" l="0" r="0" t="0"/>
          <a:stretch/>
        </p:blipFill>
        <p:spPr>
          <a:xfrm>
            <a:off x="10590934" y="6330522"/>
            <a:ext cx="1499906" cy="585000"/>
          </a:xfrm>
          <a:prstGeom prst="rect">
            <a:avLst/>
          </a:prstGeom>
          <a:noFill/>
          <a:ln>
            <a:noFill/>
          </a:ln>
        </p:spPr>
      </p:pic>
      <p:sp>
        <p:nvSpPr>
          <p:cNvPr id="942" name="Google Shape;942;g3d1afc4545f_0_2224"/>
          <p:cNvSpPr txBox="1"/>
          <p:nvPr/>
        </p:nvSpPr>
        <p:spPr>
          <a:xfrm>
            <a:off x="-1" y="6288587"/>
            <a:ext cx="5981100" cy="3693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chemeClr val="dk1"/>
              </a:buClr>
              <a:buSzPts val="1800"/>
              <a:buFont typeface="Arial"/>
              <a:buNone/>
            </a:pPr>
            <a:r>
              <a:rPr b="0" i="0" lang="en-US" sz="1800" u="none" cap="none" strike="noStrike">
                <a:solidFill>
                  <a:schemeClr val="lt1"/>
                </a:solidFill>
                <a:latin typeface="Times New Roman"/>
                <a:ea typeface="Times New Roman"/>
                <a:cs typeface="Times New Roman"/>
                <a:sym typeface="Times New Roman"/>
              </a:rPr>
              <a:t>Term Paper Presentation | Ronit Dutta</a:t>
            </a:r>
            <a:endParaRPr b="0" i="0" sz="1800" u="none" cap="none" strike="noStrike">
              <a:solidFill>
                <a:schemeClr val="lt1"/>
              </a:solidFill>
              <a:latin typeface="Times New Roman"/>
              <a:ea typeface="Times New Roman"/>
              <a:cs typeface="Times New Roman"/>
              <a:sym typeface="Times New Roman"/>
            </a:endParaRPr>
          </a:p>
        </p:txBody>
      </p:sp>
      <p:pic>
        <p:nvPicPr>
          <p:cNvPr id="943" name="Google Shape;943;g3d1afc4545f_0_2224"/>
          <p:cNvPicPr preferRelativeResize="0"/>
          <p:nvPr/>
        </p:nvPicPr>
        <p:blipFill rotWithShape="1">
          <a:blip r:embed="rId4">
            <a:alphaModFix/>
          </a:blip>
          <a:srcRect b="0" l="0" r="0" t="0"/>
          <a:stretch/>
        </p:blipFill>
        <p:spPr>
          <a:xfrm>
            <a:off x="10590934" y="6330522"/>
            <a:ext cx="1499906" cy="585000"/>
          </a:xfrm>
          <a:prstGeom prst="rect">
            <a:avLst/>
          </a:prstGeom>
          <a:noFill/>
          <a:ln>
            <a:noFill/>
          </a:ln>
        </p:spPr>
      </p:pic>
      <p:sp>
        <p:nvSpPr>
          <p:cNvPr id="944" name="Google Shape;944;g3d1afc4545f_0_2224"/>
          <p:cNvSpPr txBox="1"/>
          <p:nvPr/>
        </p:nvSpPr>
        <p:spPr>
          <a:xfrm>
            <a:off x="-1" y="6288587"/>
            <a:ext cx="5981100" cy="3693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chemeClr val="dk1"/>
              </a:buClr>
              <a:buSzPts val="1800"/>
              <a:buFont typeface="Arial"/>
              <a:buNone/>
            </a:pPr>
            <a:r>
              <a:rPr b="0" i="0" lang="en-US" sz="1800" u="none" cap="none" strike="noStrike">
                <a:solidFill>
                  <a:schemeClr val="lt1"/>
                </a:solidFill>
                <a:latin typeface="Times New Roman"/>
                <a:ea typeface="Times New Roman"/>
                <a:cs typeface="Times New Roman"/>
                <a:sym typeface="Times New Roman"/>
              </a:rPr>
              <a:t>Term Paper Presentation | Ronit Dutta</a:t>
            </a:r>
            <a:endParaRPr b="0" i="0" sz="1800" u="none" cap="none" strike="noStrike">
              <a:solidFill>
                <a:schemeClr val="lt1"/>
              </a:solidFill>
              <a:latin typeface="Times New Roman"/>
              <a:ea typeface="Times New Roman"/>
              <a:cs typeface="Times New Roman"/>
              <a:sym typeface="Times New Roman"/>
            </a:endParaRPr>
          </a:p>
        </p:txBody>
      </p:sp>
      <p:pic>
        <p:nvPicPr>
          <p:cNvPr id="945" name="Google Shape;945;g3d1afc4545f_0_2224"/>
          <p:cNvPicPr preferRelativeResize="0"/>
          <p:nvPr/>
        </p:nvPicPr>
        <p:blipFill rotWithShape="1">
          <a:blip r:embed="rId4">
            <a:alphaModFix/>
          </a:blip>
          <a:srcRect b="0" l="0" r="0" t="0"/>
          <a:stretch/>
        </p:blipFill>
        <p:spPr>
          <a:xfrm>
            <a:off x="10590934" y="6330522"/>
            <a:ext cx="1499906" cy="585000"/>
          </a:xfrm>
          <a:prstGeom prst="rect">
            <a:avLst/>
          </a:prstGeom>
          <a:noFill/>
          <a:ln>
            <a:noFill/>
          </a:ln>
        </p:spPr>
      </p:pic>
      <p:sp>
        <p:nvSpPr>
          <p:cNvPr id="946" name="Google Shape;946;g3d1afc4545f_0_2224"/>
          <p:cNvSpPr txBox="1"/>
          <p:nvPr/>
        </p:nvSpPr>
        <p:spPr>
          <a:xfrm>
            <a:off x="-1" y="6288587"/>
            <a:ext cx="5981100" cy="6465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chemeClr val="dk1"/>
              </a:buClr>
              <a:buSzPts val="1800"/>
              <a:buFont typeface="Arial"/>
              <a:buNone/>
            </a:pPr>
            <a:r>
              <a:rPr b="0" i="0" lang="en-US" sz="1800" u="none" cap="none" strike="noStrike">
                <a:solidFill>
                  <a:schemeClr val="lt1"/>
                </a:solidFill>
                <a:latin typeface="Times New Roman"/>
                <a:ea typeface="Times New Roman"/>
                <a:cs typeface="Times New Roman"/>
                <a:sym typeface="Times New Roman"/>
              </a:rPr>
              <a:t>Machine Learning Professional</a:t>
            </a:r>
            <a:br>
              <a:rPr b="0" i="0" lang="en-US" sz="1800" u="none" cap="none" strike="noStrike">
                <a:solidFill>
                  <a:schemeClr val="lt1"/>
                </a:solidFill>
                <a:latin typeface="Times New Roman"/>
                <a:ea typeface="Times New Roman"/>
                <a:cs typeface="Times New Roman"/>
                <a:sym typeface="Times New Roman"/>
              </a:rPr>
            </a:br>
            <a:r>
              <a:rPr b="0" i="0" lang="en-US" sz="1800" u="none" cap="none" strike="noStrike">
                <a:solidFill>
                  <a:schemeClr val="lt1"/>
                </a:solidFill>
                <a:latin typeface="Times New Roman"/>
                <a:ea typeface="Times New Roman"/>
                <a:cs typeface="Times New Roman"/>
                <a:sym typeface="Times New Roman"/>
              </a:rPr>
              <a:t>Project Presentation</a:t>
            </a:r>
            <a:endParaRPr b="0" i="0" sz="1800" u="none" cap="none" strike="noStrike">
              <a:solidFill>
                <a:schemeClr val="lt1"/>
              </a:solidFill>
              <a:latin typeface="Times New Roman"/>
              <a:ea typeface="Times New Roman"/>
              <a:cs typeface="Times New Roman"/>
              <a:sym typeface="Times New Roman"/>
            </a:endParaRPr>
          </a:p>
        </p:txBody>
      </p:sp>
      <p:pic>
        <p:nvPicPr>
          <p:cNvPr id="947" name="Google Shape;947;g3d1afc4545f_0_2224"/>
          <p:cNvPicPr preferRelativeResize="0"/>
          <p:nvPr/>
        </p:nvPicPr>
        <p:blipFill rotWithShape="1">
          <a:blip r:embed="rId6">
            <a:alphaModFix/>
          </a:blip>
          <a:srcRect b="0" l="0" r="0" t="0"/>
          <a:stretch/>
        </p:blipFill>
        <p:spPr>
          <a:xfrm>
            <a:off x="10590875" y="6341462"/>
            <a:ext cx="1500023" cy="585000"/>
          </a:xfrm>
          <a:prstGeom prst="rect">
            <a:avLst/>
          </a:prstGeom>
          <a:noFill/>
          <a:ln>
            <a:noFill/>
          </a:ln>
        </p:spPr>
      </p:pic>
      <p:sp>
        <p:nvSpPr>
          <p:cNvPr id="948" name="Google Shape;948;g3d1afc4545f_0_2224"/>
          <p:cNvSpPr txBox="1"/>
          <p:nvPr/>
        </p:nvSpPr>
        <p:spPr>
          <a:xfrm>
            <a:off x="-1" y="6288587"/>
            <a:ext cx="5981100" cy="6465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chemeClr val="dk1"/>
              </a:buClr>
              <a:buSzPts val="1800"/>
              <a:buFont typeface="Arial"/>
              <a:buNone/>
            </a:pPr>
            <a:r>
              <a:rPr b="0" i="0" lang="en-US" sz="1800" u="none" cap="none" strike="noStrike">
                <a:solidFill>
                  <a:schemeClr val="lt1"/>
                </a:solidFill>
                <a:latin typeface="Times New Roman"/>
                <a:ea typeface="Times New Roman"/>
                <a:cs typeface="Times New Roman"/>
                <a:sym typeface="Times New Roman"/>
              </a:rPr>
              <a:t>Machine Learning Professional</a:t>
            </a:r>
            <a:br>
              <a:rPr b="0" i="0" lang="en-US" sz="1800" u="none" cap="none" strike="noStrike">
                <a:solidFill>
                  <a:schemeClr val="lt1"/>
                </a:solidFill>
                <a:latin typeface="Times New Roman"/>
                <a:ea typeface="Times New Roman"/>
                <a:cs typeface="Times New Roman"/>
                <a:sym typeface="Times New Roman"/>
              </a:rPr>
            </a:br>
            <a:r>
              <a:rPr b="0" i="0" lang="en-US" sz="1800" u="none" cap="none" strike="noStrike">
                <a:solidFill>
                  <a:schemeClr val="lt1"/>
                </a:solidFill>
                <a:latin typeface="Times New Roman"/>
                <a:ea typeface="Times New Roman"/>
                <a:cs typeface="Times New Roman"/>
                <a:sym typeface="Times New Roman"/>
              </a:rPr>
              <a:t>Project Presentation</a:t>
            </a:r>
            <a:endParaRPr b="0" i="0" sz="1800" u="none" cap="none" strike="noStrike">
              <a:solidFill>
                <a:schemeClr val="lt1"/>
              </a:solidFill>
              <a:latin typeface="Times New Roman"/>
              <a:ea typeface="Times New Roman"/>
              <a:cs typeface="Times New Roman"/>
              <a:sym typeface="Times New Roman"/>
            </a:endParaRPr>
          </a:p>
        </p:txBody>
      </p:sp>
      <p:pic>
        <p:nvPicPr>
          <p:cNvPr id="949" name="Google Shape;949;g3d1afc4545f_0_2224"/>
          <p:cNvPicPr preferRelativeResize="0"/>
          <p:nvPr/>
        </p:nvPicPr>
        <p:blipFill rotWithShape="1">
          <a:blip r:embed="rId6">
            <a:alphaModFix/>
          </a:blip>
          <a:srcRect b="0" l="0" r="0" t="0"/>
          <a:stretch/>
        </p:blipFill>
        <p:spPr>
          <a:xfrm>
            <a:off x="10590875" y="6330524"/>
            <a:ext cx="1500023" cy="585000"/>
          </a:xfrm>
          <a:prstGeom prst="rect">
            <a:avLst/>
          </a:prstGeom>
          <a:noFill/>
          <a:ln>
            <a:noFill/>
          </a:ln>
        </p:spPr>
      </p:pic>
      <p:sp>
        <p:nvSpPr>
          <p:cNvPr id="950" name="Google Shape;950;g3d1afc4545f_0_2224"/>
          <p:cNvSpPr txBox="1"/>
          <p:nvPr/>
        </p:nvSpPr>
        <p:spPr>
          <a:xfrm>
            <a:off x="-1" y="6234672"/>
            <a:ext cx="5981100" cy="6465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chemeClr val="dk1"/>
              </a:buClr>
              <a:buSzPts val="1800"/>
              <a:buFont typeface="Arial"/>
              <a:buNone/>
            </a:pPr>
            <a:r>
              <a:rPr b="0" i="0" lang="en-US" sz="1800" u="none" cap="none" strike="noStrike">
                <a:solidFill>
                  <a:schemeClr val="lt1"/>
                </a:solidFill>
                <a:latin typeface="Times New Roman"/>
                <a:ea typeface="Times New Roman"/>
                <a:cs typeface="Times New Roman"/>
                <a:sym typeface="Times New Roman"/>
              </a:rPr>
              <a:t>Machine Learning Professional</a:t>
            </a:r>
            <a:br>
              <a:rPr b="0" i="0" lang="en-US" sz="1800" u="none" cap="none" strike="noStrike">
                <a:solidFill>
                  <a:schemeClr val="lt1"/>
                </a:solidFill>
                <a:latin typeface="Times New Roman"/>
                <a:ea typeface="Times New Roman"/>
                <a:cs typeface="Times New Roman"/>
                <a:sym typeface="Times New Roman"/>
              </a:rPr>
            </a:br>
            <a:r>
              <a:rPr b="0" i="0" lang="en-US" sz="1800" u="none" cap="none" strike="noStrike">
                <a:solidFill>
                  <a:schemeClr val="lt1"/>
                </a:solidFill>
                <a:latin typeface="Times New Roman"/>
                <a:ea typeface="Times New Roman"/>
                <a:cs typeface="Times New Roman"/>
                <a:sym typeface="Times New Roman"/>
              </a:rPr>
              <a:t>Project Presentation</a:t>
            </a:r>
            <a:endParaRPr b="0" i="0" sz="1800" u="none" cap="none" strike="noStrike">
              <a:solidFill>
                <a:schemeClr val="lt1"/>
              </a:solidFill>
              <a:latin typeface="Times New Roman"/>
              <a:ea typeface="Times New Roman"/>
              <a:cs typeface="Times New Roman"/>
              <a:sym typeface="Times New Roman"/>
            </a:endParaRPr>
          </a:p>
        </p:txBody>
      </p:sp>
      <p:pic>
        <p:nvPicPr>
          <p:cNvPr id="951" name="Google Shape;951;g3d1afc4545f_0_2224"/>
          <p:cNvPicPr preferRelativeResize="0"/>
          <p:nvPr/>
        </p:nvPicPr>
        <p:blipFill rotWithShape="1">
          <a:blip r:embed="rId6">
            <a:alphaModFix/>
          </a:blip>
          <a:srcRect b="0" l="0" r="0" t="0"/>
          <a:stretch/>
        </p:blipFill>
        <p:spPr>
          <a:xfrm>
            <a:off x="10590875" y="6330524"/>
            <a:ext cx="1500023" cy="585000"/>
          </a:xfrm>
          <a:prstGeom prst="rect">
            <a:avLst/>
          </a:prstGeom>
          <a:noFill/>
          <a:ln>
            <a:noFill/>
          </a:ln>
        </p:spPr>
      </p:pic>
      <p:sp>
        <p:nvSpPr>
          <p:cNvPr id="952" name="Google Shape;952;g3d1afc4545f_0_2224"/>
          <p:cNvSpPr txBox="1"/>
          <p:nvPr/>
        </p:nvSpPr>
        <p:spPr>
          <a:xfrm>
            <a:off x="-1" y="6234672"/>
            <a:ext cx="5981100" cy="6465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chemeClr val="dk1"/>
              </a:buClr>
              <a:buSzPts val="1800"/>
              <a:buFont typeface="Arial"/>
              <a:buNone/>
            </a:pPr>
            <a:r>
              <a:rPr b="0" i="0" lang="en-US" sz="1800" u="none" cap="none" strike="noStrike">
                <a:solidFill>
                  <a:schemeClr val="lt1"/>
                </a:solidFill>
                <a:latin typeface="Times New Roman"/>
                <a:ea typeface="Times New Roman"/>
                <a:cs typeface="Times New Roman"/>
                <a:sym typeface="Times New Roman"/>
              </a:rPr>
              <a:t>Machine Learning Professional</a:t>
            </a:r>
            <a:br>
              <a:rPr b="0" i="0" lang="en-US" sz="1800" u="none" cap="none" strike="noStrike">
                <a:solidFill>
                  <a:schemeClr val="lt1"/>
                </a:solidFill>
                <a:latin typeface="Times New Roman"/>
                <a:ea typeface="Times New Roman"/>
                <a:cs typeface="Times New Roman"/>
                <a:sym typeface="Times New Roman"/>
              </a:rPr>
            </a:br>
            <a:r>
              <a:rPr b="0" i="0" lang="en-US" sz="1800" u="none" cap="none" strike="noStrike">
                <a:solidFill>
                  <a:schemeClr val="lt1"/>
                </a:solidFill>
                <a:latin typeface="Times New Roman"/>
                <a:ea typeface="Times New Roman"/>
                <a:cs typeface="Times New Roman"/>
                <a:sym typeface="Times New Roman"/>
              </a:rPr>
              <a:t>Project Presentation</a:t>
            </a:r>
            <a:endParaRPr b="0" i="0" sz="1800" u="none" cap="none" strike="noStrike">
              <a:solidFill>
                <a:schemeClr val="lt1"/>
              </a:solidFill>
              <a:latin typeface="Times New Roman"/>
              <a:ea typeface="Times New Roman"/>
              <a:cs typeface="Times New Roman"/>
              <a:sym typeface="Times New Roman"/>
            </a:endParaRPr>
          </a:p>
        </p:txBody>
      </p:sp>
      <p:pic>
        <p:nvPicPr>
          <p:cNvPr id="953" name="Google Shape;953;g3d1afc4545f_0_2224"/>
          <p:cNvPicPr preferRelativeResize="0"/>
          <p:nvPr/>
        </p:nvPicPr>
        <p:blipFill rotWithShape="1">
          <a:blip r:embed="rId6">
            <a:alphaModFix/>
          </a:blip>
          <a:srcRect b="0" l="0" r="0" t="0"/>
          <a:stretch/>
        </p:blipFill>
        <p:spPr>
          <a:xfrm>
            <a:off x="10590875" y="6330524"/>
            <a:ext cx="1500023" cy="585000"/>
          </a:xfrm>
          <a:prstGeom prst="rect">
            <a:avLst/>
          </a:prstGeom>
          <a:noFill/>
          <a:ln>
            <a:noFill/>
          </a:ln>
        </p:spPr>
      </p:pic>
      <p:sp>
        <p:nvSpPr>
          <p:cNvPr id="954" name="Google Shape;954;g3d1afc4545f_0_2224"/>
          <p:cNvSpPr txBox="1"/>
          <p:nvPr/>
        </p:nvSpPr>
        <p:spPr>
          <a:xfrm>
            <a:off x="-1" y="6234672"/>
            <a:ext cx="5981100" cy="6465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chemeClr val="dk1"/>
              </a:buClr>
              <a:buSzPts val="1800"/>
              <a:buFont typeface="Arial"/>
              <a:buNone/>
            </a:pPr>
            <a:r>
              <a:rPr b="0" i="0" lang="en-US" sz="1800" u="none" cap="none" strike="noStrike">
                <a:solidFill>
                  <a:schemeClr val="lt1"/>
                </a:solidFill>
                <a:latin typeface="Times New Roman"/>
                <a:ea typeface="Times New Roman"/>
                <a:cs typeface="Times New Roman"/>
                <a:sym typeface="Times New Roman"/>
              </a:rPr>
              <a:t>Nanoelectronics - Seminar Presentation</a:t>
            </a:r>
            <a:br>
              <a:rPr b="0" i="0" lang="en-US" sz="1800" u="none" cap="none" strike="noStrike">
                <a:solidFill>
                  <a:schemeClr val="lt1"/>
                </a:solidFill>
                <a:latin typeface="Times New Roman"/>
                <a:ea typeface="Times New Roman"/>
                <a:cs typeface="Times New Roman"/>
                <a:sym typeface="Times New Roman"/>
              </a:rPr>
            </a:br>
            <a:r>
              <a:rPr b="0" i="0" lang="en-US" sz="1800" u="none" cap="none" strike="noStrike">
                <a:solidFill>
                  <a:schemeClr val="lt1"/>
                </a:solidFill>
                <a:latin typeface="Times New Roman"/>
                <a:ea typeface="Times New Roman"/>
                <a:cs typeface="Times New Roman"/>
                <a:sym typeface="Times New Roman"/>
              </a:rPr>
              <a:t>Ronit Dutta</a:t>
            </a:r>
            <a:endParaRPr b="0" i="0" sz="1800" u="none" cap="none" strike="noStrike">
              <a:solidFill>
                <a:schemeClr val="lt1"/>
              </a:solidFill>
              <a:latin typeface="Times New Roman"/>
              <a:ea typeface="Times New Roman"/>
              <a:cs typeface="Times New Roman"/>
              <a:sym typeface="Times New Roman"/>
            </a:endParaRPr>
          </a:p>
        </p:txBody>
      </p:sp>
      <p:pic>
        <p:nvPicPr>
          <p:cNvPr id="955" name="Google Shape;955;g3d1afc4545f_0_2224"/>
          <p:cNvPicPr preferRelativeResize="0"/>
          <p:nvPr/>
        </p:nvPicPr>
        <p:blipFill rotWithShape="1">
          <a:blip r:embed="rId6">
            <a:alphaModFix/>
          </a:blip>
          <a:srcRect b="0" l="0" r="0" t="0"/>
          <a:stretch/>
        </p:blipFill>
        <p:spPr>
          <a:xfrm>
            <a:off x="10590875" y="6330524"/>
            <a:ext cx="1500023" cy="585000"/>
          </a:xfrm>
          <a:prstGeom prst="rect">
            <a:avLst/>
          </a:prstGeom>
          <a:noFill/>
          <a:ln>
            <a:noFill/>
          </a:ln>
        </p:spPr>
      </p:pic>
      <p:pic>
        <p:nvPicPr>
          <p:cNvPr id="956" name="Google Shape;956;g3d1afc4545f_0_2224"/>
          <p:cNvPicPr preferRelativeResize="0"/>
          <p:nvPr/>
        </p:nvPicPr>
        <p:blipFill rotWithShape="1">
          <a:blip r:embed="rId10">
            <a:alphaModFix/>
          </a:blip>
          <a:srcRect b="0" l="0" r="0" t="0"/>
          <a:stretch/>
        </p:blipFill>
        <p:spPr>
          <a:xfrm>
            <a:off x="0" y="6234674"/>
            <a:ext cx="12192000" cy="1165875"/>
          </a:xfrm>
          <a:prstGeom prst="rect">
            <a:avLst/>
          </a:prstGeom>
          <a:noFill/>
          <a:ln>
            <a:noFill/>
          </a:ln>
        </p:spPr>
      </p:pic>
      <p:sp>
        <p:nvSpPr>
          <p:cNvPr id="957" name="Google Shape;957;g3d1afc4545f_0_2224"/>
          <p:cNvSpPr txBox="1"/>
          <p:nvPr/>
        </p:nvSpPr>
        <p:spPr>
          <a:xfrm>
            <a:off x="-1" y="6310697"/>
            <a:ext cx="5981100" cy="6465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chemeClr val="dk1"/>
              </a:buClr>
              <a:buSzPts val="1800"/>
              <a:buFont typeface="Arial"/>
              <a:buNone/>
            </a:pPr>
            <a:r>
              <a:rPr lang="en-US" sz="1800">
                <a:solidFill>
                  <a:schemeClr val="lt1"/>
                </a:solidFill>
                <a:latin typeface="Times New Roman"/>
                <a:ea typeface="Times New Roman"/>
                <a:cs typeface="Times New Roman"/>
                <a:sym typeface="Times New Roman"/>
              </a:rPr>
              <a:t>Applied Mathematics for Engineering [MIDTERM PROJECT]</a:t>
            </a:r>
            <a:br>
              <a:rPr b="0" i="0" lang="en-US" sz="1800" u="none" cap="none" strike="noStrike">
                <a:solidFill>
                  <a:schemeClr val="lt1"/>
                </a:solidFill>
                <a:latin typeface="Times New Roman"/>
                <a:ea typeface="Times New Roman"/>
                <a:cs typeface="Times New Roman"/>
                <a:sym typeface="Times New Roman"/>
              </a:rPr>
            </a:br>
            <a:r>
              <a:rPr b="0" i="0" lang="en-US" sz="1800" u="none" cap="none" strike="noStrike">
                <a:solidFill>
                  <a:schemeClr val="lt1"/>
                </a:solidFill>
                <a:latin typeface="Times New Roman"/>
                <a:ea typeface="Times New Roman"/>
                <a:cs typeface="Times New Roman"/>
                <a:sym typeface="Times New Roman"/>
              </a:rPr>
              <a:t>Ronit Dutta</a:t>
            </a:r>
            <a:endParaRPr b="0" i="0" sz="1800" u="none" cap="none" strike="noStrike">
              <a:solidFill>
                <a:schemeClr val="lt1"/>
              </a:solidFill>
              <a:latin typeface="Times New Roman"/>
              <a:ea typeface="Times New Roman"/>
              <a:cs typeface="Times New Roman"/>
              <a:sym typeface="Times New Roman"/>
            </a:endParaRPr>
          </a:p>
        </p:txBody>
      </p:sp>
      <p:pic>
        <p:nvPicPr>
          <p:cNvPr id="958" name="Google Shape;958;g3d1afc4545f_0_2224"/>
          <p:cNvPicPr preferRelativeResize="0"/>
          <p:nvPr/>
        </p:nvPicPr>
        <p:blipFill rotWithShape="1">
          <a:blip r:embed="rId6">
            <a:alphaModFix/>
          </a:blip>
          <a:srcRect b="0" l="0" r="0" t="0"/>
          <a:stretch/>
        </p:blipFill>
        <p:spPr>
          <a:xfrm>
            <a:off x="10579375" y="6341449"/>
            <a:ext cx="1500023" cy="585000"/>
          </a:xfrm>
          <a:prstGeom prst="rect">
            <a:avLst/>
          </a:prstGeom>
          <a:noFill/>
          <a:ln>
            <a:noFill/>
          </a:ln>
        </p:spPr>
      </p:pic>
      <p:pic>
        <p:nvPicPr>
          <p:cNvPr id="959" name="Google Shape;959;g3d1afc4545f_0_2224"/>
          <p:cNvPicPr preferRelativeResize="0"/>
          <p:nvPr/>
        </p:nvPicPr>
        <p:blipFill rotWithShape="1">
          <a:blip r:embed="rId11">
            <a:alphaModFix/>
          </a:blip>
          <a:srcRect b="36781" l="0" r="0" t="0"/>
          <a:stretch/>
        </p:blipFill>
        <p:spPr>
          <a:xfrm>
            <a:off x="0" y="662200"/>
            <a:ext cx="8648249" cy="1655925"/>
          </a:xfrm>
          <a:prstGeom prst="rect">
            <a:avLst/>
          </a:prstGeom>
          <a:noFill/>
          <a:ln>
            <a:noFill/>
          </a:ln>
        </p:spPr>
      </p:pic>
      <p:pic>
        <p:nvPicPr>
          <p:cNvPr id="960" name="Google Shape;960;g3d1afc4545f_0_2224"/>
          <p:cNvPicPr preferRelativeResize="0"/>
          <p:nvPr/>
        </p:nvPicPr>
        <p:blipFill rotWithShape="1">
          <a:blip r:embed="rId11">
            <a:alphaModFix/>
          </a:blip>
          <a:srcRect b="0" l="26369" r="30240" t="63528"/>
          <a:stretch/>
        </p:blipFill>
        <p:spPr>
          <a:xfrm>
            <a:off x="103275" y="2255625"/>
            <a:ext cx="3217777" cy="819200"/>
          </a:xfrm>
          <a:prstGeom prst="rect">
            <a:avLst/>
          </a:prstGeom>
          <a:noFill/>
          <a:ln cap="flat" cmpd="sng" w="9525">
            <a:solidFill>
              <a:schemeClr val="dk1"/>
            </a:solidFill>
            <a:prstDash val="solid"/>
            <a:round/>
            <a:headEnd len="sm" w="sm" type="none"/>
            <a:tailEnd len="sm" w="sm" type="none"/>
          </a:ln>
        </p:spPr>
      </p:pic>
      <p:pic>
        <p:nvPicPr>
          <p:cNvPr id="961" name="Google Shape;961;g3d1afc4545f_0_2224"/>
          <p:cNvPicPr preferRelativeResize="0"/>
          <p:nvPr/>
        </p:nvPicPr>
        <p:blipFill>
          <a:blip r:embed="rId12">
            <a:alphaModFix/>
          </a:blip>
          <a:stretch>
            <a:fillRect/>
          </a:stretch>
        </p:blipFill>
        <p:spPr>
          <a:xfrm>
            <a:off x="152650" y="3377338"/>
            <a:ext cx="3976151" cy="2009000"/>
          </a:xfrm>
          <a:prstGeom prst="rect">
            <a:avLst/>
          </a:prstGeom>
          <a:noFill/>
          <a:ln>
            <a:noFill/>
          </a:ln>
        </p:spPr>
      </p:pic>
      <p:sp>
        <p:nvSpPr>
          <p:cNvPr id="962" name="Google Shape;962;g3d1afc4545f_0_2224"/>
          <p:cNvSpPr txBox="1"/>
          <p:nvPr/>
        </p:nvSpPr>
        <p:spPr>
          <a:xfrm>
            <a:off x="0" y="5339575"/>
            <a:ext cx="6105300" cy="4155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US" sz="1500">
                <a:solidFill>
                  <a:schemeClr val="dk1"/>
                </a:solidFill>
                <a:latin typeface="Georgia"/>
                <a:ea typeface="Georgia"/>
                <a:cs typeface="Georgia"/>
                <a:sym typeface="Georgia"/>
              </a:rPr>
              <a:t>Using</a:t>
            </a:r>
            <a:r>
              <a:rPr lang="en-US" sz="1500">
                <a:solidFill>
                  <a:schemeClr val="dk1"/>
                </a:solidFill>
                <a:latin typeface="Georgia"/>
                <a:ea typeface="Georgia"/>
                <a:cs typeface="Georgia"/>
                <a:sym typeface="Georgia"/>
              </a:rPr>
              <a:t> this probability current as a conserved quantity we get</a:t>
            </a:r>
            <a:endParaRPr sz="1500">
              <a:solidFill>
                <a:schemeClr val="dk1"/>
              </a:solidFill>
              <a:latin typeface="Georgia"/>
              <a:ea typeface="Georgia"/>
              <a:cs typeface="Georgia"/>
              <a:sym typeface="Georgia"/>
            </a:endParaRPr>
          </a:p>
        </p:txBody>
      </p:sp>
      <p:pic>
        <p:nvPicPr>
          <p:cNvPr id="963" name="Google Shape;963;g3d1afc4545f_0_2224"/>
          <p:cNvPicPr preferRelativeResize="0"/>
          <p:nvPr/>
        </p:nvPicPr>
        <p:blipFill>
          <a:blip r:embed="rId13">
            <a:alphaModFix/>
          </a:blip>
          <a:stretch>
            <a:fillRect/>
          </a:stretch>
        </p:blipFill>
        <p:spPr>
          <a:xfrm>
            <a:off x="702725" y="3132225"/>
            <a:ext cx="2018850" cy="319200"/>
          </a:xfrm>
          <a:prstGeom prst="rect">
            <a:avLst/>
          </a:prstGeom>
          <a:noFill/>
          <a:ln>
            <a:noFill/>
          </a:ln>
        </p:spPr>
      </p:pic>
      <p:pic>
        <p:nvPicPr>
          <p:cNvPr id="964" name="Google Shape;964;g3d1afc4545f_0_2224"/>
          <p:cNvPicPr preferRelativeResize="0"/>
          <p:nvPr/>
        </p:nvPicPr>
        <p:blipFill rotWithShape="1">
          <a:blip r:embed="rId14">
            <a:alphaModFix/>
          </a:blip>
          <a:srcRect b="0" l="0" r="0" t="0"/>
          <a:stretch/>
        </p:blipFill>
        <p:spPr>
          <a:xfrm>
            <a:off x="6251725" y="2395313"/>
            <a:ext cx="5724423" cy="836550"/>
          </a:xfrm>
          <a:prstGeom prst="rect">
            <a:avLst/>
          </a:prstGeom>
          <a:noFill/>
          <a:ln cap="flat" cmpd="sng" w="9525">
            <a:solidFill>
              <a:schemeClr val="dk1"/>
            </a:solidFill>
            <a:prstDash val="solid"/>
            <a:round/>
            <a:headEnd len="sm" w="sm" type="none"/>
            <a:tailEnd len="sm" w="sm" type="none"/>
          </a:ln>
        </p:spPr>
      </p:pic>
      <p:pic>
        <p:nvPicPr>
          <p:cNvPr id="965" name="Google Shape;965;g3d1afc4545f_0_2224"/>
          <p:cNvPicPr preferRelativeResize="0"/>
          <p:nvPr/>
        </p:nvPicPr>
        <p:blipFill>
          <a:blip r:embed="rId15">
            <a:alphaModFix/>
          </a:blip>
          <a:stretch>
            <a:fillRect/>
          </a:stretch>
        </p:blipFill>
        <p:spPr>
          <a:xfrm>
            <a:off x="7723988" y="3377350"/>
            <a:ext cx="2779899" cy="624050"/>
          </a:xfrm>
          <a:prstGeom prst="rect">
            <a:avLst/>
          </a:prstGeom>
          <a:noFill/>
          <a:ln cap="flat" cmpd="sng" w="9525">
            <a:solidFill>
              <a:schemeClr val="dk1"/>
            </a:solidFill>
            <a:prstDash val="solid"/>
            <a:round/>
            <a:headEnd len="sm" w="sm" type="none"/>
            <a:tailEnd len="sm" w="sm" type="none"/>
          </a:ln>
        </p:spPr>
      </p:pic>
      <p:pic>
        <p:nvPicPr>
          <p:cNvPr id="966" name="Google Shape;966;g3d1afc4545f_0_2224"/>
          <p:cNvPicPr preferRelativeResize="0"/>
          <p:nvPr/>
        </p:nvPicPr>
        <p:blipFill>
          <a:blip r:embed="rId16">
            <a:alphaModFix/>
          </a:blip>
          <a:stretch>
            <a:fillRect/>
          </a:stretch>
        </p:blipFill>
        <p:spPr>
          <a:xfrm>
            <a:off x="935025" y="5632388"/>
            <a:ext cx="2526149" cy="567100"/>
          </a:xfrm>
          <a:prstGeom prst="rect">
            <a:avLst/>
          </a:prstGeom>
          <a:noFill/>
          <a:ln>
            <a:noFill/>
          </a:ln>
        </p:spPr>
      </p:pic>
      <p:cxnSp>
        <p:nvCxnSpPr>
          <p:cNvPr id="967" name="Google Shape;967;g3d1afc4545f_0_2224"/>
          <p:cNvCxnSpPr>
            <a:stCxn id="960" idx="3"/>
            <a:endCxn id="964" idx="1"/>
          </p:cNvCxnSpPr>
          <p:nvPr/>
        </p:nvCxnSpPr>
        <p:spPr>
          <a:xfrm>
            <a:off x="3321052" y="2665225"/>
            <a:ext cx="2930700" cy="148500"/>
          </a:xfrm>
          <a:prstGeom prst="curvedConnector3">
            <a:avLst>
              <a:gd fmla="val 50000" name="adj1"/>
            </a:avLst>
          </a:prstGeom>
          <a:noFill/>
          <a:ln cap="flat" cmpd="sng" w="19050">
            <a:solidFill>
              <a:schemeClr val="dk1"/>
            </a:solidFill>
            <a:prstDash val="solid"/>
            <a:round/>
            <a:headEnd len="med" w="med" type="none"/>
            <a:tailEnd len="med" w="med" type="stealth"/>
          </a:ln>
        </p:spPr>
      </p:cxnSp>
      <p:cxnSp>
        <p:nvCxnSpPr>
          <p:cNvPr id="968" name="Google Shape;968;g3d1afc4545f_0_2224"/>
          <p:cNvCxnSpPr>
            <a:stCxn id="960" idx="3"/>
            <a:endCxn id="965" idx="1"/>
          </p:cNvCxnSpPr>
          <p:nvPr/>
        </p:nvCxnSpPr>
        <p:spPr>
          <a:xfrm>
            <a:off x="3321052" y="2665225"/>
            <a:ext cx="4402800" cy="1024200"/>
          </a:xfrm>
          <a:prstGeom prst="curvedConnector3">
            <a:avLst>
              <a:gd fmla="val 50002" name="adj1"/>
            </a:avLst>
          </a:prstGeom>
          <a:noFill/>
          <a:ln cap="flat" cmpd="sng" w="19050">
            <a:solidFill>
              <a:schemeClr val="dk1"/>
            </a:solidFill>
            <a:prstDash val="solid"/>
            <a:round/>
            <a:headEnd len="med" w="med" type="none"/>
            <a:tailEnd len="med" w="med" type="stealth"/>
          </a:ln>
        </p:spPr>
      </p:cxnSp>
      <p:pic>
        <p:nvPicPr>
          <p:cNvPr id="969" name="Google Shape;969;g3d1afc4545f_0_2224"/>
          <p:cNvPicPr preferRelativeResize="0"/>
          <p:nvPr/>
        </p:nvPicPr>
        <p:blipFill>
          <a:blip r:embed="rId17">
            <a:alphaModFix/>
          </a:blip>
          <a:stretch>
            <a:fillRect/>
          </a:stretch>
        </p:blipFill>
        <p:spPr>
          <a:xfrm>
            <a:off x="6560450" y="4135800"/>
            <a:ext cx="4733600" cy="790400"/>
          </a:xfrm>
          <a:prstGeom prst="rect">
            <a:avLst/>
          </a:prstGeom>
          <a:noFill/>
          <a:ln>
            <a:noFill/>
          </a:ln>
        </p:spPr>
      </p:pic>
      <p:pic>
        <p:nvPicPr>
          <p:cNvPr id="970" name="Google Shape;970;g3d1afc4545f_0_2224"/>
          <p:cNvPicPr preferRelativeResize="0"/>
          <p:nvPr/>
        </p:nvPicPr>
        <p:blipFill>
          <a:blip r:embed="rId18">
            <a:alphaModFix/>
          </a:blip>
          <a:stretch>
            <a:fillRect/>
          </a:stretch>
        </p:blipFill>
        <p:spPr>
          <a:xfrm>
            <a:off x="7995650" y="5632388"/>
            <a:ext cx="1863200" cy="477150"/>
          </a:xfrm>
          <a:prstGeom prst="rect">
            <a:avLst/>
          </a:prstGeom>
          <a:noFill/>
          <a:ln>
            <a:noFill/>
          </a:ln>
        </p:spPr>
      </p:pic>
      <p:sp>
        <p:nvSpPr>
          <p:cNvPr id="971" name="Google Shape;971;g3d1afc4545f_0_2224"/>
          <p:cNvSpPr txBox="1"/>
          <p:nvPr/>
        </p:nvSpPr>
        <p:spPr>
          <a:xfrm>
            <a:off x="6560450" y="5060625"/>
            <a:ext cx="5415600" cy="5850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US" sz="1300">
                <a:solidFill>
                  <a:schemeClr val="dk1"/>
                </a:solidFill>
                <a:latin typeface="Georgia"/>
                <a:ea typeface="Georgia"/>
                <a:cs typeface="Georgia"/>
                <a:sym typeface="Georgia"/>
              </a:rPr>
              <a:t>Additionally upon solving the left and right scattering problem respectively and forcing the probability current constraint one shall get:</a:t>
            </a:r>
            <a:endParaRPr sz="1300">
              <a:solidFill>
                <a:schemeClr val="dk1"/>
              </a:solidFill>
              <a:latin typeface="Georgia"/>
              <a:ea typeface="Georgia"/>
              <a:cs typeface="Georgia"/>
              <a:sym typeface="Georgia"/>
            </a:endParaRPr>
          </a:p>
        </p:txBody>
      </p:sp>
    </p:spTree>
  </p:cSld>
  <p:clrMapOvr>
    <a:masterClrMapping/>
  </p:clrMapOvr>
</p:sld>
</file>

<file path=ppt/slides/slide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75" name="Shape 975"/>
        <p:cNvGrpSpPr/>
        <p:nvPr/>
      </p:nvGrpSpPr>
      <p:grpSpPr>
        <a:xfrm>
          <a:off x="0" y="0"/>
          <a:ext cx="0" cy="0"/>
          <a:chOff x="0" y="0"/>
          <a:chExt cx="0" cy="0"/>
        </a:xfrm>
      </p:grpSpPr>
      <p:sp>
        <p:nvSpPr>
          <p:cNvPr id="976" name="Google Shape;976;g3d1afc4545f_0_337"/>
          <p:cNvSpPr txBox="1"/>
          <p:nvPr/>
        </p:nvSpPr>
        <p:spPr>
          <a:xfrm>
            <a:off x="6481550" y="3615950"/>
            <a:ext cx="5710200" cy="585000"/>
          </a:xfrm>
          <a:prstGeom prst="rect">
            <a:avLst/>
          </a:prstGeom>
          <a:noFill/>
          <a:ln cap="flat" cmpd="sng" w="19050">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US">
                <a:solidFill>
                  <a:schemeClr val="dk1"/>
                </a:solidFill>
                <a:latin typeface="Georgia"/>
                <a:ea typeface="Georgia"/>
                <a:cs typeface="Georgia"/>
                <a:sym typeface="Georgia"/>
              </a:rPr>
              <a:t>This phenomenon is called “quantum tunneling”, because of which the wavefunction might survive only if barrier width is small enough.</a:t>
            </a:r>
            <a:endParaRPr>
              <a:solidFill>
                <a:schemeClr val="dk1"/>
              </a:solidFill>
              <a:latin typeface="Georgia"/>
              <a:ea typeface="Georgia"/>
              <a:cs typeface="Georgia"/>
              <a:sym typeface="Georgia"/>
            </a:endParaRPr>
          </a:p>
        </p:txBody>
      </p:sp>
      <p:sp>
        <p:nvSpPr>
          <p:cNvPr id="977" name="Google Shape;977;g3d1afc4545f_0_337"/>
          <p:cNvSpPr txBox="1"/>
          <p:nvPr/>
        </p:nvSpPr>
        <p:spPr>
          <a:xfrm>
            <a:off x="6898200" y="3041150"/>
            <a:ext cx="5293800" cy="585000"/>
          </a:xfrm>
          <a:prstGeom prst="rect">
            <a:avLst/>
          </a:prstGeom>
          <a:noFill/>
          <a:ln cap="flat" cmpd="sng" w="19050">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US">
                <a:solidFill>
                  <a:schemeClr val="dk1"/>
                </a:solidFill>
                <a:latin typeface="Georgia"/>
                <a:ea typeface="Georgia"/>
                <a:cs typeface="Georgia"/>
                <a:sym typeface="Georgia"/>
              </a:rPr>
              <a:t>In classically “forbidden” regime (E &lt; V</a:t>
            </a:r>
            <a:r>
              <a:rPr baseline="-25000" lang="en-US">
                <a:solidFill>
                  <a:schemeClr val="dk1"/>
                </a:solidFill>
                <a:latin typeface="Georgia"/>
                <a:ea typeface="Georgia"/>
                <a:cs typeface="Georgia"/>
                <a:sym typeface="Georgia"/>
              </a:rPr>
              <a:t>0</a:t>
            </a:r>
            <a:r>
              <a:rPr lang="en-US">
                <a:solidFill>
                  <a:schemeClr val="dk1"/>
                </a:solidFill>
                <a:latin typeface="Georgia"/>
                <a:ea typeface="Georgia"/>
                <a:cs typeface="Georgia"/>
                <a:sym typeface="Georgia"/>
              </a:rPr>
              <a:t>):</a:t>
            </a:r>
            <a:endParaRPr>
              <a:solidFill>
                <a:schemeClr val="dk1"/>
              </a:solidFill>
              <a:latin typeface="Georgia"/>
              <a:ea typeface="Georgia"/>
              <a:cs typeface="Georgia"/>
              <a:sym typeface="Georgia"/>
            </a:endParaRPr>
          </a:p>
          <a:p>
            <a:pPr indent="0" lvl="0" marL="0" rtl="0" algn="ctr">
              <a:spcBef>
                <a:spcPts val="0"/>
              </a:spcBef>
              <a:spcAft>
                <a:spcPts val="0"/>
              </a:spcAft>
              <a:buNone/>
            </a:pPr>
            <a:r>
              <a:rPr lang="en-US">
                <a:solidFill>
                  <a:schemeClr val="dk1"/>
                </a:solidFill>
                <a:latin typeface="Georgia"/>
                <a:ea typeface="Georgia"/>
                <a:cs typeface="Georgia"/>
                <a:sym typeface="Georgia"/>
              </a:rPr>
              <a:t>‘</a:t>
            </a:r>
            <a:r>
              <a:rPr b="1" lang="en-US">
                <a:solidFill>
                  <a:schemeClr val="dk1"/>
                </a:solidFill>
                <a:latin typeface="Georgia"/>
                <a:ea typeface="Georgia"/>
                <a:cs typeface="Georgia"/>
                <a:sym typeface="Georgia"/>
              </a:rPr>
              <a:t>q</a:t>
            </a:r>
            <a:r>
              <a:rPr lang="en-US">
                <a:solidFill>
                  <a:schemeClr val="dk1"/>
                </a:solidFill>
                <a:latin typeface="Georgia"/>
                <a:ea typeface="Georgia"/>
                <a:cs typeface="Georgia"/>
                <a:sym typeface="Georgia"/>
              </a:rPr>
              <a:t>’ is imaginary =&gt; [-a,a] is an exponentially decaying function.</a:t>
            </a:r>
            <a:endParaRPr>
              <a:solidFill>
                <a:schemeClr val="dk1"/>
              </a:solidFill>
              <a:latin typeface="Georgia"/>
              <a:ea typeface="Georgia"/>
              <a:cs typeface="Georgia"/>
              <a:sym typeface="Georgia"/>
            </a:endParaRPr>
          </a:p>
        </p:txBody>
      </p:sp>
      <p:sp>
        <p:nvSpPr>
          <p:cNvPr id="978" name="Google Shape;978;g3d1afc4545f_0_337"/>
          <p:cNvSpPr txBox="1"/>
          <p:nvPr/>
        </p:nvSpPr>
        <p:spPr>
          <a:xfrm>
            <a:off x="186575" y="690425"/>
            <a:ext cx="5424300" cy="483900"/>
          </a:xfrm>
          <a:prstGeom prst="rect">
            <a:avLst/>
          </a:prstGeom>
          <a:noFill/>
          <a:ln cap="flat" cmpd="sng" w="19050">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US">
                <a:solidFill>
                  <a:schemeClr val="dk1"/>
                </a:solidFill>
                <a:latin typeface="Georgia"/>
                <a:ea typeface="Georgia"/>
                <a:cs typeface="Georgia"/>
                <a:sym typeface="Georgia"/>
              </a:rPr>
              <a:t>In classically allowed regime (E &lt; V</a:t>
            </a:r>
            <a:r>
              <a:rPr baseline="-25000" lang="en-US">
                <a:solidFill>
                  <a:schemeClr val="dk1"/>
                </a:solidFill>
                <a:latin typeface="Georgia"/>
                <a:ea typeface="Georgia"/>
                <a:cs typeface="Georgia"/>
                <a:sym typeface="Georgia"/>
              </a:rPr>
              <a:t>0</a:t>
            </a:r>
            <a:r>
              <a:rPr lang="en-US">
                <a:solidFill>
                  <a:schemeClr val="dk1"/>
                </a:solidFill>
                <a:latin typeface="Georgia"/>
                <a:ea typeface="Georgia"/>
                <a:cs typeface="Georgia"/>
                <a:sym typeface="Georgia"/>
              </a:rPr>
              <a:t>):</a:t>
            </a:r>
            <a:endParaRPr>
              <a:solidFill>
                <a:schemeClr val="dk1"/>
              </a:solidFill>
              <a:latin typeface="Georgia"/>
              <a:ea typeface="Georgia"/>
              <a:cs typeface="Georgia"/>
              <a:sym typeface="Georgia"/>
            </a:endParaRPr>
          </a:p>
          <a:p>
            <a:pPr indent="0" lvl="0" marL="0" rtl="0" algn="ctr">
              <a:spcBef>
                <a:spcPts val="0"/>
              </a:spcBef>
              <a:spcAft>
                <a:spcPts val="0"/>
              </a:spcAft>
              <a:buNone/>
            </a:pPr>
            <a:r>
              <a:rPr lang="en-US">
                <a:solidFill>
                  <a:schemeClr val="dk1"/>
                </a:solidFill>
                <a:latin typeface="Georgia"/>
                <a:ea typeface="Georgia"/>
                <a:cs typeface="Georgia"/>
                <a:sym typeface="Georgia"/>
              </a:rPr>
              <a:t>‘</a:t>
            </a:r>
            <a:r>
              <a:rPr b="1" lang="en-US">
                <a:solidFill>
                  <a:schemeClr val="dk1"/>
                </a:solidFill>
                <a:latin typeface="Georgia"/>
                <a:ea typeface="Georgia"/>
                <a:cs typeface="Georgia"/>
                <a:sym typeface="Georgia"/>
              </a:rPr>
              <a:t>q</a:t>
            </a:r>
            <a:r>
              <a:rPr lang="en-US">
                <a:solidFill>
                  <a:schemeClr val="dk1"/>
                </a:solidFill>
                <a:latin typeface="Georgia"/>
                <a:ea typeface="Georgia"/>
                <a:cs typeface="Georgia"/>
                <a:sym typeface="Georgia"/>
              </a:rPr>
              <a:t>’ is real, as a result [-a,a] is a standing wave solution.</a:t>
            </a:r>
            <a:endParaRPr>
              <a:solidFill>
                <a:schemeClr val="dk1"/>
              </a:solidFill>
              <a:latin typeface="Georgia"/>
              <a:ea typeface="Georgia"/>
              <a:cs typeface="Georgia"/>
              <a:sym typeface="Georgia"/>
            </a:endParaRPr>
          </a:p>
        </p:txBody>
      </p:sp>
      <p:pic>
        <p:nvPicPr>
          <p:cNvPr id="979" name="Google Shape;979;g3d1afc4545f_0_337"/>
          <p:cNvPicPr preferRelativeResize="0"/>
          <p:nvPr/>
        </p:nvPicPr>
        <p:blipFill rotWithShape="1">
          <a:blip r:embed="rId3">
            <a:alphaModFix/>
          </a:blip>
          <a:srcRect b="0" l="0" r="0" t="0"/>
          <a:stretch/>
        </p:blipFill>
        <p:spPr>
          <a:xfrm>
            <a:off x="-4" y="6211289"/>
            <a:ext cx="12192003" cy="1285104"/>
          </a:xfrm>
          <a:prstGeom prst="rect">
            <a:avLst/>
          </a:prstGeom>
          <a:noFill/>
          <a:ln>
            <a:noFill/>
          </a:ln>
        </p:spPr>
      </p:pic>
      <p:pic>
        <p:nvPicPr>
          <p:cNvPr id="980" name="Google Shape;980;g3d1afc4545f_0_337"/>
          <p:cNvPicPr preferRelativeResize="0"/>
          <p:nvPr/>
        </p:nvPicPr>
        <p:blipFill rotWithShape="1">
          <a:blip r:embed="rId4">
            <a:alphaModFix/>
          </a:blip>
          <a:srcRect b="0" l="0" r="0" t="0"/>
          <a:stretch/>
        </p:blipFill>
        <p:spPr>
          <a:xfrm>
            <a:off x="10590934" y="6330522"/>
            <a:ext cx="1499906" cy="585000"/>
          </a:xfrm>
          <a:prstGeom prst="rect">
            <a:avLst/>
          </a:prstGeom>
          <a:noFill/>
          <a:ln>
            <a:noFill/>
          </a:ln>
        </p:spPr>
      </p:pic>
      <p:sp>
        <p:nvSpPr>
          <p:cNvPr id="981" name="Google Shape;981;g3d1afc4545f_0_337"/>
          <p:cNvSpPr txBox="1"/>
          <p:nvPr/>
        </p:nvSpPr>
        <p:spPr>
          <a:xfrm>
            <a:off x="-1" y="6288587"/>
            <a:ext cx="5981100" cy="3693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chemeClr val="dk1"/>
              </a:buClr>
              <a:buSzPts val="1800"/>
              <a:buFont typeface="Arial"/>
              <a:buNone/>
            </a:pPr>
            <a:r>
              <a:rPr b="0" i="0" lang="en-US" sz="1800" u="none" cap="none" strike="noStrike">
                <a:solidFill>
                  <a:schemeClr val="lt1"/>
                </a:solidFill>
                <a:latin typeface="Times New Roman"/>
                <a:ea typeface="Times New Roman"/>
                <a:cs typeface="Times New Roman"/>
                <a:sym typeface="Times New Roman"/>
              </a:rPr>
              <a:t>Term Paper Presentation | Ronit Dutta</a:t>
            </a:r>
            <a:endParaRPr b="0" i="0" sz="1800" u="none" cap="none" strike="noStrike">
              <a:solidFill>
                <a:schemeClr val="lt1"/>
              </a:solidFill>
              <a:latin typeface="Times New Roman"/>
              <a:ea typeface="Times New Roman"/>
              <a:cs typeface="Times New Roman"/>
              <a:sym typeface="Times New Roman"/>
            </a:endParaRPr>
          </a:p>
        </p:txBody>
      </p:sp>
      <p:sp>
        <p:nvSpPr>
          <p:cNvPr id="982" name="Google Shape;982;g3d1afc4545f_0_337"/>
          <p:cNvSpPr txBox="1"/>
          <p:nvPr/>
        </p:nvSpPr>
        <p:spPr>
          <a:xfrm>
            <a:off x="0" y="0"/>
            <a:ext cx="8216700" cy="585000"/>
          </a:xfrm>
          <a:prstGeom prst="rect">
            <a:avLst/>
          </a:prstGeom>
          <a:noFill/>
          <a:ln cap="flat" cmpd="sng" w="9525">
            <a:solidFill>
              <a:schemeClr val="dk1"/>
            </a:solidFill>
            <a:prstDash val="solid"/>
            <a:round/>
            <a:headEnd len="sm" w="sm" type="none"/>
            <a:tailEnd len="sm" w="sm" type="none"/>
          </a:ln>
        </p:spPr>
        <p:txBody>
          <a:bodyPr anchorCtr="0" anchor="t" bIns="45700" lIns="91425" spcFirstLastPara="1" rIns="91425" wrap="square" tIns="45700">
            <a:spAutoFit/>
          </a:bodyPr>
          <a:lstStyle/>
          <a:p>
            <a:pPr indent="0" lvl="0" marL="0" rtl="0" algn="l">
              <a:spcBef>
                <a:spcPts val="0"/>
              </a:spcBef>
              <a:spcAft>
                <a:spcPts val="0"/>
              </a:spcAft>
              <a:buClr>
                <a:schemeClr val="dk1"/>
              </a:buClr>
              <a:buSzPts val="3200"/>
              <a:buFont typeface="Arial"/>
              <a:buNone/>
            </a:pPr>
            <a:r>
              <a:rPr lang="en-US" sz="3200">
                <a:solidFill>
                  <a:schemeClr val="dk1"/>
                </a:solidFill>
                <a:latin typeface="Times New Roman"/>
                <a:ea typeface="Times New Roman"/>
                <a:cs typeface="Times New Roman"/>
                <a:sym typeface="Times New Roman"/>
              </a:rPr>
              <a:t>Common 1D scattering :- “Roadbump” potential</a:t>
            </a:r>
            <a:endParaRPr b="0" i="0" sz="3200" u="none" cap="none" strike="noStrike">
              <a:solidFill>
                <a:schemeClr val="dk1"/>
              </a:solidFill>
              <a:latin typeface="Times New Roman"/>
              <a:ea typeface="Times New Roman"/>
              <a:cs typeface="Times New Roman"/>
              <a:sym typeface="Times New Roman"/>
            </a:endParaRPr>
          </a:p>
        </p:txBody>
      </p:sp>
      <p:cxnSp>
        <p:nvCxnSpPr>
          <p:cNvPr id="983" name="Google Shape;983;g3d1afc4545f_0_337"/>
          <p:cNvCxnSpPr/>
          <p:nvPr/>
        </p:nvCxnSpPr>
        <p:spPr>
          <a:xfrm flipH="1" rot="10800000">
            <a:off x="6" y="584989"/>
            <a:ext cx="6318000" cy="30600"/>
          </a:xfrm>
          <a:prstGeom prst="straightConnector1">
            <a:avLst/>
          </a:prstGeom>
          <a:noFill/>
          <a:ln cap="flat" cmpd="sng" w="9525">
            <a:solidFill>
              <a:srgbClr val="0E4D3B"/>
            </a:solidFill>
            <a:prstDash val="solid"/>
            <a:miter lim="800000"/>
            <a:headEnd len="sm" w="sm" type="none"/>
            <a:tailEnd len="sm" w="sm" type="none"/>
          </a:ln>
        </p:spPr>
      </p:cxnSp>
      <p:pic>
        <p:nvPicPr>
          <p:cNvPr id="984" name="Google Shape;984;g3d1afc4545f_0_337"/>
          <p:cNvPicPr preferRelativeResize="0"/>
          <p:nvPr/>
        </p:nvPicPr>
        <p:blipFill rotWithShape="1">
          <a:blip r:embed="rId5">
            <a:alphaModFix/>
          </a:blip>
          <a:srcRect b="0" l="0" r="0" t="0"/>
          <a:stretch/>
        </p:blipFill>
        <p:spPr>
          <a:xfrm>
            <a:off x="-4" y="6211289"/>
            <a:ext cx="12192003" cy="1285104"/>
          </a:xfrm>
          <a:prstGeom prst="rect">
            <a:avLst/>
          </a:prstGeom>
          <a:noFill/>
          <a:ln>
            <a:noFill/>
          </a:ln>
        </p:spPr>
      </p:pic>
      <p:pic>
        <p:nvPicPr>
          <p:cNvPr id="985" name="Google Shape;985;g3d1afc4545f_0_337"/>
          <p:cNvPicPr preferRelativeResize="0"/>
          <p:nvPr/>
        </p:nvPicPr>
        <p:blipFill rotWithShape="1">
          <a:blip r:embed="rId4">
            <a:alphaModFix/>
          </a:blip>
          <a:srcRect b="0" l="0" r="0" t="0"/>
          <a:stretch/>
        </p:blipFill>
        <p:spPr>
          <a:xfrm>
            <a:off x="10590934" y="6330522"/>
            <a:ext cx="1499906" cy="585000"/>
          </a:xfrm>
          <a:prstGeom prst="rect">
            <a:avLst/>
          </a:prstGeom>
          <a:noFill/>
          <a:ln>
            <a:noFill/>
          </a:ln>
        </p:spPr>
      </p:pic>
      <p:sp>
        <p:nvSpPr>
          <p:cNvPr id="986" name="Google Shape;986;g3d1afc4545f_0_337"/>
          <p:cNvSpPr txBox="1"/>
          <p:nvPr/>
        </p:nvSpPr>
        <p:spPr>
          <a:xfrm>
            <a:off x="-1" y="6288587"/>
            <a:ext cx="5981100" cy="3693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chemeClr val="dk1"/>
              </a:buClr>
              <a:buSzPts val="1800"/>
              <a:buFont typeface="Arial"/>
              <a:buNone/>
            </a:pPr>
            <a:r>
              <a:rPr b="0" i="0" lang="en-US" sz="1800" u="none" cap="none" strike="noStrike">
                <a:solidFill>
                  <a:schemeClr val="lt1"/>
                </a:solidFill>
                <a:latin typeface="Times New Roman"/>
                <a:ea typeface="Times New Roman"/>
                <a:cs typeface="Times New Roman"/>
                <a:sym typeface="Times New Roman"/>
              </a:rPr>
              <a:t>Term Paper Presentation | Ronit Dutta</a:t>
            </a:r>
            <a:endParaRPr b="0" i="0" sz="1800" u="none" cap="none" strike="noStrike">
              <a:solidFill>
                <a:schemeClr val="lt1"/>
              </a:solidFill>
              <a:latin typeface="Times New Roman"/>
              <a:ea typeface="Times New Roman"/>
              <a:cs typeface="Times New Roman"/>
              <a:sym typeface="Times New Roman"/>
            </a:endParaRPr>
          </a:p>
        </p:txBody>
      </p:sp>
      <p:pic>
        <p:nvPicPr>
          <p:cNvPr id="987" name="Google Shape;987;g3d1afc4545f_0_337"/>
          <p:cNvPicPr preferRelativeResize="0"/>
          <p:nvPr/>
        </p:nvPicPr>
        <p:blipFill rotWithShape="1">
          <a:blip r:embed="rId5">
            <a:alphaModFix/>
          </a:blip>
          <a:srcRect b="0" l="0" r="0" t="0"/>
          <a:stretch/>
        </p:blipFill>
        <p:spPr>
          <a:xfrm>
            <a:off x="-4" y="6211289"/>
            <a:ext cx="12192003" cy="1285104"/>
          </a:xfrm>
          <a:prstGeom prst="rect">
            <a:avLst/>
          </a:prstGeom>
          <a:noFill/>
          <a:ln>
            <a:noFill/>
          </a:ln>
        </p:spPr>
      </p:pic>
      <p:pic>
        <p:nvPicPr>
          <p:cNvPr id="988" name="Google Shape;988;g3d1afc4545f_0_337"/>
          <p:cNvPicPr preferRelativeResize="0"/>
          <p:nvPr/>
        </p:nvPicPr>
        <p:blipFill rotWithShape="1">
          <a:blip r:embed="rId4">
            <a:alphaModFix/>
          </a:blip>
          <a:srcRect b="0" l="0" r="0" t="0"/>
          <a:stretch/>
        </p:blipFill>
        <p:spPr>
          <a:xfrm>
            <a:off x="10590934" y="6330522"/>
            <a:ext cx="1499906" cy="585000"/>
          </a:xfrm>
          <a:prstGeom prst="rect">
            <a:avLst/>
          </a:prstGeom>
          <a:noFill/>
          <a:ln>
            <a:noFill/>
          </a:ln>
        </p:spPr>
      </p:pic>
      <p:sp>
        <p:nvSpPr>
          <p:cNvPr id="989" name="Google Shape;989;g3d1afc4545f_0_337"/>
          <p:cNvSpPr txBox="1"/>
          <p:nvPr/>
        </p:nvSpPr>
        <p:spPr>
          <a:xfrm>
            <a:off x="-1" y="6288587"/>
            <a:ext cx="5981100" cy="6465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chemeClr val="dk1"/>
              </a:buClr>
              <a:buSzPts val="1800"/>
              <a:buFont typeface="Arial"/>
              <a:buNone/>
            </a:pPr>
            <a:r>
              <a:rPr b="0" i="0" lang="en-US" sz="1800" u="none" cap="none" strike="noStrike">
                <a:solidFill>
                  <a:schemeClr val="lt1"/>
                </a:solidFill>
                <a:latin typeface="Times New Roman"/>
                <a:ea typeface="Times New Roman"/>
                <a:cs typeface="Times New Roman"/>
                <a:sym typeface="Times New Roman"/>
              </a:rPr>
              <a:t>Machine Learning Professional</a:t>
            </a:r>
            <a:br>
              <a:rPr b="0" i="0" lang="en-US" sz="1800" u="none" cap="none" strike="noStrike">
                <a:solidFill>
                  <a:schemeClr val="lt1"/>
                </a:solidFill>
                <a:latin typeface="Times New Roman"/>
                <a:ea typeface="Times New Roman"/>
                <a:cs typeface="Times New Roman"/>
                <a:sym typeface="Times New Roman"/>
              </a:rPr>
            </a:br>
            <a:r>
              <a:rPr b="0" i="0" lang="en-US" sz="1800" u="none" cap="none" strike="noStrike">
                <a:solidFill>
                  <a:schemeClr val="lt1"/>
                </a:solidFill>
                <a:latin typeface="Times New Roman"/>
                <a:ea typeface="Times New Roman"/>
                <a:cs typeface="Times New Roman"/>
                <a:sym typeface="Times New Roman"/>
              </a:rPr>
              <a:t>Project Presentation</a:t>
            </a:r>
            <a:endParaRPr b="0" i="0" sz="1800" u="none" cap="none" strike="noStrike">
              <a:solidFill>
                <a:schemeClr val="lt1"/>
              </a:solidFill>
              <a:latin typeface="Times New Roman"/>
              <a:ea typeface="Times New Roman"/>
              <a:cs typeface="Times New Roman"/>
              <a:sym typeface="Times New Roman"/>
            </a:endParaRPr>
          </a:p>
        </p:txBody>
      </p:sp>
      <p:pic>
        <p:nvPicPr>
          <p:cNvPr id="990" name="Google Shape;990;g3d1afc4545f_0_337"/>
          <p:cNvPicPr preferRelativeResize="0"/>
          <p:nvPr/>
        </p:nvPicPr>
        <p:blipFill rotWithShape="1">
          <a:blip r:embed="rId6">
            <a:alphaModFix/>
          </a:blip>
          <a:srcRect b="0" l="0" r="0" t="0"/>
          <a:stretch/>
        </p:blipFill>
        <p:spPr>
          <a:xfrm>
            <a:off x="10590875" y="6330524"/>
            <a:ext cx="1500023" cy="585000"/>
          </a:xfrm>
          <a:prstGeom prst="rect">
            <a:avLst/>
          </a:prstGeom>
          <a:noFill/>
          <a:ln>
            <a:noFill/>
          </a:ln>
        </p:spPr>
      </p:pic>
      <p:pic>
        <p:nvPicPr>
          <p:cNvPr id="991" name="Google Shape;991;g3d1afc4545f_0_337"/>
          <p:cNvPicPr preferRelativeResize="0"/>
          <p:nvPr/>
        </p:nvPicPr>
        <p:blipFill rotWithShape="1">
          <a:blip r:embed="rId7">
            <a:alphaModFix/>
          </a:blip>
          <a:srcRect b="0" l="0" r="0" t="0"/>
          <a:stretch/>
        </p:blipFill>
        <p:spPr>
          <a:xfrm>
            <a:off x="-4" y="6211289"/>
            <a:ext cx="12192003" cy="1285104"/>
          </a:xfrm>
          <a:prstGeom prst="rect">
            <a:avLst/>
          </a:prstGeom>
          <a:noFill/>
          <a:ln>
            <a:noFill/>
          </a:ln>
        </p:spPr>
      </p:pic>
      <p:sp>
        <p:nvSpPr>
          <p:cNvPr id="992" name="Google Shape;992;g3d1afc4545f_0_337"/>
          <p:cNvSpPr txBox="1"/>
          <p:nvPr/>
        </p:nvSpPr>
        <p:spPr>
          <a:xfrm>
            <a:off x="-1" y="6288587"/>
            <a:ext cx="5981100" cy="6465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chemeClr val="dk1"/>
              </a:buClr>
              <a:buSzPts val="1800"/>
              <a:buFont typeface="Arial"/>
              <a:buNone/>
            </a:pPr>
            <a:r>
              <a:rPr b="0" i="0" lang="en-US" sz="1800" u="none" cap="none" strike="noStrike">
                <a:solidFill>
                  <a:schemeClr val="lt1"/>
                </a:solidFill>
                <a:latin typeface="Times New Roman"/>
                <a:ea typeface="Times New Roman"/>
                <a:cs typeface="Times New Roman"/>
                <a:sym typeface="Times New Roman"/>
              </a:rPr>
              <a:t>Machine Learning Professional</a:t>
            </a:r>
            <a:br>
              <a:rPr b="0" i="0" lang="en-US" sz="1800" u="none" cap="none" strike="noStrike">
                <a:solidFill>
                  <a:schemeClr val="lt1"/>
                </a:solidFill>
                <a:latin typeface="Times New Roman"/>
                <a:ea typeface="Times New Roman"/>
                <a:cs typeface="Times New Roman"/>
                <a:sym typeface="Times New Roman"/>
              </a:rPr>
            </a:br>
            <a:r>
              <a:rPr b="0" i="0" lang="en-US" sz="1800" u="none" cap="none" strike="noStrike">
                <a:solidFill>
                  <a:schemeClr val="lt1"/>
                </a:solidFill>
                <a:latin typeface="Times New Roman"/>
                <a:ea typeface="Times New Roman"/>
                <a:cs typeface="Times New Roman"/>
                <a:sym typeface="Times New Roman"/>
              </a:rPr>
              <a:t>Project Presentation</a:t>
            </a:r>
            <a:endParaRPr b="0" i="0" sz="1800" u="none" cap="none" strike="noStrike">
              <a:solidFill>
                <a:schemeClr val="lt1"/>
              </a:solidFill>
              <a:latin typeface="Times New Roman"/>
              <a:ea typeface="Times New Roman"/>
              <a:cs typeface="Times New Roman"/>
              <a:sym typeface="Times New Roman"/>
            </a:endParaRPr>
          </a:p>
        </p:txBody>
      </p:sp>
      <p:pic>
        <p:nvPicPr>
          <p:cNvPr id="993" name="Google Shape;993;g3d1afc4545f_0_337"/>
          <p:cNvPicPr preferRelativeResize="0"/>
          <p:nvPr/>
        </p:nvPicPr>
        <p:blipFill rotWithShape="1">
          <a:blip r:embed="rId6">
            <a:alphaModFix/>
          </a:blip>
          <a:srcRect b="0" l="0" r="0" t="0"/>
          <a:stretch/>
        </p:blipFill>
        <p:spPr>
          <a:xfrm>
            <a:off x="10590875" y="6330524"/>
            <a:ext cx="1500023" cy="585000"/>
          </a:xfrm>
          <a:prstGeom prst="rect">
            <a:avLst/>
          </a:prstGeom>
          <a:noFill/>
          <a:ln>
            <a:noFill/>
          </a:ln>
        </p:spPr>
      </p:pic>
      <p:pic>
        <p:nvPicPr>
          <p:cNvPr id="994" name="Google Shape;994;g3d1afc4545f_0_337"/>
          <p:cNvPicPr preferRelativeResize="0"/>
          <p:nvPr/>
        </p:nvPicPr>
        <p:blipFill rotWithShape="1">
          <a:blip r:embed="rId7">
            <a:alphaModFix/>
          </a:blip>
          <a:srcRect b="0" l="0" r="0" t="0"/>
          <a:stretch/>
        </p:blipFill>
        <p:spPr>
          <a:xfrm>
            <a:off x="-4" y="6211289"/>
            <a:ext cx="12192003" cy="1285104"/>
          </a:xfrm>
          <a:prstGeom prst="rect">
            <a:avLst/>
          </a:prstGeom>
          <a:noFill/>
          <a:ln>
            <a:noFill/>
          </a:ln>
        </p:spPr>
      </p:pic>
      <p:sp>
        <p:nvSpPr>
          <p:cNvPr id="995" name="Google Shape;995;g3d1afc4545f_0_337"/>
          <p:cNvSpPr txBox="1"/>
          <p:nvPr/>
        </p:nvSpPr>
        <p:spPr>
          <a:xfrm>
            <a:off x="-1" y="6234672"/>
            <a:ext cx="5981100" cy="6465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chemeClr val="dk1"/>
              </a:buClr>
              <a:buSzPts val="1800"/>
              <a:buFont typeface="Arial"/>
              <a:buNone/>
            </a:pPr>
            <a:r>
              <a:rPr b="0" i="0" lang="en-US" sz="1800" u="none" cap="none" strike="noStrike">
                <a:solidFill>
                  <a:schemeClr val="lt1"/>
                </a:solidFill>
                <a:latin typeface="Times New Roman"/>
                <a:ea typeface="Times New Roman"/>
                <a:cs typeface="Times New Roman"/>
                <a:sym typeface="Times New Roman"/>
              </a:rPr>
              <a:t>Machine Learning Professional</a:t>
            </a:r>
            <a:br>
              <a:rPr b="0" i="0" lang="en-US" sz="1800" u="none" cap="none" strike="noStrike">
                <a:solidFill>
                  <a:schemeClr val="lt1"/>
                </a:solidFill>
                <a:latin typeface="Times New Roman"/>
                <a:ea typeface="Times New Roman"/>
                <a:cs typeface="Times New Roman"/>
                <a:sym typeface="Times New Roman"/>
              </a:rPr>
            </a:br>
            <a:r>
              <a:rPr b="0" i="0" lang="en-US" sz="1800" u="none" cap="none" strike="noStrike">
                <a:solidFill>
                  <a:schemeClr val="lt1"/>
                </a:solidFill>
                <a:latin typeface="Times New Roman"/>
                <a:ea typeface="Times New Roman"/>
                <a:cs typeface="Times New Roman"/>
                <a:sym typeface="Times New Roman"/>
              </a:rPr>
              <a:t>Project Presentation</a:t>
            </a:r>
            <a:endParaRPr b="0" i="0" sz="1800" u="none" cap="none" strike="noStrike">
              <a:solidFill>
                <a:schemeClr val="lt1"/>
              </a:solidFill>
              <a:latin typeface="Times New Roman"/>
              <a:ea typeface="Times New Roman"/>
              <a:cs typeface="Times New Roman"/>
              <a:sym typeface="Times New Roman"/>
            </a:endParaRPr>
          </a:p>
        </p:txBody>
      </p:sp>
      <p:pic>
        <p:nvPicPr>
          <p:cNvPr id="996" name="Google Shape;996;g3d1afc4545f_0_337"/>
          <p:cNvPicPr preferRelativeResize="0"/>
          <p:nvPr/>
        </p:nvPicPr>
        <p:blipFill rotWithShape="1">
          <a:blip r:embed="rId6">
            <a:alphaModFix/>
          </a:blip>
          <a:srcRect b="0" l="0" r="0" t="0"/>
          <a:stretch/>
        </p:blipFill>
        <p:spPr>
          <a:xfrm>
            <a:off x="10590875" y="6330524"/>
            <a:ext cx="1500023" cy="585000"/>
          </a:xfrm>
          <a:prstGeom prst="rect">
            <a:avLst/>
          </a:prstGeom>
          <a:noFill/>
          <a:ln>
            <a:noFill/>
          </a:ln>
        </p:spPr>
      </p:pic>
      <p:pic>
        <p:nvPicPr>
          <p:cNvPr id="997" name="Google Shape;997;g3d1afc4545f_0_337"/>
          <p:cNvPicPr preferRelativeResize="0"/>
          <p:nvPr/>
        </p:nvPicPr>
        <p:blipFill rotWithShape="1">
          <a:blip r:embed="rId8">
            <a:alphaModFix/>
          </a:blip>
          <a:srcRect b="0" l="0" r="0" t="0"/>
          <a:stretch/>
        </p:blipFill>
        <p:spPr>
          <a:xfrm>
            <a:off x="-4" y="6211289"/>
            <a:ext cx="12192003" cy="1285104"/>
          </a:xfrm>
          <a:prstGeom prst="rect">
            <a:avLst/>
          </a:prstGeom>
          <a:noFill/>
          <a:ln>
            <a:noFill/>
          </a:ln>
        </p:spPr>
      </p:pic>
      <p:sp>
        <p:nvSpPr>
          <p:cNvPr id="998" name="Google Shape;998;g3d1afc4545f_0_337"/>
          <p:cNvSpPr txBox="1"/>
          <p:nvPr/>
        </p:nvSpPr>
        <p:spPr>
          <a:xfrm>
            <a:off x="-1" y="6234672"/>
            <a:ext cx="5981100" cy="6465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chemeClr val="dk1"/>
              </a:buClr>
              <a:buSzPts val="1800"/>
              <a:buFont typeface="Arial"/>
              <a:buNone/>
            </a:pPr>
            <a:r>
              <a:rPr b="0" i="0" lang="en-US" sz="1800" u="none" cap="none" strike="noStrike">
                <a:solidFill>
                  <a:schemeClr val="lt1"/>
                </a:solidFill>
                <a:latin typeface="Times New Roman"/>
                <a:ea typeface="Times New Roman"/>
                <a:cs typeface="Times New Roman"/>
                <a:sym typeface="Times New Roman"/>
              </a:rPr>
              <a:t>Nanoelectronics - Seminar Presentation</a:t>
            </a:r>
            <a:br>
              <a:rPr b="0" i="0" lang="en-US" sz="1800" u="none" cap="none" strike="noStrike">
                <a:solidFill>
                  <a:schemeClr val="lt1"/>
                </a:solidFill>
                <a:latin typeface="Times New Roman"/>
                <a:ea typeface="Times New Roman"/>
                <a:cs typeface="Times New Roman"/>
                <a:sym typeface="Times New Roman"/>
              </a:rPr>
            </a:br>
            <a:r>
              <a:rPr b="0" i="0" lang="en-US" sz="1800" u="none" cap="none" strike="noStrike">
                <a:solidFill>
                  <a:schemeClr val="lt1"/>
                </a:solidFill>
                <a:latin typeface="Times New Roman"/>
                <a:ea typeface="Times New Roman"/>
                <a:cs typeface="Times New Roman"/>
                <a:sym typeface="Times New Roman"/>
              </a:rPr>
              <a:t>Ronit Dutta</a:t>
            </a:r>
            <a:endParaRPr b="0" i="0" sz="1800" u="none" cap="none" strike="noStrike">
              <a:solidFill>
                <a:schemeClr val="lt1"/>
              </a:solidFill>
              <a:latin typeface="Times New Roman"/>
              <a:ea typeface="Times New Roman"/>
              <a:cs typeface="Times New Roman"/>
              <a:sym typeface="Times New Roman"/>
            </a:endParaRPr>
          </a:p>
        </p:txBody>
      </p:sp>
      <p:pic>
        <p:nvPicPr>
          <p:cNvPr id="999" name="Google Shape;999;g3d1afc4545f_0_337"/>
          <p:cNvPicPr preferRelativeResize="0"/>
          <p:nvPr/>
        </p:nvPicPr>
        <p:blipFill rotWithShape="1">
          <a:blip r:embed="rId6">
            <a:alphaModFix/>
          </a:blip>
          <a:srcRect b="0" l="0" r="0" t="0"/>
          <a:stretch/>
        </p:blipFill>
        <p:spPr>
          <a:xfrm>
            <a:off x="10590875" y="6330524"/>
            <a:ext cx="1500023" cy="585000"/>
          </a:xfrm>
          <a:prstGeom prst="rect">
            <a:avLst/>
          </a:prstGeom>
          <a:noFill/>
          <a:ln>
            <a:noFill/>
          </a:ln>
        </p:spPr>
      </p:pic>
      <p:pic>
        <p:nvPicPr>
          <p:cNvPr id="1000" name="Google Shape;1000;g3d1afc4545f_0_337"/>
          <p:cNvPicPr preferRelativeResize="0"/>
          <p:nvPr/>
        </p:nvPicPr>
        <p:blipFill rotWithShape="1">
          <a:blip r:embed="rId9">
            <a:alphaModFix/>
          </a:blip>
          <a:srcRect b="0" l="0" r="0" t="0"/>
          <a:stretch/>
        </p:blipFill>
        <p:spPr>
          <a:xfrm>
            <a:off x="0" y="6330524"/>
            <a:ext cx="12192000" cy="1165875"/>
          </a:xfrm>
          <a:prstGeom prst="rect">
            <a:avLst/>
          </a:prstGeom>
          <a:noFill/>
          <a:ln>
            <a:noFill/>
          </a:ln>
        </p:spPr>
      </p:pic>
      <p:sp>
        <p:nvSpPr>
          <p:cNvPr id="1001" name="Google Shape;1001;g3d1afc4545f_0_337"/>
          <p:cNvSpPr txBox="1"/>
          <p:nvPr/>
        </p:nvSpPr>
        <p:spPr>
          <a:xfrm>
            <a:off x="-1" y="6445547"/>
            <a:ext cx="5981100" cy="6465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chemeClr val="dk1"/>
              </a:buClr>
              <a:buSzPts val="1800"/>
              <a:buFont typeface="Arial"/>
              <a:buNone/>
            </a:pPr>
            <a:r>
              <a:rPr lang="en-US" sz="1800">
                <a:solidFill>
                  <a:schemeClr val="lt1"/>
                </a:solidFill>
                <a:latin typeface="Times New Roman"/>
                <a:ea typeface="Times New Roman"/>
                <a:cs typeface="Times New Roman"/>
                <a:sym typeface="Times New Roman"/>
              </a:rPr>
              <a:t>Applied Mathematics for Engineering [MIDTERM PROJECT]</a:t>
            </a:r>
            <a:br>
              <a:rPr b="0" i="0" lang="en-US" sz="1800" u="none" cap="none" strike="noStrike">
                <a:solidFill>
                  <a:schemeClr val="lt1"/>
                </a:solidFill>
                <a:latin typeface="Times New Roman"/>
                <a:ea typeface="Times New Roman"/>
                <a:cs typeface="Times New Roman"/>
                <a:sym typeface="Times New Roman"/>
              </a:rPr>
            </a:br>
            <a:r>
              <a:rPr b="0" i="0" lang="en-US" sz="1800" u="none" cap="none" strike="noStrike">
                <a:solidFill>
                  <a:schemeClr val="lt1"/>
                </a:solidFill>
                <a:latin typeface="Times New Roman"/>
                <a:ea typeface="Times New Roman"/>
                <a:cs typeface="Times New Roman"/>
                <a:sym typeface="Times New Roman"/>
              </a:rPr>
              <a:t>Ronit Dutta</a:t>
            </a:r>
            <a:endParaRPr b="0" i="0" sz="1800" u="none" cap="none" strike="noStrike">
              <a:solidFill>
                <a:schemeClr val="lt1"/>
              </a:solidFill>
              <a:latin typeface="Times New Roman"/>
              <a:ea typeface="Times New Roman"/>
              <a:cs typeface="Times New Roman"/>
              <a:sym typeface="Times New Roman"/>
            </a:endParaRPr>
          </a:p>
        </p:txBody>
      </p:sp>
      <p:pic>
        <p:nvPicPr>
          <p:cNvPr id="1002" name="Google Shape;1002;g3d1afc4545f_0_337"/>
          <p:cNvPicPr preferRelativeResize="0"/>
          <p:nvPr/>
        </p:nvPicPr>
        <p:blipFill rotWithShape="1">
          <a:blip r:embed="rId6">
            <a:alphaModFix/>
          </a:blip>
          <a:srcRect b="0" l="0" r="0" t="0"/>
          <a:stretch/>
        </p:blipFill>
        <p:spPr>
          <a:xfrm>
            <a:off x="10579375" y="6476299"/>
            <a:ext cx="1500023" cy="585000"/>
          </a:xfrm>
          <a:prstGeom prst="rect">
            <a:avLst/>
          </a:prstGeom>
          <a:noFill/>
          <a:ln>
            <a:noFill/>
          </a:ln>
        </p:spPr>
      </p:pic>
      <p:pic>
        <p:nvPicPr>
          <p:cNvPr id="1003" name="Google Shape;1003;g3d1afc4545f_0_337"/>
          <p:cNvPicPr preferRelativeResize="0"/>
          <p:nvPr/>
        </p:nvPicPr>
        <p:blipFill rotWithShape="1">
          <a:blip r:embed="rId4">
            <a:alphaModFix/>
          </a:blip>
          <a:srcRect b="0" l="0" r="0" t="0"/>
          <a:stretch/>
        </p:blipFill>
        <p:spPr>
          <a:xfrm>
            <a:off x="10590934" y="6330522"/>
            <a:ext cx="1499906" cy="585000"/>
          </a:xfrm>
          <a:prstGeom prst="rect">
            <a:avLst/>
          </a:prstGeom>
          <a:noFill/>
          <a:ln>
            <a:noFill/>
          </a:ln>
        </p:spPr>
      </p:pic>
      <p:sp>
        <p:nvSpPr>
          <p:cNvPr id="1004" name="Google Shape;1004;g3d1afc4545f_0_337"/>
          <p:cNvSpPr txBox="1"/>
          <p:nvPr/>
        </p:nvSpPr>
        <p:spPr>
          <a:xfrm>
            <a:off x="-1" y="6288587"/>
            <a:ext cx="5981100" cy="3693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chemeClr val="dk1"/>
              </a:buClr>
              <a:buSzPts val="1800"/>
              <a:buFont typeface="Arial"/>
              <a:buNone/>
            </a:pPr>
            <a:r>
              <a:rPr b="0" i="0" lang="en-US" sz="1800" u="none" cap="none" strike="noStrike">
                <a:solidFill>
                  <a:schemeClr val="lt1"/>
                </a:solidFill>
                <a:latin typeface="Times New Roman"/>
                <a:ea typeface="Times New Roman"/>
                <a:cs typeface="Times New Roman"/>
                <a:sym typeface="Times New Roman"/>
              </a:rPr>
              <a:t>Term Paper Presentation | Ronit Dutta</a:t>
            </a:r>
            <a:endParaRPr b="0" i="0" sz="1800" u="none" cap="none" strike="noStrike">
              <a:solidFill>
                <a:schemeClr val="lt1"/>
              </a:solidFill>
              <a:latin typeface="Times New Roman"/>
              <a:ea typeface="Times New Roman"/>
              <a:cs typeface="Times New Roman"/>
              <a:sym typeface="Times New Roman"/>
            </a:endParaRPr>
          </a:p>
        </p:txBody>
      </p:sp>
      <p:pic>
        <p:nvPicPr>
          <p:cNvPr id="1005" name="Google Shape;1005;g3d1afc4545f_0_337"/>
          <p:cNvPicPr preferRelativeResize="0"/>
          <p:nvPr/>
        </p:nvPicPr>
        <p:blipFill rotWithShape="1">
          <a:blip r:embed="rId4">
            <a:alphaModFix/>
          </a:blip>
          <a:srcRect b="0" l="0" r="0" t="0"/>
          <a:stretch/>
        </p:blipFill>
        <p:spPr>
          <a:xfrm>
            <a:off x="10590934" y="6330522"/>
            <a:ext cx="1499906" cy="585000"/>
          </a:xfrm>
          <a:prstGeom prst="rect">
            <a:avLst/>
          </a:prstGeom>
          <a:noFill/>
          <a:ln>
            <a:noFill/>
          </a:ln>
        </p:spPr>
      </p:pic>
      <p:sp>
        <p:nvSpPr>
          <p:cNvPr id="1006" name="Google Shape;1006;g3d1afc4545f_0_337"/>
          <p:cNvSpPr txBox="1"/>
          <p:nvPr/>
        </p:nvSpPr>
        <p:spPr>
          <a:xfrm>
            <a:off x="-1" y="6288587"/>
            <a:ext cx="5981100" cy="3693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chemeClr val="dk1"/>
              </a:buClr>
              <a:buSzPts val="1800"/>
              <a:buFont typeface="Arial"/>
              <a:buNone/>
            </a:pPr>
            <a:r>
              <a:rPr b="0" i="0" lang="en-US" sz="1800" u="none" cap="none" strike="noStrike">
                <a:solidFill>
                  <a:schemeClr val="lt1"/>
                </a:solidFill>
                <a:latin typeface="Times New Roman"/>
                <a:ea typeface="Times New Roman"/>
                <a:cs typeface="Times New Roman"/>
                <a:sym typeface="Times New Roman"/>
              </a:rPr>
              <a:t>Term Paper Presentation | Ronit Dutta</a:t>
            </a:r>
            <a:endParaRPr b="0" i="0" sz="1800" u="none" cap="none" strike="noStrike">
              <a:solidFill>
                <a:schemeClr val="lt1"/>
              </a:solidFill>
              <a:latin typeface="Times New Roman"/>
              <a:ea typeface="Times New Roman"/>
              <a:cs typeface="Times New Roman"/>
              <a:sym typeface="Times New Roman"/>
            </a:endParaRPr>
          </a:p>
        </p:txBody>
      </p:sp>
      <p:pic>
        <p:nvPicPr>
          <p:cNvPr id="1007" name="Google Shape;1007;g3d1afc4545f_0_337"/>
          <p:cNvPicPr preferRelativeResize="0"/>
          <p:nvPr/>
        </p:nvPicPr>
        <p:blipFill rotWithShape="1">
          <a:blip r:embed="rId4">
            <a:alphaModFix/>
          </a:blip>
          <a:srcRect b="0" l="0" r="0" t="0"/>
          <a:stretch/>
        </p:blipFill>
        <p:spPr>
          <a:xfrm>
            <a:off x="10590934" y="6330522"/>
            <a:ext cx="1499906" cy="585000"/>
          </a:xfrm>
          <a:prstGeom prst="rect">
            <a:avLst/>
          </a:prstGeom>
          <a:noFill/>
          <a:ln>
            <a:noFill/>
          </a:ln>
        </p:spPr>
      </p:pic>
      <p:sp>
        <p:nvSpPr>
          <p:cNvPr id="1008" name="Google Shape;1008;g3d1afc4545f_0_337"/>
          <p:cNvSpPr txBox="1"/>
          <p:nvPr/>
        </p:nvSpPr>
        <p:spPr>
          <a:xfrm>
            <a:off x="-1" y="6288587"/>
            <a:ext cx="5981100" cy="6465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chemeClr val="dk1"/>
              </a:buClr>
              <a:buSzPts val="1800"/>
              <a:buFont typeface="Arial"/>
              <a:buNone/>
            </a:pPr>
            <a:r>
              <a:rPr b="0" i="0" lang="en-US" sz="1800" u="none" cap="none" strike="noStrike">
                <a:solidFill>
                  <a:schemeClr val="lt1"/>
                </a:solidFill>
                <a:latin typeface="Times New Roman"/>
                <a:ea typeface="Times New Roman"/>
                <a:cs typeface="Times New Roman"/>
                <a:sym typeface="Times New Roman"/>
              </a:rPr>
              <a:t>Machine Learning Professional</a:t>
            </a:r>
            <a:br>
              <a:rPr b="0" i="0" lang="en-US" sz="1800" u="none" cap="none" strike="noStrike">
                <a:solidFill>
                  <a:schemeClr val="lt1"/>
                </a:solidFill>
                <a:latin typeface="Times New Roman"/>
                <a:ea typeface="Times New Roman"/>
                <a:cs typeface="Times New Roman"/>
                <a:sym typeface="Times New Roman"/>
              </a:rPr>
            </a:br>
            <a:r>
              <a:rPr b="0" i="0" lang="en-US" sz="1800" u="none" cap="none" strike="noStrike">
                <a:solidFill>
                  <a:schemeClr val="lt1"/>
                </a:solidFill>
                <a:latin typeface="Times New Roman"/>
                <a:ea typeface="Times New Roman"/>
                <a:cs typeface="Times New Roman"/>
                <a:sym typeface="Times New Roman"/>
              </a:rPr>
              <a:t>Project Presentation</a:t>
            </a:r>
            <a:endParaRPr b="0" i="0" sz="1800" u="none" cap="none" strike="noStrike">
              <a:solidFill>
                <a:schemeClr val="lt1"/>
              </a:solidFill>
              <a:latin typeface="Times New Roman"/>
              <a:ea typeface="Times New Roman"/>
              <a:cs typeface="Times New Roman"/>
              <a:sym typeface="Times New Roman"/>
            </a:endParaRPr>
          </a:p>
        </p:txBody>
      </p:sp>
      <p:pic>
        <p:nvPicPr>
          <p:cNvPr id="1009" name="Google Shape;1009;g3d1afc4545f_0_337"/>
          <p:cNvPicPr preferRelativeResize="0"/>
          <p:nvPr/>
        </p:nvPicPr>
        <p:blipFill rotWithShape="1">
          <a:blip r:embed="rId6">
            <a:alphaModFix/>
          </a:blip>
          <a:srcRect b="0" l="0" r="0" t="0"/>
          <a:stretch/>
        </p:blipFill>
        <p:spPr>
          <a:xfrm>
            <a:off x="10590875" y="6341462"/>
            <a:ext cx="1500023" cy="585000"/>
          </a:xfrm>
          <a:prstGeom prst="rect">
            <a:avLst/>
          </a:prstGeom>
          <a:noFill/>
          <a:ln>
            <a:noFill/>
          </a:ln>
        </p:spPr>
      </p:pic>
      <p:sp>
        <p:nvSpPr>
          <p:cNvPr id="1010" name="Google Shape;1010;g3d1afc4545f_0_337"/>
          <p:cNvSpPr txBox="1"/>
          <p:nvPr/>
        </p:nvSpPr>
        <p:spPr>
          <a:xfrm>
            <a:off x="-1" y="6288587"/>
            <a:ext cx="5981100" cy="6465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chemeClr val="dk1"/>
              </a:buClr>
              <a:buSzPts val="1800"/>
              <a:buFont typeface="Arial"/>
              <a:buNone/>
            </a:pPr>
            <a:r>
              <a:rPr b="0" i="0" lang="en-US" sz="1800" u="none" cap="none" strike="noStrike">
                <a:solidFill>
                  <a:schemeClr val="lt1"/>
                </a:solidFill>
                <a:latin typeface="Times New Roman"/>
                <a:ea typeface="Times New Roman"/>
                <a:cs typeface="Times New Roman"/>
                <a:sym typeface="Times New Roman"/>
              </a:rPr>
              <a:t>Machine Learning Professional</a:t>
            </a:r>
            <a:br>
              <a:rPr b="0" i="0" lang="en-US" sz="1800" u="none" cap="none" strike="noStrike">
                <a:solidFill>
                  <a:schemeClr val="lt1"/>
                </a:solidFill>
                <a:latin typeface="Times New Roman"/>
                <a:ea typeface="Times New Roman"/>
                <a:cs typeface="Times New Roman"/>
                <a:sym typeface="Times New Roman"/>
              </a:rPr>
            </a:br>
            <a:r>
              <a:rPr b="0" i="0" lang="en-US" sz="1800" u="none" cap="none" strike="noStrike">
                <a:solidFill>
                  <a:schemeClr val="lt1"/>
                </a:solidFill>
                <a:latin typeface="Times New Roman"/>
                <a:ea typeface="Times New Roman"/>
                <a:cs typeface="Times New Roman"/>
                <a:sym typeface="Times New Roman"/>
              </a:rPr>
              <a:t>Project Presentation</a:t>
            </a:r>
            <a:endParaRPr b="0" i="0" sz="1800" u="none" cap="none" strike="noStrike">
              <a:solidFill>
                <a:schemeClr val="lt1"/>
              </a:solidFill>
              <a:latin typeface="Times New Roman"/>
              <a:ea typeface="Times New Roman"/>
              <a:cs typeface="Times New Roman"/>
              <a:sym typeface="Times New Roman"/>
            </a:endParaRPr>
          </a:p>
        </p:txBody>
      </p:sp>
      <p:pic>
        <p:nvPicPr>
          <p:cNvPr id="1011" name="Google Shape;1011;g3d1afc4545f_0_337"/>
          <p:cNvPicPr preferRelativeResize="0"/>
          <p:nvPr/>
        </p:nvPicPr>
        <p:blipFill rotWithShape="1">
          <a:blip r:embed="rId6">
            <a:alphaModFix/>
          </a:blip>
          <a:srcRect b="0" l="0" r="0" t="0"/>
          <a:stretch/>
        </p:blipFill>
        <p:spPr>
          <a:xfrm>
            <a:off x="10590875" y="6330524"/>
            <a:ext cx="1500023" cy="585000"/>
          </a:xfrm>
          <a:prstGeom prst="rect">
            <a:avLst/>
          </a:prstGeom>
          <a:noFill/>
          <a:ln>
            <a:noFill/>
          </a:ln>
        </p:spPr>
      </p:pic>
      <p:sp>
        <p:nvSpPr>
          <p:cNvPr id="1012" name="Google Shape;1012;g3d1afc4545f_0_337"/>
          <p:cNvSpPr txBox="1"/>
          <p:nvPr/>
        </p:nvSpPr>
        <p:spPr>
          <a:xfrm>
            <a:off x="-1" y="6234672"/>
            <a:ext cx="5981100" cy="6465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chemeClr val="dk1"/>
              </a:buClr>
              <a:buSzPts val="1800"/>
              <a:buFont typeface="Arial"/>
              <a:buNone/>
            </a:pPr>
            <a:r>
              <a:rPr b="0" i="0" lang="en-US" sz="1800" u="none" cap="none" strike="noStrike">
                <a:solidFill>
                  <a:schemeClr val="lt1"/>
                </a:solidFill>
                <a:latin typeface="Times New Roman"/>
                <a:ea typeface="Times New Roman"/>
                <a:cs typeface="Times New Roman"/>
                <a:sym typeface="Times New Roman"/>
              </a:rPr>
              <a:t>Machine Learning Professional</a:t>
            </a:r>
            <a:br>
              <a:rPr b="0" i="0" lang="en-US" sz="1800" u="none" cap="none" strike="noStrike">
                <a:solidFill>
                  <a:schemeClr val="lt1"/>
                </a:solidFill>
                <a:latin typeface="Times New Roman"/>
                <a:ea typeface="Times New Roman"/>
                <a:cs typeface="Times New Roman"/>
                <a:sym typeface="Times New Roman"/>
              </a:rPr>
            </a:br>
            <a:r>
              <a:rPr b="0" i="0" lang="en-US" sz="1800" u="none" cap="none" strike="noStrike">
                <a:solidFill>
                  <a:schemeClr val="lt1"/>
                </a:solidFill>
                <a:latin typeface="Times New Roman"/>
                <a:ea typeface="Times New Roman"/>
                <a:cs typeface="Times New Roman"/>
                <a:sym typeface="Times New Roman"/>
              </a:rPr>
              <a:t>Project Presentation</a:t>
            </a:r>
            <a:endParaRPr b="0" i="0" sz="1800" u="none" cap="none" strike="noStrike">
              <a:solidFill>
                <a:schemeClr val="lt1"/>
              </a:solidFill>
              <a:latin typeface="Times New Roman"/>
              <a:ea typeface="Times New Roman"/>
              <a:cs typeface="Times New Roman"/>
              <a:sym typeface="Times New Roman"/>
            </a:endParaRPr>
          </a:p>
        </p:txBody>
      </p:sp>
      <p:pic>
        <p:nvPicPr>
          <p:cNvPr id="1013" name="Google Shape;1013;g3d1afc4545f_0_337"/>
          <p:cNvPicPr preferRelativeResize="0"/>
          <p:nvPr/>
        </p:nvPicPr>
        <p:blipFill rotWithShape="1">
          <a:blip r:embed="rId6">
            <a:alphaModFix/>
          </a:blip>
          <a:srcRect b="0" l="0" r="0" t="0"/>
          <a:stretch/>
        </p:blipFill>
        <p:spPr>
          <a:xfrm>
            <a:off x="10590875" y="6330524"/>
            <a:ext cx="1500023" cy="585000"/>
          </a:xfrm>
          <a:prstGeom prst="rect">
            <a:avLst/>
          </a:prstGeom>
          <a:noFill/>
          <a:ln>
            <a:noFill/>
          </a:ln>
        </p:spPr>
      </p:pic>
      <p:sp>
        <p:nvSpPr>
          <p:cNvPr id="1014" name="Google Shape;1014;g3d1afc4545f_0_337"/>
          <p:cNvSpPr txBox="1"/>
          <p:nvPr/>
        </p:nvSpPr>
        <p:spPr>
          <a:xfrm>
            <a:off x="-1" y="6234672"/>
            <a:ext cx="5981100" cy="6465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chemeClr val="dk1"/>
              </a:buClr>
              <a:buSzPts val="1800"/>
              <a:buFont typeface="Arial"/>
              <a:buNone/>
            </a:pPr>
            <a:r>
              <a:rPr b="0" i="0" lang="en-US" sz="1800" u="none" cap="none" strike="noStrike">
                <a:solidFill>
                  <a:schemeClr val="lt1"/>
                </a:solidFill>
                <a:latin typeface="Times New Roman"/>
                <a:ea typeface="Times New Roman"/>
                <a:cs typeface="Times New Roman"/>
                <a:sym typeface="Times New Roman"/>
              </a:rPr>
              <a:t>Machine Learning Professional</a:t>
            </a:r>
            <a:br>
              <a:rPr b="0" i="0" lang="en-US" sz="1800" u="none" cap="none" strike="noStrike">
                <a:solidFill>
                  <a:schemeClr val="lt1"/>
                </a:solidFill>
                <a:latin typeface="Times New Roman"/>
                <a:ea typeface="Times New Roman"/>
                <a:cs typeface="Times New Roman"/>
                <a:sym typeface="Times New Roman"/>
              </a:rPr>
            </a:br>
            <a:r>
              <a:rPr b="0" i="0" lang="en-US" sz="1800" u="none" cap="none" strike="noStrike">
                <a:solidFill>
                  <a:schemeClr val="lt1"/>
                </a:solidFill>
                <a:latin typeface="Times New Roman"/>
                <a:ea typeface="Times New Roman"/>
                <a:cs typeface="Times New Roman"/>
                <a:sym typeface="Times New Roman"/>
              </a:rPr>
              <a:t>Project Presentation</a:t>
            </a:r>
            <a:endParaRPr b="0" i="0" sz="1800" u="none" cap="none" strike="noStrike">
              <a:solidFill>
                <a:schemeClr val="lt1"/>
              </a:solidFill>
              <a:latin typeface="Times New Roman"/>
              <a:ea typeface="Times New Roman"/>
              <a:cs typeface="Times New Roman"/>
              <a:sym typeface="Times New Roman"/>
            </a:endParaRPr>
          </a:p>
        </p:txBody>
      </p:sp>
      <p:pic>
        <p:nvPicPr>
          <p:cNvPr id="1015" name="Google Shape;1015;g3d1afc4545f_0_337"/>
          <p:cNvPicPr preferRelativeResize="0"/>
          <p:nvPr/>
        </p:nvPicPr>
        <p:blipFill rotWithShape="1">
          <a:blip r:embed="rId6">
            <a:alphaModFix/>
          </a:blip>
          <a:srcRect b="0" l="0" r="0" t="0"/>
          <a:stretch/>
        </p:blipFill>
        <p:spPr>
          <a:xfrm>
            <a:off x="10590875" y="6330524"/>
            <a:ext cx="1500023" cy="585000"/>
          </a:xfrm>
          <a:prstGeom prst="rect">
            <a:avLst/>
          </a:prstGeom>
          <a:noFill/>
          <a:ln>
            <a:noFill/>
          </a:ln>
        </p:spPr>
      </p:pic>
      <p:sp>
        <p:nvSpPr>
          <p:cNvPr id="1016" name="Google Shape;1016;g3d1afc4545f_0_337"/>
          <p:cNvSpPr txBox="1"/>
          <p:nvPr/>
        </p:nvSpPr>
        <p:spPr>
          <a:xfrm>
            <a:off x="-1" y="6234672"/>
            <a:ext cx="5981100" cy="6465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chemeClr val="dk1"/>
              </a:buClr>
              <a:buSzPts val="1800"/>
              <a:buFont typeface="Arial"/>
              <a:buNone/>
            </a:pPr>
            <a:r>
              <a:rPr b="0" i="0" lang="en-US" sz="1800" u="none" cap="none" strike="noStrike">
                <a:solidFill>
                  <a:schemeClr val="lt1"/>
                </a:solidFill>
                <a:latin typeface="Times New Roman"/>
                <a:ea typeface="Times New Roman"/>
                <a:cs typeface="Times New Roman"/>
                <a:sym typeface="Times New Roman"/>
              </a:rPr>
              <a:t>Nanoelectronics - Seminar Presentation</a:t>
            </a:r>
            <a:br>
              <a:rPr b="0" i="0" lang="en-US" sz="1800" u="none" cap="none" strike="noStrike">
                <a:solidFill>
                  <a:schemeClr val="lt1"/>
                </a:solidFill>
                <a:latin typeface="Times New Roman"/>
                <a:ea typeface="Times New Roman"/>
                <a:cs typeface="Times New Roman"/>
                <a:sym typeface="Times New Roman"/>
              </a:rPr>
            </a:br>
            <a:r>
              <a:rPr b="0" i="0" lang="en-US" sz="1800" u="none" cap="none" strike="noStrike">
                <a:solidFill>
                  <a:schemeClr val="lt1"/>
                </a:solidFill>
                <a:latin typeface="Times New Roman"/>
                <a:ea typeface="Times New Roman"/>
                <a:cs typeface="Times New Roman"/>
                <a:sym typeface="Times New Roman"/>
              </a:rPr>
              <a:t>Ronit Dutta</a:t>
            </a:r>
            <a:endParaRPr b="0" i="0" sz="1800" u="none" cap="none" strike="noStrike">
              <a:solidFill>
                <a:schemeClr val="lt1"/>
              </a:solidFill>
              <a:latin typeface="Times New Roman"/>
              <a:ea typeface="Times New Roman"/>
              <a:cs typeface="Times New Roman"/>
              <a:sym typeface="Times New Roman"/>
            </a:endParaRPr>
          </a:p>
        </p:txBody>
      </p:sp>
      <p:pic>
        <p:nvPicPr>
          <p:cNvPr id="1017" name="Google Shape;1017;g3d1afc4545f_0_337"/>
          <p:cNvPicPr preferRelativeResize="0"/>
          <p:nvPr/>
        </p:nvPicPr>
        <p:blipFill rotWithShape="1">
          <a:blip r:embed="rId6">
            <a:alphaModFix/>
          </a:blip>
          <a:srcRect b="0" l="0" r="0" t="0"/>
          <a:stretch/>
        </p:blipFill>
        <p:spPr>
          <a:xfrm>
            <a:off x="10590875" y="6330524"/>
            <a:ext cx="1500023" cy="585000"/>
          </a:xfrm>
          <a:prstGeom prst="rect">
            <a:avLst/>
          </a:prstGeom>
          <a:noFill/>
          <a:ln>
            <a:noFill/>
          </a:ln>
        </p:spPr>
      </p:pic>
      <p:pic>
        <p:nvPicPr>
          <p:cNvPr id="1018" name="Google Shape;1018;g3d1afc4545f_0_337"/>
          <p:cNvPicPr preferRelativeResize="0"/>
          <p:nvPr/>
        </p:nvPicPr>
        <p:blipFill rotWithShape="1">
          <a:blip r:embed="rId4">
            <a:alphaModFix/>
          </a:blip>
          <a:srcRect b="0" l="0" r="0" t="0"/>
          <a:stretch/>
        </p:blipFill>
        <p:spPr>
          <a:xfrm>
            <a:off x="10590934" y="6330522"/>
            <a:ext cx="1499906" cy="585000"/>
          </a:xfrm>
          <a:prstGeom prst="rect">
            <a:avLst/>
          </a:prstGeom>
          <a:noFill/>
          <a:ln>
            <a:noFill/>
          </a:ln>
        </p:spPr>
      </p:pic>
      <p:sp>
        <p:nvSpPr>
          <p:cNvPr id="1019" name="Google Shape;1019;g3d1afc4545f_0_337"/>
          <p:cNvSpPr txBox="1"/>
          <p:nvPr/>
        </p:nvSpPr>
        <p:spPr>
          <a:xfrm>
            <a:off x="-1" y="6288587"/>
            <a:ext cx="5981100" cy="3693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chemeClr val="dk1"/>
              </a:buClr>
              <a:buSzPts val="1800"/>
              <a:buFont typeface="Arial"/>
              <a:buNone/>
            </a:pPr>
            <a:r>
              <a:rPr b="0" i="0" lang="en-US" sz="1800" u="none" cap="none" strike="noStrike">
                <a:solidFill>
                  <a:schemeClr val="lt1"/>
                </a:solidFill>
                <a:latin typeface="Times New Roman"/>
                <a:ea typeface="Times New Roman"/>
                <a:cs typeface="Times New Roman"/>
                <a:sym typeface="Times New Roman"/>
              </a:rPr>
              <a:t>Term Paper Presentation | Ronit Dutta</a:t>
            </a:r>
            <a:endParaRPr b="0" i="0" sz="1800" u="none" cap="none" strike="noStrike">
              <a:solidFill>
                <a:schemeClr val="lt1"/>
              </a:solidFill>
              <a:latin typeface="Times New Roman"/>
              <a:ea typeface="Times New Roman"/>
              <a:cs typeface="Times New Roman"/>
              <a:sym typeface="Times New Roman"/>
            </a:endParaRPr>
          </a:p>
        </p:txBody>
      </p:sp>
      <p:pic>
        <p:nvPicPr>
          <p:cNvPr id="1020" name="Google Shape;1020;g3d1afc4545f_0_337"/>
          <p:cNvPicPr preferRelativeResize="0"/>
          <p:nvPr/>
        </p:nvPicPr>
        <p:blipFill rotWithShape="1">
          <a:blip r:embed="rId4">
            <a:alphaModFix/>
          </a:blip>
          <a:srcRect b="0" l="0" r="0" t="0"/>
          <a:stretch/>
        </p:blipFill>
        <p:spPr>
          <a:xfrm>
            <a:off x="10590934" y="6330522"/>
            <a:ext cx="1499906" cy="585000"/>
          </a:xfrm>
          <a:prstGeom prst="rect">
            <a:avLst/>
          </a:prstGeom>
          <a:noFill/>
          <a:ln>
            <a:noFill/>
          </a:ln>
        </p:spPr>
      </p:pic>
      <p:sp>
        <p:nvSpPr>
          <p:cNvPr id="1021" name="Google Shape;1021;g3d1afc4545f_0_337"/>
          <p:cNvSpPr txBox="1"/>
          <p:nvPr/>
        </p:nvSpPr>
        <p:spPr>
          <a:xfrm>
            <a:off x="-1" y="6288587"/>
            <a:ext cx="5981100" cy="3693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chemeClr val="dk1"/>
              </a:buClr>
              <a:buSzPts val="1800"/>
              <a:buFont typeface="Arial"/>
              <a:buNone/>
            </a:pPr>
            <a:r>
              <a:rPr b="0" i="0" lang="en-US" sz="1800" u="none" cap="none" strike="noStrike">
                <a:solidFill>
                  <a:schemeClr val="lt1"/>
                </a:solidFill>
                <a:latin typeface="Times New Roman"/>
                <a:ea typeface="Times New Roman"/>
                <a:cs typeface="Times New Roman"/>
                <a:sym typeface="Times New Roman"/>
              </a:rPr>
              <a:t>Term Paper Presentation | Ronit Dutta</a:t>
            </a:r>
            <a:endParaRPr b="0" i="0" sz="1800" u="none" cap="none" strike="noStrike">
              <a:solidFill>
                <a:schemeClr val="lt1"/>
              </a:solidFill>
              <a:latin typeface="Times New Roman"/>
              <a:ea typeface="Times New Roman"/>
              <a:cs typeface="Times New Roman"/>
              <a:sym typeface="Times New Roman"/>
            </a:endParaRPr>
          </a:p>
        </p:txBody>
      </p:sp>
      <p:pic>
        <p:nvPicPr>
          <p:cNvPr id="1022" name="Google Shape;1022;g3d1afc4545f_0_337"/>
          <p:cNvPicPr preferRelativeResize="0"/>
          <p:nvPr/>
        </p:nvPicPr>
        <p:blipFill rotWithShape="1">
          <a:blip r:embed="rId4">
            <a:alphaModFix/>
          </a:blip>
          <a:srcRect b="0" l="0" r="0" t="0"/>
          <a:stretch/>
        </p:blipFill>
        <p:spPr>
          <a:xfrm>
            <a:off x="10590934" y="6330522"/>
            <a:ext cx="1499906" cy="585000"/>
          </a:xfrm>
          <a:prstGeom prst="rect">
            <a:avLst/>
          </a:prstGeom>
          <a:noFill/>
          <a:ln>
            <a:noFill/>
          </a:ln>
        </p:spPr>
      </p:pic>
      <p:sp>
        <p:nvSpPr>
          <p:cNvPr id="1023" name="Google Shape;1023;g3d1afc4545f_0_337"/>
          <p:cNvSpPr txBox="1"/>
          <p:nvPr/>
        </p:nvSpPr>
        <p:spPr>
          <a:xfrm>
            <a:off x="-1" y="6288587"/>
            <a:ext cx="5981100" cy="6465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chemeClr val="dk1"/>
              </a:buClr>
              <a:buSzPts val="1800"/>
              <a:buFont typeface="Arial"/>
              <a:buNone/>
            </a:pPr>
            <a:r>
              <a:rPr b="0" i="0" lang="en-US" sz="1800" u="none" cap="none" strike="noStrike">
                <a:solidFill>
                  <a:schemeClr val="lt1"/>
                </a:solidFill>
                <a:latin typeface="Times New Roman"/>
                <a:ea typeface="Times New Roman"/>
                <a:cs typeface="Times New Roman"/>
                <a:sym typeface="Times New Roman"/>
              </a:rPr>
              <a:t>Machine Learning Professional</a:t>
            </a:r>
            <a:br>
              <a:rPr b="0" i="0" lang="en-US" sz="1800" u="none" cap="none" strike="noStrike">
                <a:solidFill>
                  <a:schemeClr val="lt1"/>
                </a:solidFill>
                <a:latin typeface="Times New Roman"/>
                <a:ea typeface="Times New Roman"/>
                <a:cs typeface="Times New Roman"/>
                <a:sym typeface="Times New Roman"/>
              </a:rPr>
            </a:br>
            <a:r>
              <a:rPr b="0" i="0" lang="en-US" sz="1800" u="none" cap="none" strike="noStrike">
                <a:solidFill>
                  <a:schemeClr val="lt1"/>
                </a:solidFill>
                <a:latin typeface="Times New Roman"/>
                <a:ea typeface="Times New Roman"/>
                <a:cs typeface="Times New Roman"/>
                <a:sym typeface="Times New Roman"/>
              </a:rPr>
              <a:t>Project Presentation</a:t>
            </a:r>
            <a:endParaRPr b="0" i="0" sz="1800" u="none" cap="none" strike="noStrike">
              <a:solidFill>
                <a:schemeClr val="lt1"/>
              </a:solidFill>
              <a:latin typeface="Times New Roman"/>
              <a:ea typeface="Times New Roman"/>
              <a:cs typeface="Times New Roman"/>
              <a:sym typeface="Times New Roman"/>
            </a:endParaRPr>
          </a:p>
        </p:txBody>
      </p:sp>
      <p:pic>
        <p:nvPicPr>
          <p:cNvPr id="1024" name="Google Shape;1024;g3d1afc4545f_0_337"/>
          <p:cNvPicPr preferRelativeResize="0"/>
          <p:nvPr/>
        </p:nvPicPr>
        <p:blipFill rotWithShape="1">
          <a:blip r:embed="rId6">
            <a:alphaModFix/>
          </a:blip>
          <a:srcRect b="0" l="0" r="0" t="0"/>
          <a:stretch/>
        </p:blipFill>
        <p:spPr>
          <a:xfrm>
            <a:off x="10590875" y="6341462"/>
            <a:ext cx="1500023" cy="585000"/>
          </a:xfrm>
          <a:prstGeom prst="rect">
            <a:avLst/>
          </a:prstGeom>
          <a:noFill/>
          <a:ln>
            <a:noFill/>
          </a:ln>
        </p:spPr>
      </p:pic>
      <p:sp>
        <p:nvSpPr>
          <p:cNvPr id="1025" name="Google Shape;1025;g3d1afc4545f_0_337"/>
          <p:cNvSpPr txBox="1"/>
          <p:nvPr/>
        </p:nvSpPr>
        <p:spPr>
          <a:xfrm>
            <a:off x="-1" y="6288587"/>
            <a:ext cx="5981100" cy="6465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chemeClr val="dk1"/>
              </a:buClr>
              <a:buSzPts val="1800"/>
              <a:buFont typeface="Arial"/>
              <a:buNone/>
            </a:pPr>
            <a:r>
              <a:rPr b="0" i="0" lang="en-US" sz="1800" u="none" cap="none" strike="noStrike">
                <a:solidFill>
                  <a:schemeClr val="lt1"/>
                </a:solidFill>
                <a:latin typeface="Times New Roman"/>
                <a:ea typeface="Times New Roman"/>
                <a:cs typeface="Times New Roman"/>
                <a:sym typeface="Times New Roman"/>
              </a:rPr>
              <a:t>Machine Learning Professional</a:t>
            </a:r>
            <a:br>
              <a:rPr b="0" i="0" lang="en-US" sz="1800" u="none" cap="none" strike="noStrike">
                <a:solidFill>
                  <a:schemeClr val="lt1"/>
                </a:solidFill>
                <a:latin typeface="Times New Roman"/>
                <a:ea typeface="Times New Roman"/>
                <a:cs typeface="Times New Roman"/>
                <a:sym typeface="Times New Roman"/>
              </a:rPr>
            </a:br>
            <a:r>
              <a:rPr b="0" i="0" lang="en-US" sz="1800" u="none" cap="none" strike="noStrike">
                <a:solidFill>
                  <a:schemeClr val="lt1"/>
                </a:solidFill>
                <a:latin typeface="Times New Roman"/>
                <a:ea typeface="Times New Roman"/>
                <a:cs typeface="Times New Roman"/>
                <a:sym typeface="Times New Roman"/>
              </a:rPr>
              <a:t>Project Presentation</a:t>
            </a:r>
            <a:endParaRPr b="0" i="0" sz="1800" u="none" cap="none" strike="noStrike">
              <a:solidFill>
                <a:schemeClr val="lt1"/>
              </a:solidFill>
              <a:latin typeface="Times New Roman"/>
              <a:ea typeface="Times New Roman"/>
              <a:cs typeface="Times New Roman"/>
              <a:sym typeface="Times New Roman"/>
            </a:endParaRPr>
          </a:p>
        </p:txBody>
      </p:sp>
      <p:pic>
        <p:nvPicPr>
          <p:cNvPr id="1026" name="Google Shape;1026;g3d1afc4545f_0_337"/>
          <p:cNvPicPr preferRelativeResize="0"/>
          <p:nvPr/>
        </p:nvPicPr>
        <p:blipFill rotWithShape="1">
          <a:blip r:embed="rId6">
            <a:alphaModFix/>
          </a:blip>
          <a:srcRect b="0" l="0" r="0" t="0"/>
          <a:stretch/>
        </p:blipFill>
        <p:spPr>
          <a:xfrm>
            <a:off x="10590875" y="6330524"/>
            <a:ext cx="1500023" cy="585000"/>
          </a:xfrm>
          <a:prstGeom prst="rect">
            <a:avLst/>
          </a:prstGeom>
          <a:noFill/>
          <a:ln>
            <a:noFill/>
          </a:ln>
        </p:spPr>
      </p:pic>
      <p:sp>
        <p:nvSpPr>
          <p:cNvPr id="1027" name="Google Shape;1027;g3d1afc4545f_0_337"/>
          <p:cNvSpPr txBox="1"/>
          <p:nvPr/>
        </p:nvSpPr>
        <p:spPr>
          <a:xfrm>
            <a:off x="-1" y="6234672"/>
            <a:ext cx="5981100" cy="6465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chemeClr val="dk1"/>
              </a:buClr>
              <a:buSzPts val="1800"/>
              <a:buFont typeface="Arial"/>
              <a:buNone/>
            </a:pPr>
            <a:r>
              <a:rPr b="0" i="0" lang="en-US" sz="1800" u="none" cap="none" strike="noStrike">
                <a:solidFill>
                  <a:schemeClr val="lt1"/>
                </a:solidFill>
                <a:latin typeface="Times New Roman"/>
                <a:ea typeface="Times New Roman"/>
                <a:cs typeface="Times New Roman"/>
                <a:sym typeface="Times New Roman"/>
              </a:rPr>
              <a:t>Machine Learning Professional</a:t>
            </a:r>
            <a:br>
              <a:rPr b="0" i="0" lang="en-US" sz="1800" u="none" cap="none" strike="noStrike">
                <a:solidFill>
                  <a:schemeClr val="lt1"/>
                </a:solidFill>
                <a:latin typeface="Times New Roman"/>
                <a:ea typeface="Times New Roman"/>
                <a:cs typeface="Times New Roman"/>
                <a:sym typeface="Times New Roman"/>
              </a:rPr>
            </a:br>
            <a:r>
              <a:rPr b="0" i="0" lang="en-US" sz="1800" u="none" cap="none" strike="noStrike">
                <a:solidFill>
                  <a:schemeClr val="lt1"/>
                </a:solidFill>
                <a:latin typeface="Times New Roman"/>
                <a:ea typeface="Times New Roman"/>
                <a:cs typeface="Times New Roman"/>
                <a:sym typeface="Times New Roman"/>
              </a:rPr>
              <a:t>Project Presentation</a:t>
            </a:r>
            <a:endParaRPr b="0" i="0" sz="1800" u="none" cap="none" strike="noStrike">
              <a:solidFill>
                <a:schemeClr val="lt1"/>
              </a:solidFill>
              <a:latin typeface="Times New Roman"/>
              <a:ea typeface="Times New Roman"/>
              <a:cs typeface="Times New Roman"/>
              <a:sym typeface="Times New Roman"/>
            </a:endParaRPr>
          </a:p>
        </p:txBody>
      </p:sp>
      <p:pic>
        <p:nvPicPr>
          <p:cNvPr id="1028" name="Google Shape;1028;g3d1afc4545f_0_337"/>
          <p:cNvPicPr preferRelativeResize="0"/>
          <p:nvPr/>
        </p:nvPicPr>
        <p:blipFill rotWithShape="1">
          <a:blip r:embed="rId6">
            <a:alphaModFix/>
          </a:blip>
          <a:srcRect b="0" l="0" r="0" t="0"/>
          <a:stretch/>
        </p:blipFill>
        <p:spPr>
          <a:xfrm>
            <a:off x="10590875" y="6330524"/>
            <a:ext cx="1500023" cy="585000"/>
          </a:xfrm>
          <a:prstGeom prst="rect">
            <a:avLst/>
          </a:prstGeom>
          <a:noFill/>
          <a:ln>
            <a:noFill/>
          </a:ln>
        </p:spPr>
      </p:pic>
      <p:sp>
        <p:nvSpPr>
          <p:cNvPr id="1029" name="Google Shape;1029;g3d1afc4545f_0_337"/>
          <p:cNvSpPr txBox="1"/>
          <p:nvPr/>
        </p:nvSpPr>
        <p:spPr>
          <a:xfrm>
            <a:off x="-1" y="6234672"/>
            <a:ext cx="5981100" cy="6465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chemeClr val="dk1"/>
              </a:buClr>
              <a:buSzPts val="1800"/>
              <a:buFont typeface="Arial"/>
              <a:buNone/>
            </a:pPr>
            <a:r>
              <a:rPr b="0" i="0" lang="en-US" sz="1800" u="none" cap="none" strike="noStrike">
                <a:solidFill>
                  <a:schemeClr val="lt1"/>
                </a:solidFill>
                <a:latin typeface="Times New Roman"/>
                <a:ea typeface="Times New Roman"/>
                <a:cs typeface="Times New Roman"/>
                <a:sym typeface="Times New Roman"/>
              </a:rPr>
              <a:t>Machine Learning Professional</a:t>
            </a:r>
            <a:br>
              <a:rPr b="0" i="0" lang="en-US" sz="1800" u="none" cap="none" strike="noStrike">
                <a:solidFill>
                  <a:schemeClr val="lt1"/>
                </a:solidFill>
                <a:latin typeface="Times New Roman"/>
                <a:ea typeface="Times New Roman"/>
                <a:cs typeface="Times New Roman"/>
                <a:sym typeface="Times New Roman"/>
              </a:rPr>
            </a:br>
            <a:r>
              <a:rPr b="0" i="0" lang="en-US" sz="1800" u="none" cap="none" strike="noStrike">
                <a:solidFill>
                  <a:schemeClr val="lt1"/>
                </a:solidFill>
                <a:latin typeface="Times New Roman"/>
                <a:ea typeface="Times New Roman"/>
                <a:cs typeface="Times New Roman"/>
                <a:sym typeface="Times New Roman"/>
              </a:rPr>
              <a:t>Project Presentation</a:t>
            </a:r>
            <a:endParaRPr b="0" i="0" sz="1800" u="none" cap="none" strike="noStrike">
              <a:solidFill>
                <a:schemeClr val="lt1"/>
              </a:solidFill>
              <a:latin typeface="Times New Roman"/>
              <a:ea typeface="Times New Roman"/>
              <a:cs typeface="Times New Roman"/>
              <a:sym typeface="Times New Roman"/>
            </a:endParaRPr>
          </a:p>
        </p:txBody>
      </p:sp>
      <p:pic>
        <p:nvPicPr>
          <p:cNvPr id="1030" name="Google Shape;1030;g3d1afc4545f_0_337"/>
          <p:cNvPicPr preferRelativeResize="0"/>
          <p:nvPr/>
        </p:nvPicPr>
        <p:blipFill rotWithShape="1">
          <a:blip r:embed="rId6">
            <a:alphaModFix/>
          </a:blip>
          <a:srcRect b="0" l="0" r="0" t="0"/>
          <a:stretch/>
        </p:blipFill>
        <p:spPr>
          <a:xfrm>
            <a:off x="10590875" y="6330524"/>
            <a:ext cx="1500023" cy="585000"/>
          </a:xfrm>
          <a:prstGeom prst="rect">
            <a:avLst/>
          </a:prstGeom>
          <a:noFill/>
          <a:ln>
            <a:noFill/>
          </a:ln>
        </p:spPr>
      </p:pic>
      <p:sp>
        <p:nvSpPr>
          <p:cNvPr id="1031" name="Google Shape;1031;g3d1afc4545f_0_337"/>
          <p:cNvSpPr txBox="1"/>
          <p:nvPr/>
        </p:nvSpPr>
        <p:spPr>
          <a:xfrm>
            <a:off x="-1" y="6234672"/>
            <a:ext cx="5981100" cy="6465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chemeClr val="dk1"/>
              </a:buClr>
              <a:buSzPts val="1800"/>
              <a:buFont typeface="Arial"/>
              <a:buNone/>
            </a:pPr>
            <a:r>
              <a:rPr b="0" i="0" lang="en-US" sz="1800" u="none" cap="none" strike="noStrike">
                <a:solidFill>
                  <a:schemeClr val="lt1"/>
                </a:solidFill>
                <a:latin typeface="Times New Roman"/>
                <a:ea typeface="Times New Roman"/>
                <a:cs typeface="Times New Roman"/>
                <a:sym typeface="Times New Roman"/>
              </a:rPr>
              <a:t>Nanoelectronics - Seminar Presentation</a:t>
            </a:r>
            <a:br>
              <a:rPr b="0" i="0" lang="en-US" sz="1800" u="none" cap="none" strike="noStrike">
                <a:solidFill>
                  <a:schemeClr val="lt1"/>
                </a:solidFill>
                <a:latin typeface="Times New Roman"/>
                <a:ea typeface="Times New Roman"/>
                <a:cs typeface="Times New Roman"/>
                <a:sym typeface="Times New Roman"/>
              </a:rPr>
            </a:br>
            <a:r>
              <a:rPr b="0" i="0" lang="en-US" sz="1800" u="none" cap="none" strike="noStrike">
                <a:solidFill>
                  <a:schemeClr val="lt1"/>
                </a:solidFill>
                <a:latin typeface="Times New Roman"/>
                <a:ea typeface="Times New Roman"/>
                <a:cs typeface="Times New Roman"/>
                <a:sym typeface="Times New Roman"/>
              </a:rPr>
              <a:t>Ronit Dutta</a:t>
            </a:r>
            <a:endParaRPr b="0" i="0" sz="1800" u="none" cap="none" strike="noStrike">
              <a:solidFill>
                <a:schemeClr val="lt1"/>
              </a:solidFill>
              <a:latin typeface="Times New Roman"/>
              <a:ea typeface="Times New Roman"/>
              <a:cs typeface="Times New Roman"/>
              <a:sym typeface="Times New Roman"/>
            </a:endParaRPr>
          </a:p>
        </p:txBody>
      </p:sp>
      <p:pic>
        <p:nvPicPr>
          <p:cNvPr id="1032" name="Google Shape;1032;g3d1afc4545f_0_337"/>
          <p:cNvPicPr preferRelativeResize="0"/>
          <p:nvPr/>
        </p:nvPicPr>
        <p:blipFill rotWithShape="1">
          <a:blip r:embed="rId6">
            <a:alphaModFix/>
          </a:blip>
          <a:srcRect b="0" l="0" r="0" t="0"/>
          <a:stretch/>
        </p:blipFill>
        <p:spPr>
          <a:xfrm>
            <a:off x="10590875" y="6330524"/>
            <a:ext cx="1500023" cy="585000"/>
          </a:xfrm>
          <a:prstGeom prst="rect">
            <a:avLst/>
          </a:prstGeom>
          <a:noFill/>
          <a:ln>
            <a:noFill/>
          </a:ln>
        </p:spPr>
      </p:pic>
      <p:pic>
        <p:nvPicPr>
          <p:cNvPr id="1033" name="Google Shape;1033;g3d1afc4545f_0_337"/>
          <p:cNvPicPr preferRelativeResize="0"/>
          <p:nvPr/>
        </p:nvPicPr>
        <p:blipFill rotWithShape="1">
          <a:blip r:embed="rId9">
            <a:alphaModFix/>
          </a:blip>
          <a:srcRect b="0" l="0" r="0" t="0"/>
          <a:stretch/>
        </p:blipFill>
        <p:spPr>
          <a:xfrm>
            <a:off x="0" y="6234674"/>
            <a:ext cx="12192000" cy="1165875"/>
          </a:xfrm>
          <a:prstGeom prst="rect">
            <a:avLst/>
          </a:prstGeom>
          <a:noFill/>
          <a:ln>
            <a:noFill/>
          </a:ln>
        </p:spPr>
      </p:pic>
      <p:sp>
        <p:nvSpPr>
          <p:cNvPr id="1034" name="Google Shape;1034;g3d1afc4545f_0_337"/>
          <p:cNvSpPr txBox="1"/>
          <p:nvPr/>
        </p:nvSpPr>
        <p:spPr>
          <a:xfrm>
            <a:off x="-1" y="6310697"/>
            <a:ext cx="5981100" cy="6465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chemeClr val="dk1"/>
              </a:buClr>
              <a:buSzPts val="1800"/>
              <a:buFont typeface="Arial"/>
              <a:buNone/>
            </a:pPr>
            <a:r>
              <a:rPr lang="en-US" sz="1800">
                <a:solidFill>
                  <a:schemeClr val="lt1"/>
                </a:solidFill>
                <a:latin typeface="Times New Roman"/>
                <a:ea typeface="Times New Roman"/>
                <a:cs typeface="Times New Roman"/>
                <a:sym typeface="Times New Roman"/>
              </a:rPr>
              <a:t>Applied Mathematics for Engineering [MIDTERM PROJECT]</a:t>
            </a:r>
            <a:br>
              <a:rPr b="0" i="0" lang="en-US" sz="1800" u="none" cap="none" strike="noStrike">
                <a:solidFill>
                  <a:schemeClr val="lt1"/>
                </a:solidFill>
                <a:latin typeface="Times New Roman"/>
                <a:ea typeface="Times New Roman"/>
                <a:cs typeface="Times New Roman"/>
                <a:sym typeface="Times New Roman"/>
              </a:rPr>
            </a:br>
            <a:r>
              <a:rPr b="0" i="0" lang="en-US" sz="1800" u="none" cap="none" strike="noStrike">
                <a:solidFill>
                  <a:schemeClr val="lt1"/>
                </a:solidFill>
                <a:latin typeface="Times New Roman"/>
                <a:ea typeface="Times New Roman"/>
                <a:cs typeface="Times New Roman"/>
                <a:sym typeface="Times New Roman"/>
              </a:rPr>
              <a:t>Ronit Dutta</a:t>
            </a:r>
            <a:endParaRPr b="0" i="0" sz="1800" u="none" cap="none" strike="noStrike">
              <a:solidFill>
                <a:schemeClr val="lt1"/>
              </a:solidFill>
              <a:latin typeface="Times New Roman"/>
              <a:ea typeface="Times New Roman"/>
              <a:cs typeface="Times New Roman"/>
              <a:sym typeface="Times New Roman"/>
            </a:endParaRPr>
          </a:p>
        </p:txBody>
      </p:sp>
      <p:pic>
        <p:nvPicPr>
          <p:cNvPr id="1035" name="Google Shape;1035;g3d1afc4545f_0_337"/>
          <p:cNvPicPr preferRelativeResize="0"/>
          <p:nvPr/>
        </p:nvPicPr>
        <p:blipFill rotWithShape="1">
          <a:blip r:embed="rId6">
            <a:alphaModFix/>
          </a:blip>
          <a:srcRect b="0" l="0" r="0" t="0"/>
          <a:stretch/>
        </p:blipFill>
        <p:spPr>
          <a:xfrm>
            <a:off x="10579375" y="6341449"/>
            <a:ext cx="1500023" cy="585000"/>
          </a:xfrm>
          <a:prstGeom prst="rect">
            <a:avLst/>
          </a:prstGeom>
          <a:noFill/>
          <a:ln>
            <a:noFill/>
          </a:ln>
        </p:spPr>
      </p:pic>
      <p:pic>
        <p:nvPicPr>
          <p:cNvPr id="1036" name="Google Shape;1036;g3d1afc4545f_0_337"/>
          <p:cNvPicPr preferRelativeResize="0"/>
          <p:nvPr/>
        </p:nvPicPr>
        <p:blipFill rotWithShape="1">
          <a:blip r:embed="rId9">
            <a:alphaModFix/>
          </a:blip>
          <a:srcRect b="0" l="0" r="0" t="0"/>
          <a:stretch/>
        </p:blipFill>
        <p:spPr>
          <a:xfrm>
            <a:off x="0" y="6330524"/>
            <a:ext cx="12192000" cy="1165875"/>
          </a:xfrm>
          <a:prstGeom prst="rect">
            <a:avLst/>
          </a:prstGeom>
          <a:noFill/>
          <a:ln>
            <a:noFill/>
          </a:ln>
        </p:spPr>
      </p:pic>
      <p:sp>
        <p:nvSpPr>
          <p:cNvPr id="1037" name="Google Shape;1037;g3d1afc4545f_0_337"/>
          <p:cNvSpPr txBox="1"/>
          <p:nvPr/>
        </p:nvSpPr>
        <p:spPr>
          <a:xfrm>
            <a:off x="-1" y="6445547"/>
            <a:ext cx="5981100" cy="6465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chemeClr val="dk1"/>
              </a:buClr>
              <a:buSzPts val="1800"/>
              <a:buFont typeface="Arial"/>
              <a:buNone/>
            </a:pPr>
            <a:r>
              <a:rPr lang="en-US" sz="1800">
                <a:solidFill>
                  <a:schemeClr val="lt1"/>
                </a:solidFill>
                <a:latin typeface="Times New Roman"/>
                <a:ea typeface="Times New Roman"/>
                <a:cs typeface="Times New Roman"/>
                <a:sym typeface="Times New Roman"/>
              </a:rPr>
              <a:t>Applied Mathematics for Engineering [MIDTERM PROJECT]</a:t>
            </a:r>
            <a:br>
              <a:rPr b="0" i="0" lang="en-US" sz="1800" u="none" cap="none" strike="noStrike">
                <a:solidFill>
                  <a:schemeClr val="lt1"/>
                </a:solidFill>
                <a:latin typeface="Times New Roman"/>
                <a:ea typeface="Times New Roman"/>
                <a:cs typeface="Times New Roman"/>
                <a:sym typeface="Times New Roman"/>
              </a:rPr>
            </a:br>
            <a:r>
              <a:rPr b="0" i="0" lang="en-US" sz="1800" u="none" cap="none" strike="noStrike">
                <a:solidFill>
                  <a:schemeClr val="lt1"/>
                </a:solidFill>
                <a:latin typeface="Times New Roman"/>
                <a:ea typeface="Times New Roman"/>
                <a:cs typeface="Times New Roman"/>
                <a:sym typeface="Times New Roman"/>
              </a:rPr>
              <a:t>Ronit Dutta</a:t>
            </a:r>
            <a:endParaRPr b="0" i="0" sz="1800" u="none" cap="none" strike="noStrike">
              <a:solidFill>
                <a:schemeClr val="lt1"/>
              </a:solidFill>
              <a:latin typeface="Times New Roman"/>
              <a:ea typeface="Times New Roman"/>
              <a:cs typeface="Times New Roman"/>
              <a:sym typeface="Times New Roman"/>
            </a:endParaRPr>
          </a:p>
        </p:txBody>
      </p:sp>
      <p:pic>
        <p:nvPicPr>
          <p:cNvPr id="1038" name="Google Shape;1038;g3d1afc4545f_0_337"/>
          <p:cNvPicPr preferRelativeResize="0"/>
          <p:nvPr/>
        </p:nvPicPr>
        <p:blipFill rotWithShape="1">
          <a:blip r:embed="rId6">
            <a:alphaModFix/>
          </a:blip>
          <a:srcRect b="0" l="0" r="0" t="0"/>
          <a:stretch/>
        </p:blipFill>
        <p:spPr>
          <a:xfrm>
            <a:off x="10579375" y="6476299"/>
            <a:ext cx="1500023" cy="585000"/>
          </a:xfrm>
          <a:prstGeom prst="rect">
            <a:avLst/>
          </a:prstGeom>
          <a:noFill/>
          <a:ln>
            <a:noFill/>
          </a:ln>
        </p:spPr>
      </p:pic>
      <p:pic>
        <p:nvPicPr>
          <p:cNvPr id="1039" name="Google Shape;1039;g3d1afc4545f_0_337"/>
          <p:cNvPicPr preferRelativeResize="0"/>
          <p:nvPr/>
        </p:nvPicPr>
        <p:blipFill rotWithShape="1">
          <a:blip r:embed="rId4">
            <a:alphaModFix/>
          </a:blip>
          <a:srcRect b="0" l="0" r="0" t="0"/>
          <a:stretch/>
        </p:blipFill>
        <p:spPr>
          <a:xfrm>
            <a:off x="10590934" y="6330522"/>
            <a:ext cx="1499906" cy="585000"/>
          </a:xfrm>
          <a:prstGeom prst="rect">
            <a:avLst/>
          </a:prstGeom>
          <a:noFill/>
          <a:ln>
            <a:noFill/>
          </a:ln>
        </p:spPr>
      </p:pic>
      <p:sp>
        <p:nvSpPr>
          <p:cNvPr id="1040" name="Google Shape;1040;g3d1afc4545f_0_337"/>
          <p:cNvSpPr txBox="1"/>
          <p:nvPr/>
        </p:nvSpPr>
        <p:spPr>
          <a:xfrm>
            <a:off x="-1" y="6288587"/>
            <a:ext cx="5981100" cy="3693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chemeClr val="dk1"/>
              </a:buClr>
              <a:buSzPts val="1800"/>
              <a:buFont typeface="Arial"/>
              <a:buNone/>
            </a:pPr>
            <a:r>
              <a:rPr b="0" i="0" lang="en-US" sz="1800" u="none" cap="none" strike="noStrike">
                <a:solidFill>
                  <a:schemeClr val="lt1"/>
                </a:solidFill>
                <a:latin typeface="Times New Roman"/>
                <a:ea typeface="Times New Roman"/>
                <a:cs typeface="Times New Roman"/>
                <a:sym typeface="Times New Roman"/>
              </a:rPr>
              <a:t>Term Paper Presentation | Ronit Dutta</a:t>
            </a:r>
            <a:endParaRPr b="0" i="0" sz="1800" u="none" cap="none" strike="noStrike">
              <a:solidFill>
                <a:schemeClr val="lt1"/>
              </a:solidFill>
              <a:latin typeface="Times New Roman"/>
              <a:ea typeface="Times New Roman"/>
              <a:cs typeface="Times New Roman"/>
              <a:sym typeface="Times New Roman"/>
            </a:endParaRPr>
          </a:p>
        </p:txBody>
      </p:sp>
      <p:pic>
        <p:nvPicPr>
          <p:cNvPr id="1041" name="Google Shape;1041;g3d1afc4545f_0_337"/>
          <p:cNvPicPr preferRelativeResize="0"/>
          <p:nvPr/>
        </p:nvPicPr>
        <p:blipFill rotWithShape="1">
          <a:blip r:embed="rId4">
            <a:alphaModFix/>
          </a:blip>
          <a:srcRect b="0" l="0" r="0" t="0"/>
          <a:stretch/>
        </p:blipFill>
        <p:spPr>
          <a:xfrm>
            <a:off x="10590934" y="6330522"/>
            <a:ext cx="1499906" cy="585000"/>
          </a:xfrm>
          <a:prstGeom prst="rect">
            <a:avLst/>
          </a:prstGeom>
          <a:noFill/>
          <a:ln>
            <a:noFill/>
          </a:ln>
        </p:spPr>
      </p:pic>
      <p:sp>
        <p:nvSpPr>
          <p:cNvPr id="1042" name="Google Shape;1042;g3d1afc4545f_0_337"/>
          <p:cNvSpPr txBox="1"/>
          <p:nvPr/>
        </p:nvSpPr>
        <p:spPr>
          <a:xfrm>
            <a:off x="-1" y="6288587"/>
            <a:ext cx="5981100" cy="3693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chemeClr val="dk1"/>
              </a:buClr>
              <a:buSzPts val="1800"/>
              <a:buFont typeface="Arial"/>
              <a:buNone/>
            </a:pPr>
            <a:r>
              <a:rPr b="0" i="0" lang="en-US" sz="1800" u="none" cap="none" strike="noStrike">
                <a:solidFill>
                  <a:schemeClr val="lt1"/>
                </a:solidFill>
                <a:latin typeface="Times New Roman"/>
                <a:ea typeface="Times New Roman"/>
                <a:cs typeface="Times New Roman"/>
                <a:sym typeface="Times New Roman"/>
              </a:rPr>
              <a:t>Term Paper Presentation | Ronit Dutta</a:t>
            </a:r>
            <a:endParaRPr b="0" i="0" sz="1800" u="none" cap="none" strike="noStrike">
              <a:solidFill>
                <a:schemeClr val="lt1"/>
              </a:solidFill>
              <a:latin typeface="Times New Roman"/>
              <a:ea typeface="Times New Roman"/>
              <a:cs typeface="Times New Roman"/>
              <a:sym typeface="Times New Roman"/>
            </a:endParaRPr>
          </a:p>
        </p:txBody>
      </p:sp>
      <p:pic>
        <p:nvPicPr>
          <p:cNvPr id="1043" name="Google Shape;1043;g3d1afc4545f_0_337"/>
          <p:cNvPicPr preferRelativeResize="0"/>
          <p:nvPr/>
        </p:nvPicPr>
        <p:blipFill rotWithShape="1">
          <a:blip r:embed="rId4">
            <a:alphaModFix/>
          </a:blip>
          <a:srcRect b="0" l="0" r="0" t="0"/>
          <a:stretch/>
        </p:blipFill>
        <p:spPr>
          <a:xfrm>
            <a:off x="10590934" y="6330522"/>
            <a:ext cx="1499906" cy="585000"/>
          </a:xfrm>
          <a:prstGeom prst="rect">
            <a:avLst/>
          </a:prstGeom>
          <a:noFill/>
          <a:ln>
            <a:noFill/>
          </a:ln>
        </p:spPr>
      </p:pic>
      <p:sp>
        <p:nvSpPr>
          <p:cNvPr id="1044" name="Google Shape;1044;g3d1afc4545f_0_337"/>
          <p:cNvSpPr txBox="1"/>
          <p:nvPr/>
        </p:nvSpPr>
        <p:spPr>
          <a:xfrm>
            <a:off x="-1" y="6288587"/>
            <a:ext cx="5981100" cy="6465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chemeClr val="dk1"/>
              </a:buClr>
              <a:buSzPts val="1800"/>
              <a:buFont typeface="Arial"/>
              <a:buNone/>
            </a:pPr>
            <a:r>
              <a:rPr b="0" i="0" lang="en-US" sz="1800" u="none" cap="none" strike="noStrike">
                <a:solidFill>
                  <a:schemeClr val="lt1"/>
                </a:solidFill>
                <a:latin typeface="Times New Roman"/>
                <a:ea typeface="Times New Roman"/>
                <a:cs typeface="Times New Roman"/>
                <a:sym typeface="Times New Roman"/>
              </a:rPr>
              <a:t>Machine Learning Professional</a:t>
            </a:r>
            <a:br>
              <a:rPr b="0" i="0" lang="en-US" sz="1800" u="none" cap="none" strike="noStrike">
                <a:solidFill>
                  <a:schemeClr val="lt1"/>
                </a:solidFill>
                <a:latin typeface="Times New Roman"/>
                <a:ea typeface="Times New Roman"/>
                <a:cs typeface="Times New Roman"/>
                <a:sym typeface="Times New Roman"/>
              </a:rPr>
            </a:br>
            <a:r>
              <a:rPr b="0" i="0" lang="en-US" sz="1800" u="none" cap="none" strike="noStrike">
                <a:solidFill>
                  <a:schemeClr val="lt1"/>
                </a:solidFill>
                <a:latin typeface="Times New Roman"/>
                <a:ea typeface="Times New Roman"/>
                <a:cs typeface="Times New Roman"/>
                <a:sym typeface="Times New Roman"/>
              </a:rPr>
              <a:t>Project Presentation</a:t>
            </a:r>
            <a:endParaRPr b="0" i="0" sz="1800" u="none" cap="none" strike="noStrike">
              <a:solidFill>
                <a:schemeClr val="lt1"/>
              </a:solidFill>
              <a:latin typeface="Times New Roman"/>
              <a:ea typeface="Times New Roman"/>
              <a:cs typeface="Times New Roman"/>
              <a:sym typeface="Times New Roman"/>
            </a:endParaRPr>
          </a:p>
        </p:txBody>
      </p:sp>
      <p:pic>
        <p:nvPicPr>
          <p:cNvPr id="1045" name="Google Shape;1045;g3d1afc4545f_0_337"/>
          <p:cNvPicPr preferRelativeResize="0"/>
          <p:nvPr/>
        </p:nvPicPr>
        <p:blipFill rotWithShape="1">
          <a:blip r:embed="rId6">
            <a:alphaModFix/>
          </a:blip>
          <a:srcRect b="0" l="0" r="0" t="0"/>
          <a:stretch/>
        </p:blipFill>
        <p:spPr>
          <a:xfrm>
            <a:off x="10590875" y="6341462"/>
            <a:ext cx="1500023" cy="585000"/>
          </a:xfrm>
          <a:prstGeom prst="rect">
            <a:avLst/>
          </a:prstGeom>
          <a:noFill/>
          <a:ln>
            <a:noFill/>
          </a:ln>
        </p:spPr>
      </p:pic>
      <p:sp>
        <p:nvSpPr>
          <p:cNvPr id="1046" name="Google Shape;1046;g3d1afc4545f_0_337"/>
          <p:cNvSpPr txBox="1"/>
          <p:nvPr/>
        </p:nvSpPr>
        <p:spPr>
          <a:xfrm>
            <a:off x="-1" y="6288587"/>
            <a:ext cx="5981100" cy="6465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chemeClr val="dk1"/>
              </a:buClr>
              <a:buSzPts val="1800"/>
              <a:buFont typeface="Arial"/>
              <a:buNone/>
            </a:pPr>
            <a:r>
              <a:rPr b="0" i="0" lang="en-US" sz="1800" u="none" cap="none" strike="noStrike">
                <a:solidFill>
                  <a:schemeClr val="lt1"/>
                </a:solidFill>
                <a:latin typeface="Times New Roman"/>
                <a:ea typeface="Times New Roman"/>
                <a:cs typeface="Times New Roman"/>
                <a:sym typeface="Times New Roman"/>
              </a:rPr>
              <a:t>Machine Learning Professional</a:t>
            </a:r>
            <a:br>
              <a:rPr b="0" i="0" lang="en-US" sz="1800" u="none" cap="none" strike="noStrike">
                <a:solidFill>
                  <a:schemeClr val="lt1"/>
                </a:solidFill>
                <a:latin typeface="Times New Roman"/>
                <a:ea typeface="Times New Roman"/>
                <a:cs typeface="Times New Roman"/>
                <a:sym typeface="Times New Roman"/>
              </a:rPr>
            </a:br>
            <a:r>
              <a:rPr b="0" i="0" lang="en-US" sz="1800" u="none" cap="none" strike="noStrike">
                <a:solidFill>
                  <a:schemeClr val="lt1"/>
                </a:solidFill>
                <a:latin typeface="Times New Roman"/>
                <a:ea typeface="Times New Roman"/>
                <a:cs typeface="Times New Roman"/>
                <a:sym typeface="Times New Roman"/>
              </a:rPr>
              <a:t>Project Presentation</a:t>
            </a:r>
            <a:endParaRPr b="0" i="0" sz="1800" u="none" cap="none" strike="noStrike">
              <a:solidFill>
                <a:schemeClr val="lt1"/>
              </a:solidFill>
              <a:latin typeface="Times New Roman"/>
              <a:ea typeface="Times New Roman"/>
              <a:cs typeface="Times New Roman"/>
              <a:sym typeface="Times New Roman"/>
            </a:endParaRPr>
          </a:p>
        </p:txBody>
      </p:sp>
      <p:pic>
        <p:nvPicPr>
          <p:cNvPr id="1047" name="Google Shape;1047;g3d1afc4545f_0_337"/>
          <p:cNvPicPr preferRelativeResize="0"/>
          <p:nvPr/>
        </p:nvPicPr>
        <p:blipFill rotWithShape="1">
          <a:blip r:embed="rId6">
            <a:alphaModFix/>
          </a:blip>
          <a:srcRect b="0" l="0" r="0" t="0"/>
          <a:stretch/>
        </p:blipFill>
        <p:spPr>
          <a:xfrm>
            <a:off x="10590875" y="6330524"/>
            <a:ext cx="1500023" cy="585000"/>
          </a:xfrm>
          <a:prstGeom prst="rect">
            <a:avLst/>
          </a:prstGeom>
          <a:noFill/>
          <a:ln>
            <a:noFill/>
          </a:ln>
        </p:spPr>
      </p:pic>
      <p:sp>
        <p:nvSpPr>
          <p:cNvPr id="1048" name="Google Shape;1048;g3d1afc4545f_0_337"/>
          <p:cNvSpPr txBox="1"/>
          <p:nvPr/>
        </p:nvSpPr>
        <p:spPr>
          <a:xfrm>
            <a:off x="-1" y="6234672"/>
            <a:ext cx="5981100" cy="6465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chemeClr val="dk1"/>
              </a:buClr>
              <a:buSzPts val="1800"/>
              <a:buFont typeface="Arial"/>
              <a:buNone/>
            </a:pPr>
            <a:r>
              <a:rPr b="0" i="0" lang="en-US" sz="1800" u="none" cap="none" strike="noStrike">
                <a:solidFill>
                  <a:schemeClr val="lt1"/>
                </a:solidFill>
                <a:latin typeface="Times New Roman"/>
                <a:ea typeface="Times New Roman"/>
                <a:cs typeface="Times New Roman"/>
                <a:sym typeface="Times New Roman"/>
              </a:rPr>
              <a:t>Machine Learning Professional</a:t>
            </a:r>
            <a:br>
              <a:rPr b="0" i="0" lang="en-US" sz="1800" u="none" cap="none" strike="noStrike">
                <a:solidFill>
                  <a:schemeClr val="lt1"/>
                </a:solidFill>
                <a:latin typeface="Times New Roman"/>
                <a:ea typeface="Times New Roman"/>
                <a:cs typeface="Times New Roman"/>
                <a:sym typeface="Times New Roman"/>
              </a:rPr>
            </a:br>
            <a:r>
              <a:rPr b="0" i="0" lang="en-US" sz="1800" u="none" cap="none" strike="noStrike">
                <a:solidFill>
                  <a:schemeClr val="lt1"/>
                </a:solidFill>
                <a:latin typeface="Times New Roman"/>
                <a:ea typeface="Times New Roman"/>
                <a:cs typeface="Times New Roman"/>
                <a:sym typeface="Times New Roman"/>
              </a:rPr>
              <a:t>Project Presentation</a:t>
            </a:r>
            <a:endParaRPr b="0" i="0" sz="1800" u="none" cap="none" strike="noStrike">
              <a:solidFill>
                <a:schemeClr val="lt1"/>
              </a:solidFill>
              <a:latin typeface="Times New Roman"/>
              <a:ea typeface="Times New Roman"/>
              <a:cs typeface="Times New Roman"/>
              <a:sym typeface="Times New Roman"/>
            </a:endParaRPr>
          </a:p>
        </p:txBody>
      </p:sp>
      <p:pic>
        <p:nvPicPr>
          <p:cNvPr id="1049" name="Google Shape;1049;g3d1afc4545f_0_337"/>
          <p:cNvPicPr preferRelativeResize="0"/>
          <p:nvPr/>
        </p:nvPicPr>
        <p:blipFill rotWithShape="1">
          <a:blip r:embed="rId6">
            <a:alphaModFix/>
          </a:blip>
          <a:srcRect b="0" l="0" r="0" t="0"/>
          <a:stretch/>
        </p:blipFill>
        <p:spPr>
          <a:xfrm>
            <a:off x="10590875" y="6330524"/>
            <a:ext cx="1500023" cy="585000"/>
          </a:xfrm>
          <a:prstGeom prst="rect">
            <a:avLst/>
          </a:prstGeom>
          <a:noFill/>
          <a:ln>
            <a:noFill/>
          </a:ln>
        </p:spPr>
      </p:pic>
      <p:sp>
        <p:nvSpPr>
          <p:cNvPr id="1050" name="Google Shape;1050;g3d1afc4545f_0_337"/>
          <p:cNvSpPr txBox="1"/>
          <p:nvPr/>
        </p:nvSpPr>
        <p:spPr>
          <a:xfrm>
            <a:off x="-1" y="6234672"/>
            <a:ext cx="5981100" cy="6465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chemeClr val="dk1"/>
              </a:buClr>
              <a:buSzPts val="1800"/>
              <a:buFont typeface="Arial"/>
              <a:buNone/>
            </a:pPr>
            <a:r>
              <a:rPr b="0" i="0" lang="en-US" sz="1800" u="none" cap="none" strike="noStrike">
                <a:solidFill>
                  <a:schemeClr val="lt1"/>
                </a:solidFill>
                <a:latin typeface="Times New Roman"/>
                <a:ea typeface="Times New Roman"/>
                <a:cs typeface="Times New Roman"/>
                <a:sym typeface="Times New Roman"/>
              </a:rPr>
              <a:t>Machine Learning Professional</a:t>
            </a:r>
            <a:br>
              <a:rPr b="0" i="0" lang="en-US" sz="1800" u="none" cap="none" strike="noStrike">
                <a:solidFill>
                  <a:schemeClr val="lt1"/>
                </a:solidFill>
                <a:latin typeface="Times New Roman"/>
                <a:ea typeface="Times New Roman"/>
                <a:cs typeface="Times New Roman"/>
                <a:sym typeface="Times New Roman"/>
              </a:rPr>
            </a:br>
            <a:r>
              <a:rPr b="0" i="0" lang="en-US" sz="1800" u="none" cap="none" strike="noStrike">
                <a:solidFill>
                  <a:schemeClr val="lt1"/>
                </a:solidFill>
                <a:latin typeface="Times New Roman"/>
                <a:ea typeface="Times New Roman"/>
                <a:cs typeface="Times New Roman"/>
                <a:sym typeface="Times New Roman"/>
              </a:rPr>
              <a:t>Project Presentation</a:t>
            </a:r>
            <a:endParaRPr b="0" i="0" sz="1800" u="none" cap="none" strike="noStrike">
              <a:solidFill>
                <a:schemeClr val="lt1"/>
              </a:solidFill>
              <a:latin typeface="Times New Roman"/>
              <a:ea typeface="Times New Roman"/>
              <a:cs typeface="Times New Roman"/>
              <a:sym typeface="Times New Roman"/>
            </a:endParaRPr>
          </a:p>
        </p:txBody>
      </p:sp>
      <p:pic>
        <p:nvPicPr>
          <p:cNvPr id="1051" name="Google Shape;1051;g3d1afc4545f_0_337"/>
          <p:cNvPicPr preferRelativeResize="0"/>
          <p:nvPr/>
        </p:nvPicPr>
        <p:blipFill rotWithShape="1">
          <a:blip r:embed="rId6">
            <a:alphaModFix/>
          </a:blip>
          <a:srcRect b="0" l="0" r="0" t="0"/>
          <a:stretch/>
        </p:blipFill>
        <p:spPr>
          <a:xfrm>
            <a:off x="10590875" y="6330524"/>
            <a:ext cx="1500023" cy="585000"/>
          </a:xfrm>
          <a:prstGeom prst="rect">
            <a:avLst/>
          </a:prstGeom>
          <a:noFill/>
          <a:ln>
            <a:noFill/>
          </a:ln>
        </p:spPr>
      </p:pic>
      <p:sp>
        <p:nvSpPr>
          <p:cNvPr id="1052" name="Google Shape;1052;g3d1afc4545f_0_337"/>
          <p:cNvSpPr txBox="1"/>
          <p:nvPr/>
        </p:nvSpPr>
        <p:spPr>
          <a:xfrm>
            <a:off x="-1" y="6234672"/>
            <a:ext cx="5981100" cy="6465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chemeClr val="dk1"/>
              </a:buClr>
              <a:buSzPts val="1800"/>
              <a:buFont typeface="Arial"/>
              <a:buNone/>
            </a:pPr>
            <a:r>
              <a:rPr b="0" i="0" lang="en-US" sz="1800" u="none" cap="none" strike="noStrike">
                <a:solidFill>
                  <a:schemeClr val="lt1"/>
                </a:solidFill>
                <a:latin typeface="Times New Roman"/>
                <a:ea typeface="Times New Roman"/>
                <a:cs typeface="Times New Roman"/>
                <a:sym typeface="Times New Roman"/>
              </a:rPr>
              <a:t>Nanoelectronics - Seminar Presentation</a:t>
            </a:r>
            <a:br>
              <a:rPr b="0" i="0" lang="en-US" sz="1800" u="none" cap="none" strike="noStrike">
                <a:solidFill>
                  <a:schemeClr val="lt1"/>
                </a:solidFill>
                <a:latin typeface="Times New Roman"/>
                <a:ea typeface="Times New Roman"/>
                <a:cs typeface="Times New Roman"/>
                <a:sym typeface="Times New Roman"/>
              </a:rPr>
            </a:br>
            <a:r>
              <a:rPr b="0" i="0" lang="en-US" sz="1800" u="none" cap="none" strike="noStrike">
                <a:solidFill>
                  <a:schemeClr val="lt1"/>
                </a:solidFill>
                <a:latin typeface="Times New Roman"/>
                <a:ea typeface="Times New Roman"/>
                <a:cs typeface="Times New Roman"/>
                <a:sym typeface="Times New Roman"/>
              </a:rPr>
              <a:t>Ronit Dutta</a:t>
            </a:r>
            <a:endParaRPr b="0" i="0" sz="1800" u="none" cap="none" strike="noStrike">
              <a:solidFill>
                <a:schemeClr val="lt1"/>
              </a:solidFill>
              <a:latin typeface="Times New Roman"/>
              <a:ea typeface="Times New Roman"/>
              <a:cs typeface="Times New Roman"/>
              <a:sym typeface="Times New Roman"/>
            </a:endParaRPr>
          </a:p>
        </p:txBody>
      </p:sp>
      <p:pic>
        <p:nvPicPr>
          <p:cNvPr id="1053" name="Google Shape;1053;g3d1afc4545f_0_337"/>
          <p:cNvPicPr preferRelativeResize="0"/>
          <p:nvPr/>
        </p:nvPicPr>
        <p:blipFill rotWithShape="1">
          <a:blip r:embed="rId6">
            <a:alphaModFix/>
          </a:blip>
          <a:srcRect b="0" l="0" r="0" t="0"/>
          <a:stretch/>
        </p:blipFill>
        <p:spPr>
          <a:xfrm>
            <a:off x="10590875" y="6330524"/>
            <a:ext cx="1500023" cy="585000"/>
          </a:xfrm>
          <a:prstGeom prst="rect">
            <a:avLst/>
          </a:prstGeom>
          <a:noFill/>
          <a:ln>
            <a:noFill/>
          </a:ln>
        </p:spPr>
      </p:pic>
      <p:pic>
        <p:nvPicPr>
          <p:cNvPr id="1054" name="Google Shape;1054;g3d1afc4545f_0_337"/>
          <p:cNvPicPr preferRelativeResize="0"/>
          <p:nvPr/>
        </p:nvPicPr>
        <p:blipFill rotWithShape="1">
          <a:blip r:embed="rId4">
            <a:alphaModFix/>
          </a:blip>
          <a:srcRect b="0" l="0" r="0" t="0"/>
          <a:stretch/>
        </p:blipFill>
        <p:spPr>
          <a:xfrm>
            <a:off x="10590934" y="6330522"/>
            <a:ext cx="1499906" cy="585000"/>
          </a:xfrm>
          <a:prstGeom prst="rect">
            <a:avLst/>
          </a:prstGeom>
          <a:noFill/>
          <a:ln>
            <a:noFill/>
          </a:ln>
        </p:spPr>
      </p:pic>
      <p:sp>
        <p:nvSpPr>
          <p:cNvPr id="1055" name="Google Shape;1055;g3d1afc4545f_0_337"/>
          <p:cNvSpPr txBox="1"/>
          <p:nvPr/>
        </p:nvSpPr>
        <p:spPr>
          <a:xfrm>
            <a:off x="-1" y="6288587"/>
            <a:ext cx="5981100" cy="3693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chemeClr val="dk1"/>
              </a:buClr>
              <a:buSzPts val="1800"/>
              <a:buFont typeface="Arial"/>
              <a:buNone/>
            </a:pPr>
            <a:r>
              <a:rPr b="0" i="0" lang="en-US" sz="1800" u="none" cap="none" strike="noStrike">
                <a:solidFill>
                  <a:schemeClr val="lt1"/>
                </a:solidFill>
                <a:latin typeface="Times New Roman"/>
                <a:ea typeface="Times New Roman"/>
                <a:cs typeface="Times New Roman"/>
                <a:sym typeface="Times New Roman"/>
              </a:rPr>
              <a:t>Term Paper Presentation | Ronit Dutta</a:t>
            </a:r>
            <a:endParaRPr b="0" i="0" sz="1800" u="none" cap="none" strike="noStrike">
              <a:solidFill>
                <a:schemeClr val="lt1"/>
              </a:solidFill>
              <a:latin typeface="Times New Roman"/>
              <a:ea typeface="Times New Roman"/>
              <a:cs typeface="Times New Roman"/>
              <a:sym typeface="Times New Roman"/>
            </a:endParaRPr>
          </a:p>
        </p:txBody>
      </p:sp>
      <p:pic>
        <p:nvPicPr>
          <p:cNvPr id="1056" name="Google Shape;1056;g3d1afc4545f_0_337"/>
          <p:cNvPicPr preferRelativeResize="0"/>
          <p:nvPr/>
        </p:nvPicPr>
        <p:blipFill rotWithShape="1">
          <a:blip r:embed="rId4">
            <a:alphaModFix/>
          </a:blip>
          <a:srcRect b="0" l="0" r="0" t="0"/>
          <a:stretch/>
        </p:blipFill>
        <p:spPr>
          <a:xfrm>
            <a:off x="10590934" y="6330522"/>
            <a:ext cx="1499906" cy="585000"/>
          </a:xfrm>
          <a:prstGeom prst="rect">
            <a:avLst/>
          </a:prstGeom>
          <a:noFill/>
          <a:ln>
            <a:noFill/>
          </a:ln>
        </p:spPr>
      </p:pic>
      <p:sp>
        <p:nvSpPr>
          <p:cNvPr id="1057" name="Google Shape;1057;g3d1afc4545f_0_337"/>
          <p:cNvSpPr txBox="1"/>
          <p:nvPr/>
        </p:nvSpPr>
        <p:spPr>
          <a:xfrm>
            <a:off x="-1" y="6288587"/>
            <a:ext cx="5981100" cy="3693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chemeClr val="dk1"/>
              </a:buClr>
              <a:buSzPts val="1800"/>
              <a:buFont typeface="Arial"/>
              <a:buNone/>
            </a:pPr>
            <a:r>
              <a:rPr b="0" i="0" lang="en-US" sz="1800" u="none" cap="none" strike="noStrike">
                <a:solidFill>
                  <a:schemeClr val="lt1"/>
                </a:solidFill>
                <a:latin typeface="Times New Roman"/>
                <a:ea typeface="Times New Roman"/>
                <a:cs typeface="Times New Roman"/>
                <a:sym typeface="Times New Roman"/>
              </a:rPr>
              <a:t>Term Paper Presentation | Ronit Dutta</a:t>
            </a:r>
            <a:endParaRPr b="0" i="0" sz="1800" u="none" cap="none" strike="noStrike">
              <a:solidFill>
                <a:schemeClr val="lt1"/>
              </a:solidFill>
              <a:latin typeface="Times New Roman"/>
              <a:ea typeface="Times New Roman"/>
              <a:cs typeface="Times New Roman"/>
              <a:sym typeface="Times New Roman"/>
            </a:endParaRPr>
          </a:p>
        </p:txBody>
      </p:sp>
      <p:pic>
        <p:nvPicPr>
          <p:cNvPr id="1058" name="Google Shape;1058;g3d1afc4545f_0_337"/>
          <p:cNvPicPr preferRelativeResize="0"/>
          <p:nvPr/>
        </p:nvPicPr>
        <p:blipFill rotWithShape="1">
          <a:blip r:embed="rId4">
            <a:alphaModFix/>
          </a:blip>
          <a:srcRect b="0" l="0" r="0" t="0"/>
          <a:stretch/>
        </p:blipFill>
        <p:spPr>
          <a:xfrm>
            <a:off x="10590934" y="6330522"/>
            <a:ext cx="1499906" cy="585000"/>
          </a:xfrm>
          <a:prstGeom prst="rect">
            <a:avLst/>
          </a:prstGeom>
          <a:noFill/>
          <a:ln>
            <a:noFill/>
          </a:ln>
        </p:spPr>
      </p:pic>
      <p:sp>
        <p:nvSpPr>
          <p:cNvPr id="1059" name="Google Shape;1059;g3d1afc4545f_0_337"/>
          <p:cNvSpPr txBox="1"/>
          <p:nvPr/>
        </p:nvSpPr>
        <p:spPr>
          <a:xfrm>
            <a:off x="-1" y="6288587"/>
            <a:ext cx="5981100" cy="6465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chemeClr val="dk1"/>
              </a:buClr>
              <a:buSzPts val="1800"/>
              <a:buFont typeface="Arial"/>
              <a:buNone/>
            </a:pPr>
            <a:r>
              <a:rPr b="0" i="0" lang="en-US" sz="1800" u="none" cap="none" strike="noStrike">
                <a:solidFill>
                  <a:schemeClr val="lt1"/>
                </a:solidFill>
                <a:latin typeface="Times New Roman"/>
                <a:ea typeface="Times New Roman"/>
                <a:cs typeface="Times New Roman"/>
                <a:sym typeface="Times New Roman"/>
              </a:rPr>
              <a:t>Machine Learning Professional</a:t>
            </a:r>
            <a:br>
              <a:rPr b="0" i="0" lang="en-US" sz="1800" u="none" cap="none" strike="noStrike">
                <a:solidFill>
                  <a:schemeClr val="lt1"/>
                </a:solidFill>
                <a:latin typeface="Times New Roman"/>
                <a:ea typeface="Times New Roman"/>
                <a:cs typeface="Times New Roman"/>
                <a:sym typeface="Times New Roman"/>
              </a:rPr>
            </a:br>
            <a:r>
              <a:rPr b="0" i="0" lang="en-US" sz="1800" u="none" cap="none" strike="noStrike">
                <a:solidFill>
                  <a:schemeClr val="lt1"/>
                </a:solidFill>
                <a:latin typeface="Times New Roman"/>
                <a:ea typeface="Times New Roman"/>
                <a:cs typeface="Times New Roman"/>
                <a:sym typeface="Times New Roman"/>
              </a:rPr>
              <a:t>Project Presentation</a:t>
            </a:r>
            <a:endParaRPr b="0" i="0" sz="1800" u="none" cap="none" strike="noStrike">
              <a:solidFill>
                <a:schemeClr val="lt1"/>
              </a:solidFill>
              <a:latin typeface="Times New Roman"/>
              <a:ea typeface="Times New Roman"/>
              <a:cs typeface="Times New Roman"/>
              <a:sym typeface="Times New Roman"/>
            </a:endParaRPr>
          </a:p>
        </p:txBody>
      </p:sp>
      <p:pic>
        <p:nvPicPr>
          <p:cNvPr id="1060" name="Google Shape;1060;g3d1afc4545f_0_337"/>
          <p:cNvPicPr preferRelativeResize="0"/>
          <p:nvPr/>
        </p:nvPicPr>
        <p:blipFill rotWithShape="1">
          <a:blip r:embed="rId6">
            <a:alphaModFix/>
          </a:blip>
          <a:srcRect b="0" l="0" r="0" t="0"/>
          <a:stretch/>
        </p:blipFill>
        <p:spPr>
          <a:xfrm>
            <a:off x="10590875" y="6341462"/>
            <a:ext cx="1500023" cy="585000"/>
          </a:xfrm>
          <a:prstGeom prst="rect">
            <a:avLst/>
          </a:prstGeom>
          <a:noFill/>
          <a:ln>
            <a:noFill/>
          </a:ln>
        </p:spPr>
      </p:pic>
      <p:sp>
        <p:nvSpPr>
          <p:cNvPr id="1061" name="Google Shape;1061;g3d1afc4545f_0_337"/>
          <p:cNvSpPr txBox="1"/>
          <p:nvPr/>
        </p:nvSpPr>
        <p:spPr>
          <a:xfrm>
            <a:off x="-1" y="6288587"/>
            <a:ext cx="5981100" cy="6465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chemeClr val="dk1"/>
              </a:buClr>
              <a:buSzPts val="1800"/>
              <a:buFont typeface="Arial"/>
              <a:buNone/>
            </a:pPr>
            <a:r>
              <a:rPr b="0" i="0" lang="en-US" sz="1800" u="none" cap="none" strike="noStrike">
                <a:solidFill>
                  <a:schemeClr val="lt1"/>
                </a:solidFill>
                <a:latin typeface="Times New Roman"/>
                <a:ea typeface="Times New Roman"/>
                <a:cs typeface="Times New Roman"/>
                <a:sym typeface="Times New Roman"/>
              </a:rPr>
              <a:t>Machine Learning Professional</a:t>
            </a:r>
            <a:br>
              <a:rPr b="0" i="0" lang="en-US" sz="1800" u="none" cap="none" strike="noStrike">
                <a:solidFill>
                  <a:schemeClr val="lt1"/>
                </a:solidFill>
                <a:latin typeface="Times New Roman"/>
                <a:ea typeface="Times New Roman"/>
                <a:cs typeface="Times New Roman"/>
                <a:sym typeface="Times New Roman"/>
              </a:rPr>
            </a:br>
            <a:r>
              <a:rPr b="0" i="0" lang="en-US" sz="1800" u="none" cap="none" strike="noStrike">
                <a:solidFill>
                  <a:schemeClr val="lt1"/>
                </a:solidFill>
                <a:latin typeface="Times New Roman"/>
                <a:ea typeface="Times New Roman"/>
                <a:cs typeface="Times New Roman"/>
                <a:sym typeface="Times New Roman"/>
              </a:rPr>
              <a:t>Project Presentation</a:t>
            </a:r>
            <a:endParaRPr b="0" i="0" sz="1800" u="none" cap="none" strike="noStrike">
              <a:solidFill>
                <a:schemeClr val="lt1"/>
              </a:solidFill>
              <a:latin typeface="Times New Roman"/>
              <a:ea typeface="Times New Roman"/>
              <a:cs typeface="Times New Roman"/>
              <a:sym typeface="Times New Roman"/>
            </a:endParaRPr>
          </a:p>
        </p:txBody>
      </p:sp>
      <p:pic>
        <p:nvPicPr>
          <p:cNvPr id="1062" name="Google Shape;1062;g3d1afc4545f_0_337"/>
          <p:cNvPicPr preferRelativeResize="0"/>
          <p:nvPr/>
        </p:nvPicPr>
        <p:blipFill rotWithShape="1">
          <a:blip r:embed="rId6">
            <a:alphaModFix/>
          </a:blip>
          <a:srcRect b="0" l="0" r="0" t="0"/>
          <a:stretch/>
        </p:blipFill>
        <p:spPr>
          <a:xfrm>
            <a:off x="10590875" y="6330524"/>
            <a:ext cx="1500023" cy="585000"/>
          </a:xfrm>
          <a:prstGeom prst="rect">
            <a:avLst/>
          </a:prstGeom>
          <a:noFill/>
          <a:ln>
            <a:noFill/>
          </a:ln>
        </p:spPr>
      </p:pic>
      <p:sp>
        <p:nvSpPr>
          <p:cNvPr id="1063" name="Google Shape;1063;g3d1afc4545f_0_337"/>
          <p:cNvSpPr txBox="1"/>
          <p:nvPr/>
        </p:nvSpPr>
        <p:spPr>
          <a:xfrm>
            <a:off x="-1" y="6234672"/>
            <a:ext cx="5981100" cy="6465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chemeClr val="dk1"/>
              </a:buClr>
              <a:buSzPts val="1800"/>
              <a:buFont typeface="Arial"/>
              <a:buNone/>
            </a:pPr>
            <a:r>
              <a:rPr b="0" i="0" lang="en-US" sz="1800" u="none" cap="none" strike="noStrike">
                <a:solidFill>
                  <a:schemeClr val="lt1"/>
                </a:solidFill>
                <a:latin typeface="Times New Roman"/>
                <a:ea typeface="Times New Roman"/>
                <a:cs typeface="Times New Roman"/>
                <a:sym typeface="Times New Roman"/>
              </a:rPr>
              <a:t>Machine Learning Professional</a:t>
            </a:r>
            <a:br>
              <a:rPr b="0" i="0" lang="en-US" sz="1800" u="none" cap="none" strike="noStrike">
                <a:solidFill>
                  <a:schemeClr val="lt1"/>
                </a:solidFill>
                <a:latin typeface="Times New Roman"/>
                <a:ea typeface="Times New Roman"/>
                <a:cs typeface="Times New Roman"/>
                <a:sym typeface="Times New Roman"/>
              </a:rPr>
            </a:br>
            <a:r>
              <a:rPr b="0" i="0" lang="en-US" sz="1800" u="none" cap="none" strike="noStrike">
                <a:solidFill>
                  <a:schemeClr val="lt1"/>
                </a:solidFill>
                <a:latin typeface="Times New Roman"/>
                <a:ea typeface="Times New Roman"/>
                <a:cs typeface="Times New Roman"/>
                <a:sym typeface="Times New Roman"/>
              </a:rPr>
              <a:t>Project Presentation</a:t>
            </a:r>
            <a:endParaRPr b="0" i="0" sz="1800" u="none" cap="none" strike="noStrike">
              <a:solidFill>
                <a:schemeClr val="lt1"/>
              </a:solidFill>
              <a:latin typeface="Times New Roman"/>
              <a:ea typeface="Times New Roman"/>
              <a:cs typeface="Times New Roman"/>
              <a:sym typeface="Times New Roman"/>
            </a:endParaRPr>
          </a:p>
        </p:txBody>
      </p:sp>
      <p:pic>
        <p:nvPicPr>
          <p:cNvPr id="1064" name="Google Shape;1064;g3d1afc4545f_0_337"/>
          <p:cNvPicPr preferRelativeResize="0"/>
          <p:nvPr/>
        </p:nvPicPr>
        <p:blipFill rotWithShape="1">
          <a:blip r:embed="rId6">
            <a:alphaModFix/>
          </a:blip>
          <a:srcRect b="0" l="0" r="0" t="0"/>
          <a:stretch/>
        </p:blipFill>
        <p:spPr>
          <a:xfrm>
            <a:off x="10590875" y="6330524"/>
            <a:ext cx="1500023" cy="585000"/>
          </a:xfrm>
          <a:prstGeom prst="rect">
            <a:avLst/>
          </a:prstGeom>
          <a:noFill/>
          <a:ln>
            <a:noFill/>
          </a:ln>
        </p:spPr>
      </p:pic>
      <p:sp>
        <p:nvSpPr>
          <p:cNvPr id="1065" name="Google Shape;1065;g3d1afc4545f_0_337"/>
          <p:cNvSpPr txBox="1"/>
          <p:nvPr/>
        </p:nvSpPr>
        <p:spPr>
          <a:xfrm>
            <a:off x="-1" y="6234672"/>
            <a:ext cx="5981100" cy="6465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chemeClr val="dk1"/>
              </a:buClr>
              <a:buSzPts val="1800"/>
              <a:buFont typeface="Arial"/>
              <a:buNone/>
            </a:pPr>
            <a:r>
              <a:rPr b="0" i="0" lang="en-US" sz="1800" u="none" cap="none" strike="noStrike">
                <a:solidFill>
                  <a:schemeClr val="lt1"/>
                </a:solidFill>
                <a:latin typeface="Times New Roman"/>
                <a:ea typeface="Times New Roman"/>
                <a:cs typeface="Times New Roman"/>
                <a:sym typeface="Times New Roman"/>
              </a:rPr>
              <a:t>Machine Learning Professional</a:t>
            </a:r>
            <a:br>
              <a:rPr b="0" i="0" lang="en-US" sz="1800" u="none" cap="none" strike="noStrike">
                <a:solidFill>
                  <a:schemeClr val="lt1"/>
                </a:solidFill>
                <a:latin typeface="Times New Roman"/>
                <a:ea typeface="Times New Roman"/>
                <a:cs typeface="Times New Roman"/>
                <a:sym typeface="Times New Roman"/>
              </a:rPr>
            </a:br>
            <a:r>
              <a:rPr b="0" i="0" lang="en-US" sz="1800" u="none" cap="none" strike="noStrike">
                <a:solidFill>
                  <a:schemeClr val="lt1"/>
                </a:solidFill>
                <a:latin typeface="Times New Roman"/>
                <a:ea typeface="Times New Roman"/>
                <a:cs typeface="Times New Roman"/>
                <a:sym typeface="Times New Roman"/>
              </a:rPr>
              <a:t>Project Presentation</a:t>
            </a:r>
            <a:endParaRPr b="0" i="0" sz="1800" u="none" cap="none" strike="noStrike">
              <a:solidFill>
                <a:schemeClr val="lt1"/>
              </a:solidFill>
              <a:latin typeface="Times New Roman"/>
              <a:ea typeface="Times New Roman"/>
              <a:cs typeface="Times New Roman"/>
              <a:sym typeface="Times New Roman"/>
            </a:endParaRPr>
          </a:p>
        </p:txBody>
      </p:sp>
      <p:pic>
        <p:nvPicPr>
          <p:cNvPr id="1066" name="Google Shape;1066;g3d1afc4545f_0_337"/>
          <p:cNvPicPr preferRelativeResize="0"/>
          <p:nvPr/>
        </p:nvPicPr>
        <p:blipFill rotWithShape="1">
          <a:blip r:embed="rId6">
            <a:alphaModFix/>
          </a:blip>
          <a:srcRect b="0" l="0" r="0" t="0"/>
          <a:stretch/>
        </p:blipFill>
        <p:spPr>
          <a:xfrm>
            <a:off x="10590875" y="6330524"/>
            <a:ext cx="1500023" cy="585000"/>
          </a:xfrm>
          <a:prstGeom prst="rect">
            <a:avLst/>
          </a:prstGeom>
          <a:noFill/>
          <a:ln>
            <a:noFill/>
          </a:ln>
        </p:spPr>
      </p:pic>
      <p:sp>
        <p:nvSpPr>
          <p:cNvPr id="1067" name="Google Shape;1067;g3d1afc4545f_0_337"/>
          <p:cNvSpPr txBox="1"/>
          <p:nvPr/>
        </p:nvSpPr>
        <p:spPr>
          <a:xfrm>
            <a:off x="-1" y="6234672"/>
            <a:ext cx="5981100" cy="6465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chemeClr val="dk1"/>
              </a:buClr>
              <a:buSzPts val="1800"/>
              <a:buFont typeface="Arial"/>
              <a:buNone/>
            </a:pPr>
            <a:r>
              <a:rPr b="0" i="0" lang="en-US" sz="1800" u="none" cap="none" strike="noStrike">
                <a:solidFill>
                  <a:schemeClr val="lt1"/>
                </a:solidFill>
                <a:latin typeface="Times New Roman"/>
                <a:ea typeface="Times New Roman"/>
                <a:cs typeface="Times New Roman"/>
                <a:sym typeface="Times New Roman"/>
              </a:rPr>
              <a:t>Nanoelectronics - Seminar Presentation</a:t>
            </a:r>
            <a:br>
              <a:rPr b="0" i="0" lang="en-US" sz="1800" u="none" cap="none" strike="noStrike">
                <a:solidFill>
                  <a:schemeClr val="lt1"/>
                </a:solidFill>
                <a:latin typeface="Times New Roman"/>
                <a:ea typeface="Times New Roman"/>
                <a:cs typeface="Times New Roman"/>
                <a:sym typeface="Times New Roman"/>
              </a:rPr>
            </a:br>
            <a:r>
              <a:rPr b="0" i="0" lang="en-US" sz="1800" u="none" cap="none" strike="noStrike">
                <a:solidFill>
                  <a:schemeClr val="lt1"/>
                </a:solidFill>
                <a:latin typeface="Times New Roman"/>
                <a:ea typeface="Times New Roman"/>
                <a:cs typeface="Times New Roman"/>
                <a:sym typeface="Times New Roman"/>
              </a:rPr>
              <a:t>Ronit Dutta</a:t>
            </a:r>
            <a:endParaRPr b="0" i="0" sz="1800" u="none" cap="none" strike="noStrike">
              <a:solidFill>
                <a:schemeClr val="lt1"/>
              </a:solidFill>
              <a:latin typeface="Times New Roman"/>
              <a:ea typeface="Times New Roman"/>
              <a:cs typeface="Times New Roman"/>
              <a:sym typeface="Times New Roman"/>
            </a:endParaRPr>
          </a:p>
        </p:txBody>
      </p:sp>
      <p:pic>
        <p:nvPicPr>
          <p:cNvPr id="1068" name="Google Shape;1068;g3d1afc4545f_0_337"/>
          <p:cNvPicPr preferRelativeResize="0"/>
          <p:nvPr/>
        </p:nvPicPr>
        <p:blipFill rotWithShape="1">
          <a:blip r:embed="rId6">
            <a:alphaModFix/>
          </a:blip>
          <a:srcRect b="0" l="0" r="0" t="0"/>
          <a:stretch/>
        </p:blipFill>
        <p:spPr>
          <a:xfrm>
            <a:off x="10590875" y="6330524"/>
            <a:ext cx="1500023" cy="585000"/>
          </a:xfrm>
          <a:prstGeom prst="rect">
            <a:avLst/>
          </a:prstGeom>
          <a:noFill/>
          <a:ln>
            <a:noFill/>
          </a:ln>
        </p:spPr>
      </p:pic>
      <p:pic>
        <p:nvPicPr>
          <p:cNvPr id="1069" name="Google Shape;1069;g3d1afc4545f_0_337"/>
          <p:cNvPicPr preferRelativeResize="0"/>
          <p:nvPr/>
        </p:nvPicPr>
        <p:blipFill rotWithShape="1">
          <a:blip r:embed="rId10">
            <a:alphaModFix/>
          </a:blip>
          <a:srcRect b="0" l="0" r="0" t="0"/>
          <a:stretch/>
        </p:blipFill>
        <p:spPr>
          <a:xfrm>
            <a:off x="0" y="6234674"/>
            <a:ext cx="12192000" cy="1165875"/>
          </a:xfrm>
          <a:prstGeom prst="rect">
            <a:avLst/>
          </a:prstGeom>
          <a:noFill/>
          <a:ln>
            <a:noFill/>
          </a:ln>
        </p:spPr>
      </p:pic>
      <p:sp>
        <p:nvSpPr>
          <p:cNvPr id="1070" name="Google Shape;1070;g3d1afc4545f_0_337"/>
          <p:cNvSpPr txBox="1"/>
          <p:nvPr/>
        </p:nvSpPr>
        <p:spPr>
          <a:xfrm>
            <a:off x="-1" y="6310697"/>
            <a:ext cx="5981100" cy="6465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chemeClr val="dk1"/>
              </a:buClr>
              <a:buSzPts val="1800"/>
              <a:buFont typeface="Arial"/>
              <a:buNone/>
            </a:pPr>
            <a:r>
              <a:rPr lang="en-US" sz="1800">
                <a:solidFill>
                  <a:schemeClr val="lt1"/>
                </a:solidFill>
                <a:latin typeface="Times New Roman"/>
                <a:ea typeface="Times New Roman"/>
                <a:cs typeface="Times New Roman"/>
                <a:sym typeface="Times New Roman"/>
              </a:rPr>
              <a:t>Applied Mathematics for Engineering [MIDTERM PROJECT]</a:t>
            </a:r>
            <a:br>
              <a:rPr b="0" i="0" lang="en-US" sz="1800" u="none" cap="none" strike="noStrike">
                <a:solidFill>
                  <a:schemeClr val="lt1"/>
                </a:solidFill>
                <a:latin typeface="Times New Roman"/>
                <a:ea typeface="Times New Roman"/>
                <a:cs typeface="Times New Roman"/>
                <a:sym typeface="Times New Roman"/>
              </a:rPr>
            </a:br>
            <a:r>
              <a:rPr b="0" i="0" lang="en-US" sz="1800" u="none" cap="none" strike="noStrike">
                <a:solidFill>
                  <a:schemeClr val="lt1"/>
                </a:solidFill>
                <a:latin typeface="Times New Roman"/>
                <a:ea typeface="Times New Roman"/>
                <a:cs typeface="Times New Roman"/>
                <a:sym typeface="Times New Roman"/>
              </a:rPr>
              <a:t>Ronit Dutta</a:t>
            </a:r>
            <a:endParaRPr b="0" i="0" sz="1800" u="none" cap="none" strike="noStrike">
              <a:solidFill>
                <a:schemeClr val="lt1"/>
              </a:solidFill>
              <a:latin typeface="Times New Roman"/>
              <a:ea typeface="Times New Roman"/>
              <a:cs typeface="Times New Roman"/>
              <a:sym typeface="Times New Roman"/>
            </a:endParaRPr>
          </a:p>
        </p:txBody>
      </p:sp>
      <p:pic>
        <p:nvPicPr>
          <p:cNvPr id="1071" name="Google Shape;1071;g3d1afc4545f_0_337"/>
          <p:cNvPicPr preferRelativeResize="0"/>
          <p:nvPr/>
        </p:nvPicPr>
        <p:blipFill rotWithShape="1">
          <a:blip r:embed="rId6">
            <a:alphaModFix/>
          </a:blip>
          <a:srcRect b="0" l="0" r="0" t="0"/>
          <a:stretch/>
        </p:blipFill>
        <p:spPr>
          <a:xfrm>
            <a:off x="10579375" y="6341449"/>
            <a:ext cx="1500023" cy="585000"/>
          </a:xfrm>
          <a:prstGeom prst="rect">
            <a:avLst/>
          </a:prstGeom>
          <a:noFill/>
          <a:ln>
            <a:noFill/>
          </a:ln>
        </p:spPr>
      </p:pic>
      <p:pic>
        <p:nvPicPr>
          <p:cNvPr id="1072" name="Google Shape;1072;g3d1afc4545f_0_337"/>
          <p:cNvPicPr preferRelativeResize="0"/>
          <p:nvPr/>
        </p:nvPicPr>
        <p:blipFill>
          <a:blip r:embed="rId11">
            <a:alphaModFix/>
          </a:blip>
          <a:stretch>
            <a:fillRect/>
          </a:stretch>
        </p:blipFill>
        <p:spPr>
          <a:xfrm>
            <a:off x="8272750" y="690437"/>
            <a:ext cx="3909950" cy="2312025"/>
          </a:xfrm>
          <a:prstGeom prst="rect">
            <a:avLst/>
          </a:prstGeom>
          <a:noFill/>
          <a:ln cap="flat" cmpd="sng" w="19050">
            <a:solidFill>
              <a:schemeClr val="dk1"/>
            </a:solidFill>
            <a:prstDash val="solid"/>
            <a:round/>
            <a:headEnd len="sm" w="sm" type="none"/>
            <a:tailEnd len="sm" w="sm" type="none"/>
          </a:ln>
        </p:spPr>
      </p:pic>
      <p:pic>
        <p:nvPicPr>
          <p:cNvPr id="1073" name="Google Shape;1073;g3d1afc4545f_0_337"/>
          <p:cNvPicPr preferRelativeResize="0"/>
          <p:nvPr/>
        </p:nvPicPr>
        <p:blipFill rotWithShape="1">
          <a:blip r:embed="rId12">
            <a:alphaModFix/>
          </a:blip>
          <a:srcRect b="57889" l="0" r="0" t="0"/>
          <a:stretch/>
        </p:blipFill>
        <p:spPr>
          <a:xfrm>
            <a:off x="186575" y="1216450"/>
            <a:ext cx="5424349" cy="2191831"/>
          </a:xfrm>
          <a:prstGeom prst="rect">
            <a:avLst/>
          </a:prstGeom>
          <a:noFill/>
          <a:ln cap="flat" cmpd="sng" w="18225">
            <a:solidFill>
              <a:schemeClr val="dk1"/>
            </a:solidFill>
            <a:prstDash val="solid"/>
            <a:round/>
            <a:headEnd len="sm" w="sm" type="none"/>
            <a:tailEnd len="sm" w="sm" type="none"/>
          </a:ln>
        </p:spPr>
      </p:pic>
      <p:pic>
        <p:nvPicPr>
          <p:cNvPr id="1074" name="Google Shape;1074;g3d1afc4545f_0_337"/>
          <p:cNvPicPr preferRelativeResize="0"/>
          <p:nvPr/>
        </p:nvPicPr>
        <p:blipFill rotWithShape="1">
          <a:blip r:embed="rId12">
            <a:alphaModFix/>
          </a:blip>
          <a:srcRect b="0" l="0" r="0" t="45259"/>
          <a:stretch/>
        </p:blipFill>
        <p:spPr>
          <a:xfrm>
            <a:off x="186575" y="3429000"/>
            <a:ext cx="5293700" cy="2780606"/>
          </a:xfrm>
          <a:prstGeom prst="rect">
            <a:avLst/>
          </a:prstGeom>
          <a:noFill/>
          <a:ln cap="flat" cmpd="sng" w="18225">
            <a:solidFill>
              <a:schemeClr val="dk1"/>
            </a:solidFill>
            <a:prstDash val="solid"/>
            <a:round/>
            <a:headEnd len="sm" w="sm" type="none"/>
            <a:tailEnd len="sm" w="sm" type="none"/>
          </a:ln>
        </p:spPr>
      </p:pic>
      <p:pic>
        <p:nvPicPr>
          <p:cNvPr id="1075" name="Google Shape;1075;g3d1afc4545f_0_337"/>
          <p:cNvPicPr preferRelativeResize="0"/>
          <p:nvPr/>
        </p:nvPicPr>
        <p:blipFill>
          <a:blip r:embed="rId13">
            <a:alphaModFix/>
          </a:blip>
          <a:stretch>
            <a:fillRect/>
          </a:stretch>
        </p:blipFill>
        <p:spPr>
          <a:xfrm>
            <a:off x="10375800" y="-9150"/>
            <a:ext cx="1762400" cy="660900"/>
          </a:xfrm>
          <a:prstGeom prst="rect">
            <a:avLst/>
          </a:prstGeom>
          <a:noFill/>
          <a:ln cap="flat" cmpd="sng" w="19050">
            <a:solidFill>
              <a:schemeClr val="dk1"/>
            </a:solidFill>
            <a:prstDash val="solid"/>
            <a:round/>
            <a:headEnd len="sm" w="sm" type="none"/>
            <a:tailEnd len="sm" w="sm" type="none"/>
          </a:ln>
        </p:spPr>
      </p:pic>
      <p:cxnSp>
        <p:nvCxnSpPr>
          <p:cNvPr id="1076" name="Google Shape;1076;g3d1afc4545f_0_337"/>
          <p:cNvCxnSpPr>
            <a:stCxn id="982" idx="3"/>
            <a:endCxn id="1075" idx="1"/>
          </p:cNvCxnSpPr>
          <p:nvPr/>
        </p:nvCxnSpPr>
        <p:spPr>
          <a:xfrm>
            <a:off x="8216700" y="292500"/>
            <a:ext cx="2159100" cy="28800"/>
          </a:xfrm>
          <a:prstGeom prst="curvedConnector3">
            <a:avLst>
              <a:gd fmla="val 49964" name="adj1"/>
            </a:avLst>
          </a:prstGeom>
          <a:noFill/>
          <a:ln cap="flat" cmpd="sng" w="19050">
            <a:solidFill>
              <a:schemeClr val="dk2"/>
            </a:solidFill>
            <a:prstDash val="solid"/>
            <a:round/>
            <a:headEnd len="med" w="med" type="none"/>
            <a:tailEnd len="med" w="med" type="stealth"/>
          </a:ln>
        </p:spPr>
      </p:cxnSp>
      <p:pic>
        <p:nvPicPr>
          <p:cNvPr id="1077" name="Google Shape;1077;g3d1afc4545f_0_337"/>
          <p:cNvPicPr preferRelativeResize="0"/>
          <p:nvPr/>
        </p:nvPicPr>
        <p:blipFill rotWithShape="1">
          <a:blip r:embed="rId14">
            <a:alphaModFix/>
          </a:blip>
          <a:srcRect b="0" l="0" r="33819" t="0"/>
          <a:stretch/>
        </p:blipFill>
        <p:spPr>
          <a:xfrm>
            <a:off x="6648175" y="632000"/>
            <a:ext cx="1594350" cy="660900"/>
          </a:xfrm>
          <a:prstGeom prst="rect">
            <a:avLst/>
          </a:prstGeom>
          <a:noFill/>
          <a:ln cap="flat" cmpd="sng" w="19050">
            <a:solidFill>
              <a:schemeClr val="dk1"/>
            </a:solidFill>
            <a:prstDash val="solid"/>
            <a:round/>
            <a:headEnd len="sm" w="sm" type="none"/>
            <a:tailEnd len="sm" w="sm" type="none"/>
          </a:ln>
        </p:spPr>
      </p:pic>
      <p:cxnSp>
        <p:nvCxnSpPr>
          <p:cNvPr id="1078" name="Google Shape;1078;g3d1afc4545f_0_337"/>
          <p:cNvCxnSpPr/>
          <p:nvPr/>
        </p:nvCxnSpPr>
        <p:spPr>
          <a:xfrm>
            <a:off x="5841225" y="613638"/>
            <a:ext cx="11400" cy="5646300"/>
          </a:xfrm>
          <a:prstGeom prst="straightConnector1">
            <a:avLst/>
          </a:prstGeom>
          <a:noFill/>
          <a:ln cap="flat" cmpd="sng" w="19050">
            <a:solidFill>
              <a:schemeClr val="dk1"/>
            </a:solidFill>
            <a:prstDash val="solid"/>
            <a:round/>
            <a:headEnd len="med" w="med" type="none"/>
            <a:tailEnd len="med" w="med" type="none"/>
          </a:ln>
        </p:spPr>
      </p:cxnSp>
      <p:pic>
        <p:nvPicPr>
          <p:cNvPr id="1079" name="Google Shape;1079;g3d1afc4545f_0_337"/>
          <p:cNvPicPr preferRelativeResize="0"/>
          <p:nvPr/>
        </p:nvPicPr>
        <p:blipFill rotWithShape="1">
          <a:blip r:embed="rId14">
            <a:alphaModFix/>
          </a:blip>
          <a:srcRect b="0" l="73996" r="0" t="0"/>
          <a:stretch/>
        </p:blipFill>
        <p:spPr>
          <a:xfrm>
            <a:off x="7590225" y="1292900"/>
            <a:ext cx="626475" cy="660900"/>
          </a:xfrm>
          <a:prstGeom prst="rect">
            <a:avLst/>
          </a:prstGeom>
          <a:noFill/>
          <a:ln cap="flat" cmpd="sng" w="19050">
            <a:solidFill>
              <a:schemeClr val="dk1"/>
            </a:solidFill>
            <a:prstDash val="solid"/>
            <a:round/>
            <a:headEnd len="sm" w="sm" type="none"/>
            <a:tailEnd len="sm" w="sm" type="none"/>
          </a:ln>
        </p:spPr>
      </p:pic>
      <p:cxnSp>
        <p:nvCxnSpPr>
          <p:cNvPr id="1080" name="Google Shape;1080;g3d1afc4545f_0_337"/>
          <p:cNvCxnSpPr>
            <a:stCxn id="977" idx="1"/>
            <a:endCxn id="1077" idx="1"/>
          </p:cNvCxnSpPr>
          <p:nvPr/>
        </p:nvCxnSpPr>
        <p:spPr>
          <a:xfrm rot="10800000">
            <a:off x="6648300" y="962450"/>
            <a:ext cx="249900" cy="2371200"/>
          </a:xfrm>
          <a:prstGeom prst="curvedConnector3">
            <a:avLst>
              <a:gd fmla="val 195338" name="adj1"/>
            </a:avLst>
          </a:prstGeom>
          <a:noFill/>
          <a:ln cap="flat" cmpd="sng" w="19050">
            <a:solidFill>
              <a:schemeClr val="dk1"/>
            </a:solidFill>
            <a:prstDash val="solid"/>
            <a:round/>
            <a:headEnd len="med" w="med" type="none"/>
            <a:tailEnd len="med" w="med" type="stealth"/>
          </a:ln>
        </p:spPr>
      </p:cxnSp>
      <p:cxnSp>
        <p:nvCxnSpPr>
          <p:cNvPr id="1081" name="Google Shape;1081;g3d1afc4545f_0_337"/>
          <p:cNvCxnSpPr>
            <a:stCxn id="977" idx="1"/>
            <a:endCxn id="1079" idx="1"/>
          </p:cNvCxnSpPr>
          <p:nvPr/>
        </p:nvCxnSpPr>
        <p:spPr>
          <a:xfrm flipH="1" rot="10800000">
            <a:off x="6898200" y="1623350"/>
            <a:ext cx="692100" cy="1710300"/>
          </a:xfrm>
          <a:prstGeom prst="curvedConnector3">
            <a:avLst>
              <a:gd fmla="val -34406" name="adj1"/>
            </a:avLst>
          </a:prstGeom>
          <a:noFill/>
          <a:ln cap="flat" cmpd="sng" w="19050">
            <a:solidFill>
              <a:schemeClr val="dk1"/>
            </a:solidFill>
            <a:prstDash val="solid"/>
            <a:round/>
            <a:headEnd len="med" w="med" type="none"/>
            <a:tailEnd len="med" w="med" type="stealth"/>
          </a:ln>
        </p:spPr>
      </p:cxnSp>
      <p:pic>
        <p:nvPicPr>
          <p:cNvPr id="1082" name="Google Shape;1082;g3d1afc4545f_0_337"/>
          <p:cNvPicPr preferRelativeResize="0"/>
          <p:nvPr/>
        </p:nvPicPr>
        <p:blipFill rotWithShape="1">
          <a:blip r:embed="rId15">
            <a:alphaModFix/>
          </a:blip>
          <a:srcRect b="70868" l="0" r="15455" t="0"/>
          <a:stretch/>
        </p:blipFill>
        <p:spPr>
          <a:xfrm>
            <a:off x="7636475" y="4226836"/>
            <a:ext cx="3400350" cy="660900"/>
          </a:xfrm>
          <a:prstGeom prst="rect">
            <a:avLst/>
          </a:prstGeom>
          <a:noFill/>
          <a:ln cap="flat" cmpd="sng" w="19050">
            <a:solidFill>
              <a:schemeClr val="dk1"/>
            </a:solidFill>
            <a:prstDash val="solid"/>
            <a:round/>
            <a:headEnd len="sm" w="sm" type="none"/>
            <a:tailEnd len="sm" w="sm" type="none"/>
          </a:ln>
        </p:spPr>
      </p:pic>
      <p:pic>
        <p:nvPicPr>
          <p:cNvPr id="1083" name="Google Shape;1083;g3d1afc4545f_0_337"/>
          <p:cNvPicPr preferRelativeResize="0"/>
          <p:nvPr/>
        </p:nvPicPr>
        <p:blipFill rotWithShape="1">
          <a:blip r:embed="rId15">
            <a:alphaModFix/>
          </a:blip>
          <a:srcRect b="34911" l="0" r="0" t="39303"/>
          <a:stretch/>
        </p:blipFill>
        <p:spPr>
          <a:xfrm>
            <a:off x="7534075" y="4913613"/>
            <a:ext cx="4022050" cy="585000"/>
          </a:xfrm>
          <a:prstGeom prst="rect">
            <a:avLst/>
          </a:prstGeom>
          <a:noFill/>
          <a:ln cap="flat" cmpd="sng" w="19050">
            <a:solidFill>
              <a:schemeClr val="dk1"/>
            </a:solidFill>
            <a:prstDash val="solid"/>
            <a:round/>
            <a:headEnd len="sm" w="sm" type="none"/>
            <a:tailEnd len="sm" w="sm" type="none"/>
          </a:ln>
        </p:spPr>
      </p:pic>
      <p:pic>
        <p:nvPicPr>
          <p:cNvPr id="1084" name="Google Shape;1084;g3d1afc4545f_0_337"/>
          <p:cNvPicPr preferRelativeResize="0"/>
          <p:nvPr/>
        </p:nvPicPr>
        <p:blipFill rotWithShape="1">
          <a:blip r:embed="rId15">
            <a:alphaModFix/>
          </a:blip>
          <a:srcRect b="0" l="0" r="0" t="70868"/>
          <a:stretch/>
        </p:blipFill>
        <p:spPr>
          <a:xfrm>
            <a:off x="7534075" y="5524500"/>
            <a:ext cx="4022050" cy="660900"/>
          </a:xfrm>
          <a:prstGeom prst="rect">
            <a:avLst/>
          </a:prstGeom>
          <a:noFill/>
          <a:ln cap="flat" cmpd="sng" w="19050">
            <a:solidFill>
              <a:schemeClr val="dk1"/>
            </a:solidFill>
            <a:prstDash val="solid"/>
            <a:round/>
            <a:headEnd len="sm" w="sm" type="none"/>
            <a:tailEnd len="sm" w="sm" type="none"/>
          </a:ln>
        </p:spPr>
      </p:pic>
    </p:spTree>
  </p:cSld>
  <p:clrMapOvr>
    <a:masterClrMapping/>
  </p:clrMapOvr>
</p:sld>
</file>

<file path=ppt/slides/slide1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88" name="Shape 1088"/>
        <p:cNvGrpSpPr/>
        <p:nvPr/>
      </p:nvGrpSpPr>
      <p:grpSpPr>
        <a:xfrm>
          <a:off x="0" y="0"/>
          <a:ext cx="0" cy="0"/>
          <a:chOff x="0" y="0"/>
          <a:chExt cx="0" cy="0"/>
        </a:xfrm>
      </p:grpSpPr>
      <p:pic>
        <p:nvPicPr>
          <p:cNvPr id="1089" name="Google Shape;1089;g3d1afc4545f_0_135"/>
          <p:cNvPicPr preferRelativeResize="0"/>
          <p:nvPr/>
        </p:nvPicPr>
        <p:blipFill rotWithShape="1">
          <a:blip r:embed="rId3">
            <a:alphaModFix/>
          </a:blip>
          <a:srcRect b="0" l="0" r="0" t="0"/>
          <a:stretch/>
        </p:blipFill>
        <p:spPr>
          <a:xfrm>
            <a:off x="-4" y="6211289"/>
            <a:ext cx="12192003" cy="1285104"/>
          </a:xfrm>
          <a:prstGeom prst="rect">
            <a:avLst/>
          </a:prstGeom>
          <a:noFill/>
          <a:ln>
            <a:noFill/>
          </a:ln>
        </p:spPr>
      </p:pic>
      <p:pic>
        <p:nvPicPr>
          <p:cNvPr id="1090" name="Google Shape;1090;g3d1afc4545f_0_135"/>
          <p:cNvPicPr preferRelativeResize="0"/>
          <p:nvPr/>
        </p:nvPicPr>
        <p:blipFill rotWithShape="1">
          <a:blip r:embed="rId4">
            <a:alphaModFix/>
          </a:blip>
          <a:srcRect b="0" l="0" r="0" t="0"/>
          <a:stretch/>
        </p:blipFill>
        <p:spPr>
          <a:xfrm>
            <a:off x="10590934" y="6330522"/>
            <a:ext cx="1499906" cy="585000"/>
          </a:xfrm>
          <a:prstGeom prst="rect">
            <a:avLst/>
          </a:prstGeom>
          <a:noFill/>
          <a:ln>
            <a:noFill/>
          </a:ln>
        </p:spPr>
      </p:pic>
      <p:sp>
        <p:nvSpPr>
          <p:cNvPr id="1091" name="Google Shape;1091;g3d1afc4545f_0_135"/>
          <p:cNvSpPr txBox="1"/>
          <p:nvPr/>
        </p:nvSpPr>
        <p:spPr>
          <a:xfrm>
            <a:off x="-1" y="6288587"/>
            <a:ext cx="5981100" cy="3693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chemeClr val="dk1"/>
              </a:buClr>
              <a:buSzPts val="1800"/>
              <a:buFont typeface="Arial"/>
              <a:buNone/>
            </a:pPr>
            <a:r>
              <a:rPr b="0" i="0" lang="en-US" sz="1800" u="none" cap="none" strike="noStrike">
                <a:solidFill>
                  <a:schemeClr val="lt1"/>
                </a:solidFill>
                <a:latin typeface="Times New Roman"/>
                <a:ea typeface="Times New Roman"/>
                <a:cs typeface="Times New Roman"/>
                <a:sym typeface="Times New Roman"/>
              </a:rPr>
              <a:t>Term Paper Presentation | Ronit Dutta</a:t>
            </a:r>
            <a:endParaRPr b="0" i="0" sz="1800" u="none" cap="none" strike="noStrike">
              <a:solidFill>
                <a:schemeClr val="lt1"/>
              </a:solidFill>
              <a:latin typeface="Times New Roman"/>
              <a:ea typeface="Times New Roman"/>
              <a:cs typeface="Times New Roman"/>
              <a:sym typeface="Times New Roman"/>
            </a:endParaRPr>
          </a:p>
        </p:txBody>
      </p:sp>
      <p:sp>
        <p:nvSpPr>
          <p:cNvPr id="1092" name="Google Shape;1092;g3d1afc4545f_0_135"/>
          <p:cNvSpPr txBox="1"/>
          <p:nvPr/>
        </p:nvSpPr>
        <p:spPr>
          <a:xfrm>
            <a:off x="0" y="0"/>
            <a:ext cx="12192000" cy="5850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3200"/>
              <a:buFont typeface="Arial"/>
              <a:buNone/>
            </a:pPr>
            <a:r>
              <a:rPr lang="en-US" sz="3200">
                <a:solidFill>
                  <a:schemeClr val="dk1"/>
                </a:solidFill>
                <a:latin typeface="Times New Roman"/>
                <a:ea typeface="Times New Roman"/>
                <a:cs typeface="Times New Roman"/>
                <a:sym typeface="Times New Roman"/>
              </a:rPr>
              <a:t>Common 1D scattering :- “Pothole” potential</a:t>
            </a:r>
            <a:endParaRPr b="0" i="0" sz="3200" u="none" cap="none" strike="noStrike">
              <a:solidFill>
                <a:schemeClr val="dk1"/>
              </a:solidFill>
              <a:latin typeface="Times New Roman"/>
              <a:ea typeface="Times New Roman"/>
              <a:cs typeface="Times New Roman"/>
              <a:sym typeface="Times New Roman"/>
            </a:endParaRPr>
          </a:p>
        </p:txBody>
      </p:sp>
      <p:cxnSp>
        <p:nvCxnSpPr>
          <p:cNvPr id="1093" name="Google Shape;1093;g3d1afc4545f_0_135"/>
          <p:cNvCxnSpPr/>
          <p:nvPr/>
        </p:nvCxnSpPr>
        <p:spPr>
          <a:xfrm flipH="1" rot="10800000">
            <a:off x="6" y="654189"/>
            <a:ext cx="6318000" cy="30600"/>
          </a:xfrm>
          <a:prstGeom prst="straightConnector1">
            <a:avLst/>
          </a:prstGeom>
          <a:noFill/>
          <a:ln cap="flat" cmpd="sng" w="9525">
            <a:solidFill>
              <a:srgbClr val="0E4D3B"/>
            </a:solidFill>
            <a:prstDash val="solid"/>
            <a:miter lim="800000"/>
            <a:headEnd len="sm" w="sm" type="none"/>
            <a:tailEnd len="sm" w="sm" type="none"/>
          </a:ln>
        </p:spPr>
      </p:cxnSp>
      <p:pic>
        <p:nvPicPr>
          <p:cNvPr id="1094" name="Google Shape;1094;g3d1afc4545f_0_135"/>
          <p:cNvPicPr preferRelativeResize="0"/>
          <p:nvPr/>
        </p:nvPicPr>
        <p:blipFill rotWithShape="1">
          <a:blip r:embed="rId5">
            <a:alphaModFix/>
          </a:blip>
          <a:srcRect b="0" l="0" r="0" t="0"/>
          <a:stretch/>
        </p:blipFill>
        <p:spPr>
          <a:xfrm>
            <a:off x="-4" y="6211289"/>
            <a:ext cx="12192003" cy="1285104"/>
          </a:xfrm>
          <a:prstGeom prst="rect">
            <a:avLst/>
          </a:prstGeom>
          <a:noFill/>
          <a:ln>
            <a:noFill/>
          </a:ln>
        </p:spPr>
      </p:pic>
      <p:pic>
        <p:nvPicPr>
          <p:cNvPr id="1095" name="Google Shape;1095;g3d1afc4545f_0_135"/>
          <p:cNvPicPr preferRelativeResize="0"/>
          <p:nvPr/>
        </p:nvPicPr>
        <p:blipFill rotWithShape="1">
          <a:blip r:embed="rId4">
            <a:alphaModFix/>
          </a:blip>
          <a:srcRect b="0" l="0" r="0" t="0"/>
          <a:stretch/>
        </p:blipFill>
        <p:spPr>
          <a:xfrm>
            <a:off x="10590934" y="6330522"/>
            <a:ext cx="1499906" cy="585000"/>
          </a:xfrm>
          <a:prstGeom prst="rect">
            <a:avLst/>
          </a:prstGeom>
          <a:noFill/>
          <a:ln>
            <a:noFill/>
          </a:ln>
        </p:spPr>
      </p:pic>
      <p:sp>
        <p:nvSpPr>
          <p:cNvPr id="1096" name="Google Shape;1096;g3d1afc4545f_0_135"/>
          <p:cNvSpPr txBox="1"/>
          <p:nvPr/>
        </p:nvSpPr>
        <p:spPr>
          <a:xfrm>
            <a:off x="-1" y="6288587"/>
            <a:ext cx="5981100" cy="3693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chemeClr val="dk1"/>
              </a:buClr>
              <a:buSzPts val="1800"/>
              <a:buFont typeface="Arial"/>
              <a:buNone/>
            </a:pPr>
            <a:r>
              <a:rPr b="0" i="0" lang="en-US" sz="1800" u="none" cap="none" strike="noStrike">
                <a:solidFill>
                  <a:schemeClr val="lt1"/>
                </a:solidFill>
                <a:latin typeface="Times New Roman"/>
                <a:ea typeface="Times New Roman"/>
                <a:cs typeface="Times New Roman"/>
                <a:sym typeface="Times New Roman"/>
              </a:rPr>
              <a:t>Term Paper Presentation | Ronit Dutta</a:t>
            </a:r>
            <a:endParaRPr b="0" i="0" sz="1800" u="none" cap="none" strike="noStrike">
              <a:solidFill>
                <a:schemeClr val="lt1"/>
              </a:solidFill>
              <a:latin typeface="Times New Roman"/>
              <a:ea typeface="Times New Roman"/>
              <a:cs typeface="Times New Roman"/>
              <a:sym typeface="Times New Roman"/>
            </a:endParaRPr>
          </a:p>
        </p:txBody>
      </p:sp>
      <p:pic>
        <p:nvPicPr>
          <p:cNvPr id="1097" name="Google Shape;1097;g3d1afc4545f_0_135"/>
          <p:cNvPicPr preferRelativeResize="0"/>
          <p:nvPr/>
        </p:nvPicPr>
        <p:blipFill rotWithShape="1">
          <a:blip r:embed="rId5">
            <a:alphaModFix/>
          </a:blip>
          <a:srcRect b="0" l="0" r="0" t="0"/>
          <a:stretch/>
        </p:blipFill>
        <p:spPr>
          <a:xfrm>
            <a:off x="-4" y="6211289"/>
            <a:ext cx="12192003" cy="1285104"/>
          </a:xfrm>
          <a:prstGeom prst="rect">
            <a:avLst/>
          </a:prstGeom>
          <a:noFill/>
          <a:ln>
            <a:noFill/>
          </a:ln>
        </p:spPr>
      </p:pic>
      <p:pic>
        <p:nvPicPr>
          <p:cNvPr id="1098" name="Google Shape;1098;g3d1afc4545f_0_135"/>
          <p:cNvPicPr preferRelativeResize="0"/>
          <p:nvPr/>
        </p:nvPicPr>
        <p:blipFill rotWithShape="1">
          <a:blip r:embed="rId4">
            <a:alphaModFix/>
          </a:blip>
          <a:srcRect b="0" l="0" r="0" t="0"/>
          <a:stretch/>
        </p:blipFill>
        <p:spPr>
          <a:xfrm>
            <a:off x="10590934" y="6330522"/>
            <a:ext cx="1499906" cy="585000"/>
          </a:xfrm>
          <a:prstGeom prst="rect">
            <a:avLst/>
          </a:prstGeom>
          <a:noFill/>
          <a:ln>
            <a:noFill/>
          </a:ln>
        </p:spPr>
      </p:pic>
      <p:sp>
        <p:nvSpPr>
          <p:cNvPr id="1099" name="Google Shape;1099;g3d1afc4545f_0_135"/>
          <p:cNvSpPr txBox="1"/>
          <p:nvPr/>
        </p:nvSpPr>
        <p:spPr>
          <a:xfrm>
            <a:off x="-1" y="6288587"/>
            <a:ext cx="5981100" cy="6465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chemeClr val="dk1"/>
              </a:buClr>
              <a:buSzPts val="1800"/>
              <a:buFont typeface="Arial"/>
              <a:buNone/>
            </a:pPr>
            <a:r>
              <a:rPr b="0" i="0" lang="en-US" sz="1800" u="none" cap="none" strike="noStrike">
                <a:solidFill>
                  <a:schemeClr val="lt1"/>
                </a:solidFill>
                <a:latin typeface="Times New Roman"/>
                <a:ea typeface="Times New Roman"/>
                <a:cs typeface="Times New Roman"/>
                <a:sym typeface="Times New Roman"/>
              </a:rPr>
              <a:t>Machine Learning Professional</a:t>
            </a:r>
            <a:br>
              <a:rPr b="0" i="0" lang="en-US" sz="1800" u="none" cap="none" strike="noStrike">
                <a:solidFill>
                  <a:schemeClr val="lt1"/>
                </a:solidFill>
                <a:latin typeface="Times New Roman"/>
                <a:ea typeface="Times New Roman"/>
                <a:cs typeface="Times New Roman"/>
                <a:sym typeface="Times New Roman"/>
              </a:rPr>
            </a:br>
            <a:r>
              <a:rPr b="0" i="0" lang="en-US" sz="1800" u="none" cap="none" strike="noStrike">
                <a:solidFill>
                  <a:schemeClr val="lt1"/>
                </a:solidFill>
                <a:latin typeface="Times New Roman"/>
                <a:ea typeface="Times New Roman"/>
                <a:cs typeface="Times New Roman"/>
                <a:sym typeface="Times New Roman"/>
              </a:rPr>
              <a:t>Project Presentation</a:t>
            </a:r>
            <a:endParaRPr b="0" i="0" sz="1800" u="none" cap="none" strike="noStrike">
              <a:solidFill>
                <a:schemeClr val="lt1"/>
              </a:solidFill>
              <a:latin typeface="Times New Roman"/>
              <a:ea typeface="Times New Roman"/>
              <a:cs typeface="Times New Roman"/>
              <a:sym typeface="Times New Roman"/>
            </a:endParaRPr>
          </a:p>
        </p:txBody>
      </p:sp>
      <p:pic>
        <p:nvPicPr>
          <p:cNvPr id="1100" name="Google Shape;1100;g3d1afc4545f_0_135"/>
          <p:cNvPicPr preferRelativeResize="0"/>
          <p:nvPr/>
        </p:nvPicPr>
        <p:blipFill rotWithShape="1">
          <a:blip r:embed="rId6">
            <a:alphaModFix/>
          </a:blip>
          <a:srcRect b="0" l="0" r="0" t="0"/>
          <a:stretch/>
        </p:blipFill>
        <p:spPr>
          <a:xfrm>
            <a:off x="10590875" y="6330524"/>
            <a:ext cx="1500023" cy="585000"/>
          </a:xfrm>
          <a:prstGeom prst="rect">
            <a:avLst/>
          </a:prstGeom>
          <a:noFill/>
          <a:ln>
            <a:noFill/>
          </a:ln>
        </p:spPr>
      </p:pic>
      <p:pic>
        <p:nvPicPr>
          <p:cNvPr id="1101" name="Google Shape;1101;g3d1afc4545f_0_135"/>
          <p:cNvPicPr preferRelativeResize="0"/>
          <p:nvPr/>
        </p:nvPicPr>
        <p:blipFill rotWithShape="1">
          <a:blip r:embed="rId7">
            <a:alphaModFix/>
          </a:blip>
          <a:srcRect b="0" l="0" r="0" t="0"/>
          <a:stretch/>
        </p:blipFill>
        <p:spPr>
          <a:xfrm>
            <a:off x="-4" y="6211289"/>
            <a:ext cx="12192003" cy="1285104"/>
          </a:xfrm>
          <a:prstGeom prst="rect">
            <a:avLst/>
          </a:prstGeom>
          <a:noFill/>
          <a:ln>
            <a:noFill/>
          </a:ln>
        </p:spPr>
      </p:pic>
      <p:sp>
        <p:nvSpPr>
          <p:cNvPr id="1102" name="Google Shape;1102;g3d1afc4545f_0_135"/>
          <p:cNvSpPr txBox="1"/>
          <p:nvPr/>
        </p:nvSpPr>
        <p:spPr>
          <a:xfrm>
            <a:off x="-1" y="6288587"/>
            <a:ext cx="5981100" cy="6465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chemeClr val="dk1"/>
              </a:buClr>
              <a:buSzPts val="1800"/>
              <a:buFont typeface="Arial"/>
              <a:buNone/>
            </a:pPr>
            <a:r>
              <a:rPr b="0" i="0" lang="en-US" sz="1800" u="none" cap="none" strike="noStrike">
                <a:solidFill>
                  <a:schemeClr val="lt1"/>
                </a:solidFill>
                <a:latin typeface="Times New Roman"/>
                <a:ea typeface="Times New Roman"/>
                <a:cs typeface="Times New Roman"/>
                <a:sym typeface="Times New Roman"/>
              </a:rPr>
              <a:t>Machine Learning Professional</a:t>
            </a:r>
            <a:br>
              <a:rPr b="0" i="0" lang="en-US" sz="1800" u="none" cap="none" strike="noStrike">
                <a:solidFill>
                  <a:schemeClr val="lt1"/>
                </a:solidFill>
                <a:latin typeface="Times New Roman"/>
                <a:ea typeface="Times New Roman"/>
                <a:cs typeface="Times New Roman"/>
                <a:sym typeface="Times New Roman"/>
              </a:rPr>
            </a:br>
            <a:r>
              <a:rPr b="0" i="0" lang="en-US" sz="1800" u="none" cap="none" strike="noStrike">
                <a:solidFill>
                  <a:schemeClr val="lt1"/>
                </a:solidFill>
                <a:latin typeface="Times New Roman"/>
                <a:ea typeface="Times New Roman"/>
                <a:cs typeface="Times New Roman"/>
                <a:sym typeface="Times New Roman"/>
              </a:rPr>
              <a:t>Project Presentation</a:t>
            </a:r>
            <a:endParaRPr b="0" i="0" sz="1800" u="none" cap="none" strike="noStrike">
              <a:solidFill>
                <a:schemeClr val="lt1"/>
              </a:solidFill>
              <a:latin typeface="Times New Roman"/>
              <a:ea typeface="Times New Roman"/>
              <a:cs typeface="Times New Roman"/>
              <a:sym typeface="Times New Roman"/>
            </a:endParaRPr>
          </a:p>
        </p:txBody>
      </p:sp>
      <p:pic>
        <p:nvPicPr>
          <p:cNvPr id="1103" name="Google Shape;1103;g3d1afc4545f_0_135"/>
          <p:cNvPicPr preferRelativeResize="0"/>
          <p:nvPr/>
        </p:nvPicPr>
        <p:blipFill rotWithShape="1">
          <a:blip r:embed="rId6">
            <a:alphaModFix/>
          </a:blip>
          <a:srcRect b="0" l="0" r="0" t="0"/>
          <a:stretch/>
        </p:blipFill>
        <p:spPr>
          <a:xfrm>
            <a:off x="10590875" y="6330524"/>
            <a:ext cx="1500023" cy="585000"/>
          </a:xfrm>
          <a:prstGeom prst="rect">
            <a:avLst/>
          </a:prstGeom>
          <a:noFill/>
          <a:ln>
            <a:noFill/>
          </a:ln>
        </p:spPr>
      </p:pic>
      <p:pic>
        <p:nvPicPr>
          <p:cNvPr id="1104" name="Google Shape;1104;g3d1afc4545f_0_135"/>
          <p:cNvPicPr preferRelativeResize="0"/>
          <p:nvPr/>
        </p:nvPicPr>
        <p:blipFill rotWithShape="1">
          <a:blip r:embed="rId7">
            <a:alphaModFix/>
          </a:blip>
          <a:srcRect b="0" l="0" r="0" t="0"/>
          <a:stretch/>
        </p:blipFill>
        <p:spPr>
          <a:xfrm>
            <a:off x="-4" y="6211289"/>
            <a:ext cx="12192003" cy="1285104"/>
          </a:xfrm>
          <a:prstGeom prst="rect">
            <a:avLst/>
          </a:prstGeom>
          <a:noFill/>
          <a:ln>
            <a:noFill/>
          </a:ln>
        </p:spPr>
      </p:pic>
      <p:sp>
        <p:nvSpPr>
          <p:cNvPr id="1105" name="Google Shape;1105;g3d1afc4545f_0_135"/>
          <p:cNvSpPr txBox="1"/>
          <p:nvPr/>
        </p:nvSpPr>
        <p:spPr>
          <a:xfrm>
            <a:off x="-1" y="6234672"/>
            <a:ext cx="5981100" cy="6465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chemeClr val="dk1"/>
              </a:buClr>
              <a:buSzPts val="1800"/>
              <a:buFont typeface="Arial"/>
              <a:buNone/>
            </a:pPr>
            <a:r>
              <a:rPr b="0" i="0" lang="en-US" sz="1800" u="none" cap="none" strike="noStrike">
                <a:solidFill>
                  <a:schemeClr val="lt1"/>
                </a:solidFill>
                <a:latin typeface="Times New Roman"/>
                <a:ea typeface="Times New Roman"/>
                <a:cs typeface="Times New Roman"/>
                <a:sym typeface="Times New Roman"/>
              </a:rPr>
              <a:t>Machine Learning Professional</a:t>
            </a:r>
            <a:br>
              <a:rPr b="0" i="0" lang="en-US" sz="1800" u="none" cap="none" strike="noStrike">
                <a:solidFill>
                  <a:schemeClr val="lt1"/>
                </a:solidFill>
                <a:latin typeface="Times New Roman"/>
                <a:ea typeface="Times New Roman"/>
                <a:cs typeface="Times New Roman"/>
                <a:sym typeface="Times New Roman"/>
              </a:rPr>
            </a:br>
            <a:r>
              <a:rPr b="0" i="0" lang="en-US" sz="1800" u="none" cap="none" strike="noStrike">
                <a:solidFill>
                  <a:schemeClr val="lt1"/>
                </a:solidFill>
                <a:latin typeface="Times New Roman"/>
                <a:ea typeface="Times New Roman"/>
                <a:cs typeface="Times New Roman"/>
                <a:sym typeface="Times New Roman"/>
              </a:rPr>
              <a:t>Project Presentation</a:t>
            </a:r>
            <a:endParaRPr b="0" i="0" sz="1800" u="none" cap="none" strike="noStrike">
              <a:solidFill>
                <a:schemeClr val="lt1"/>
              </a:solidFill>
              <a:latin typeface="Times New Roman"/>
              <a:ea typeface="Times New Roman"/>
              <a:cs typeface="Times New Roman"/>
              <a:sym typeface="Times New Roman"/>
            </a:endParaRPr>
          </a:p>
        </p:txBody>
      </p:sp>
      <p:pic>
        <p:nvPicPr>
          <p:cNvPr id="1106" name="Google Shape;1106;g3d1afc4545f_0_135"/>
          <p:cNvPicPr preferRelativeResize="0"/>
          <p:nvPr/>
        </p:nvPicPr>
        <p:blipFill rotWithShape="1">
          <a:blip r:embed="rId6">
            <a:alphaModFix/>
          </a:blip>
          <a:srcRect b="0" l="0" r="0" t="0"/>
          <a:stretch/>
        </p:blipFill>
        <p:spPr>
          <a:xfrm>
            <a:off x="10590875" y="6330524"/>
            <a:ext cx="1500023" cy="585000"/>
          </a:xfrm>
          <a:prstGeom prst="rect">
            <a:avLst/>
          </a:prstGeom>
          <a:noFill/>
          <a:ln>
            <a:noFill/>
          </a:ln>
        </p:spPr>
      </p:pic>
      <p:pic>
        <p:nvPicPr>
          <p:cNvPr id="1107" name="Google Shape;1107;g3d1afc4545f_0_135"/>
          <p:cNvPicPr preferRelativeResize="0"/>
          <p:nvPr/>
        </p:nvPicPr>
        <p:blipFill rotWithShape="1">
          <a:blip r:embed="rId8">
            <a:alphaModFix/>
          </a:blip>
          <a:srcRect b="0" l="0" r="0" t="0"/>
          <a:stretch/>
        </p:blipFill>
        <p:spPr>
          <a:xfrm>
            <a:off x="-4" y="6211289"/>
            <a:ext cx="12192003" cy="1285104"/>
          </a:xfrm>
          <a:prstGeom prst="rect">
            <a:avLst/>
          </a:prstGeom>
          <a:noFill/>
          <a:ln>
            <a:noFill/>
          </a:ln>
        </p:spPr>
      </p:pic>
      <p:sp>
        <p:nvSpPr>
          <p:cNvPr id="1108" name="Google Shape;1108;g3d1afc4545f_0_135"/>
          <p:cNvSpPr txBox="1"/>
          <p:nvPr/>
        </p:nvSpPr>
        <p:spPr>
          <a:xfrm>
            <a:off x="-1" y="6234672"/>
            <a:ext cx="5981100" cy="6465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chemeClr val="dk1"/>
              </a:buClr>
              <a:buSzPts val="1800"/>
              <a:buFont typeface="Arial"/>
              <a:buNone/>
            </a:pPr>
            <a:r>
              <a:rPr b="0" i="0" lang="en-US" sz="1800" u="none" cap="none" strike="noStrike">
                <a:solidFill>
                  <a:schemeClr val="lt1"/>
                </a:solidFill>
                <a:latin typeface="Times New Roman"/>
                <a:ea typeface="Times New Roman"/>
                <a:cs typeface="Times New Roman"/>
                <a:sym typeface="Times New Roman"/>
              </a:rPr>
              <a:t>Nanoelectronics - Seminar Presentation</a:t>
            </a:r>
            <a:br>
              <a:rPr b="0" i="0" lang="en-US" sz="1800" u="none" cap="none" strike="noStrike">
                <a:solidFill>
                  <a:schemeClr val="lt1"/>
                </a:solidFill>
                <a:latin typeface="Times New Roman"/>
                <a:ea typeface="Times New Roman"/>
                <a:cs typeface="Times New Roman"/>
                <a:sym typeface="Times New Roman"/>
              </a:rPr>
            </a:br>
            <a:r>
              <a:rPr b="0" i="0" lang="en-US" sz="1800" u="none" cap="none" strike="noStrike">
                <a:solidFill>
                  <a:schemeClr val="lt1"/>
                </a:solidFill>
                <a:latin typeface="Times New Roman"/>
                <a:ea typeface="Times New Roman"/>
                <a:cs typeface="Times New Roman"/>
                <a:sym typeface="Times New Roman"/>
              </a:rPr>
              <a:t>Ronit Dutta</a:t>
            </a:r>
            <a:endParaRPr b="0" i="0" sz="1800" u="none" cap="none" strike="noStrike">
              <a:solidFill>
                <a:schemeClr val="lt1"/>
              </a:solidFill>
              <a:latin typeface="Times New Roman"/>
              <a:ea typeface="Times New Roman"/>
              <a:cs typeface="Times New Roman"/>
              <a:sym typeface="Times New Roman"/>
            </a:endParaRPr>
          </a:p>
        </p:txBody>
      </p:sp>
      <p:pic>
        <p:nvPicPr>
          <p:cNvPr id="1109" name="Google Shape;1109;g3d1afc4545f_0_135"/>
          <p:cNvPicPr preferRelativeResize="0"/>
          <p:nvPr/>
        </p:nvPicPr>
        <p:blipFill rotWithShape="1">
          <a:blip r:embed="rId6">
            <a:alphaModFix/>
          </a:blip>
          <a:srcRect b="0" l="0" r="0" t="0"/>
          <a:stretch/>
        </p:blipFill>
        <p:spPr>
          <a:xfrm>
            <a:off x="10590875" y="6330524"/>
            <a:ext cx="1500023" cy="585000"/>
          </a:xfrm>
          <a:prstGeom prst="rect">
            <a:avLst/>
          </a:prstGeom>
          <a:noFill/>
          <a:ln>
            <a:noFill/>
          </a:ln>
        </p:spPr>
      </p:pic>
      <p:pic>
        <p:nvPicPr>
          <p:cNvPr id="1110" name="Google Shape;1110;g3d1afc4545f_0_135"/>
          <p:cNvPicPr preferRelativeResize="0"/>
          <p:nvPr/>
        </p:nvPicPr>
        <p:blipFill rotWithShape="1">
          <a:blip r:embed="rId9">
            <a:alphaModFix/>
          </a:blip>
          <a:srcRect b="0" l="0" r="0" t="0"/>
          <a:stretch/>
        </p:blipFill>
        <p:spPr>
          <a:xfrm>
            <a:off x="0" y="6330524"/>
            <a:ext cx="12192000" cy="1165875"/>
          </a:xfrm>
          <a:prstGeom prst="rect">
            <a:avLst/>
          </a:prstGeom>
          <a:noFill/>
          <a:ln>
            <a:noFill/>
          </a:ln>
        </p:spPr>
      </p:pic>
      <p:sp>
        <p:nvSpPr>
          <p:cNvPr id="1111" name="Google Shape;1111;g3d1afc4545f_0_135"/>
          <p:cNvSpPr txBox="1"/>
          <p:nvPr/>
        </p:nvSpPr>
        <p:spPr>
          <a:xfrm>
            <a:off x="-1" y="6445547"/>
            <a:ext cx="5981100" cy="6465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chemeClr val="dk1"/>
              </a:buClr>
              <a:buSzPts val="1800"/>
              <a:buFont typeface="Arial"/>
              <a:buNone/>
            </a:pPr>
            <a:r>
              <a:rPr lang="en-US" sz="1800">
                <a:solidFill>
                  <a:schemeClr val="lt1"/>
                </a:solidFill>
                <a:latin typeface="Times New Roman"/>
                <a:ea typeface="Times New Roman"/>
                <a:cs typeface="Times New Roman"/>
                <a:sym typeface="Times New Roman"/>
              </a:rPr>
              <a:t>Applied Mathematics for Engineering [MIDTERM PROJECT]</a:t>
            </a:r>
            <a:br>
              <a:rPr b="0" i="0" lang="en-US" sz="1800" u="none" cap="none" strike="noStrike">
                <a:solidFill>
                  <a:schemeClr val="lt1"/>
                </a:solidFill>
                <a:latin typeface="Times New Roman"/>
                <a:ea typeface="Times New Roman"/>
                <a:cs typeface="Times New Roman"/>
                <a:sym typeface="Times New Roman"/>
              </a:rPr>
            </a:br>
            <a:r>
              <a:rPr b="0" i="0" lang="en-US" sz="1800" u="none" cap="none" strike="noStrike">
                <a:solidFill>
                  <a:schemeClr val="lt1"/>
                </a:solidFill>
                <a:latin typeface="Times New Roman"/>
                <a:ea typeface="Times New Roman"/>
                <a:cs typeface="Times New Roman"/>
                <a:sym typeface="Times New Roman"/>
              </a:rPr>
              <a:t>Ronit Dutta</a:t>
            </a:r>
            <a:endParaRPr b="0" i="0" sz="1800" u="none" cap="none" strike="noStrike">
              <a:solidFill>
                <a:schemeClr val="lt1"/>
              </a:solidFill>
              <a:latin typeface="Times New Roman"/>
              <a:ea typeface="Times New Roman"/>
              <a:cs typeface="Times New Roman"/>
              <a:sym typeface="Times New Roman"/>
            </a:endParaRPr>
          </a:p>
        </p:txBody>
      </p:sp>
      <p:pic>
        <p:nvPicPr>
          <p:cNvPr id="1112" name="Google Shape;1112;g3d1afc4545f_0_135"/>
          <p:cNvPicPr preferRelativeResize="0"/>
          <p:nvPr/>
        </p:nvPicPr>
        <p:blipFill rotWithShape="1">
          <a:blip r:embed="rId6">
            <a:alphaModFix/>
          </a:blip>
          <a:srcRect b="0" l="0" r="0" t="0"/>
          <a:stretch/>
        </p:blipFill>
        <p:spPr>
          <a:xfrm>
            <a:off x="10579375" y="6476299"/>
            <a:ext cx="1500023" cy="585000"/>
          </a:xfrm>
          <a:prstGeom prst="rect">
            <a:avLst/>
          </a:prstGeom>
          <a:noFill/>
          <a:ln>
            <a:noFill/>
          </a:ln>
        </p:spPr>
      </p:pic>
      <p:pic>
        <p:nvPicPr>
          <p:cNvPr id="1113" name="Google Shape;1113;g3d1afc4545f_0_135"/>
          <p:cNvPicPr preferRelativeResize="0"/>
          <p:nvPr/>
        </p:nvPicPr>
        <p:blipFill rotWithShape="1">
          <a:blip r:embed="rId4">
            <a:alphaModFix/>
          </a:blip>
          <a:srcRect b="0" l="0" r="0" t="0"/>
          <a:stretch/>
        </p:blipFill>
        <p:spPr>
          <a:xfrm>
            <a:off x="10590934" y="6330522"/>
            <a:ext cx="1499906" cy="585000"/>
          </a:xfrm>
          <a:prstGeom prst="rect">
            <a:avLst/>
          </a:prstGeom>
          <a:noFill/>
          <a:ln>
            <a:noFill/>
          </a:ln>
        </p:spPr>
      </p:pic>
      <p:sp>
        <p:nvSpPr>
          <p:cNvPr id="1114" name="Google Shape;1114;g3d1afc4545f_0_135"/>
          <p:cNvSpPr txBox="1"/>
          <p:nvPr/>
        </p:nvSpPr>
        <p:spPr>
          <a:xfrm>
            <a:off x="-1" y="6288587"/>
            <a:ext cx="5981100" cy="3693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chemeClr val="dk1"/>
              </a:buClr>
              <a:buSzPts val="1800"/>
              <a:buFont typeface="Arial"/>
              <a:buNone/>
            </a:pPr>
            <a:r>
              <a:rPr b="0" i="0" lang="en-US" sz="1800" u="none" cap="none" strike="noStrike">
                <a:solidFill>
                  <a:schemeClr val="lt1"/>
                </a:solidFill>
                <a:latin typeface="Times New Roman"/>
                <a:ea typeface="Times New Roman"/>
                <a:cs typeface="Times New Roman"/>
                <a:sym typeface="Times New Roman"/>
              </a:rPr>
              <a:t>Term Paper Presentation | Ronit Dutta</a:t>
            </a:r>
            <a:endParaRPr b="0" i="0" sz="1800" u="none" cap="none" strike="noStrike">
              <a:solidFill>
                <a:schemeClr val="lt1"/>
              </a:solidFill>
              <a:latin typeface="Times New Roman"/>
              <a:ea typeface="Times New Roman"/>
              <a:cs typeface="Times New Roman"/>
              <a:sym typeface="Times New Roman"/>
            </a:endParaRPr>
          </a:p>
        </p:txBody>
      </p:sp>
      <p:pic>
        <p:nvPicPr>
          <p:cNvPr id="1115" name="Google Shape;1115;g3d1afc4545f_0_135"/>
          <p:cNvPicPr preferRelativeResize="0"/>
          <p:nvPr/>
        </p:nvPicPr>
        <p:blipFill rotWithShape="1">
          <a:blip r:embed="rId4">
            <a:alphaModFix/>
          </a:blip>
          <a:srcRect b="0" l="0" r="0" t="0"/>
          <a:stretch/>
        </p:blipFill>
        <p:spPr>
          <a:xfrm>
            <a:off x="10590934" y="6330522"/>
            <a:ext cx="1499906" cy="585000"/>
          </a:xfrm>
          <a:prstGeom prst="rect">
            <a:avLst/>
          </a:prstGeom>
          <a:noFill/>
          <a:ln>
            <a:noFill/>
          </a:ln>
        </p:spPr>
      </p:pic>
      <p:sp>
        <p:nvSpPr>
          <p:cNvPr id="1116" name="Google Shape;1116;g3d1afc4545f_0_135"/>
          <p:cNvSpPr txBox="1"/>
          <p:nvPr/>
        </p:nvSpPr>
        <p:spPr>
          <a:xfrm>
            <a:off x="-1" y="6288587"/>
            <a:ext cx="5981100" cy="3693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chemeClr val="dk1"/>
              </a:buClr>
              <a:buSzPts val="1800"/>
              <a:buFont typeface="Arial"/>
              <a:buNone/>
            </a:pPr>
            <a:r>
              <a:rPr b="0" i="0" lang="en-US" sz="1800" u="none" cap="none" strike="noStrike">
                <a:solidFill>
                  <a:schemeClr val="lt1"/>
                </a:solidFill>
                <a:latin typeface="Times New Roman"/>
                <a:ea typeface="Times New Roman"/>
                <a:cs typeface="Times New Roman"/>
                <a:sym typeface="Times New Roman"/>
              </a:rPr>
              <a:t>Term Paper Presentation | Ronit Dutta</a:t>
            </a:r>
            <a:endParaRPr b="0" i="0" sz="1800" u="none" cap="none" strike="noStrike">
              <a:solidFill>
                <a:schemeClr val="lt1"/>
              </a:solidFill>
              <a:latin typeface="Times New Roman"/>
              <a:ea typeface="Times New Roman"/>
              <a:cs typeface="Times New Roman"/>
              <a:sym typeface="Times New Roman"/>
            </a:endParaRPr>
          </a:p>
        </p:txBody>
      </p:sp>
      <p:pic>
        <p:nvPicPr>
          <p:cNvPr id="1117" name="Google Shape;1117;g3d1afc4545f_0_135"/>
          <p:cNvPicPr preferRelativeResize="0"/>
          <p:nvPr/>
        </p:nvPicPr>
        <p:blipFill rotWithShape="1">
          <a:blip r:embed="rId4">
            <a:alphaModFix/>
          </a:blip>
          <a:srcRect b="0" l="0" r="0" t="0"/>
          <a:stretch/>
        </p:blipFill>
        <p:spPr>
          <a:xfrm>
            <a:off x="10590934" y="6330522"/>
            <a:ext cx="1499906" cy="585000"/>
          </a:xfrm>
          <a:prstGeom prst="rect">
            <a:avLst/>
          </a:prstGeom>
          <a:noFill/>
          <a:ln>
            <a:noFill/>
          </a:ln>
        </p:spPr>
      </p:pic>
      <p:sp>
        <p:nvSpPr>
          <p:cNvPr id="1118" name="Google Shape;1118;g3d1afc4545f_0_135"/>
          <p:cNvSpPr txBox="1"/>
          <p:nvPr/>
        </p:nvSpPr>
        <p:spPr>
          <a:xfrm>
            <a:off x="-1" y="6288587"/>
            <a:ext cx="5981100" cy="6465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chemeClr val="dk1"/>
              </a:buClr>
              <a:buSzPts val="1800"/>
              <a:buFont typeface="Arial"/>
              <a:buNone/>
            </a:pPr>
            <a:r>
              <a:rPr b="0" i="0" lang="en-US" sz="1800" u="none" cap="none" strike="noStrike">
                <a:solidFill>
                  <a:schemeClr val="lt1"/>
                </a:solidFill>
                <a:latin typeface="Times New Roman"/>
                <a:ea typeface="Times New Roman"/>
                <a:cs typeface="Times New Roman"/>
                <a:sym typeface="Times New Roman"/>
              </a:rPr>
              <a:t>Machine Learning Professional</a:t>
            </a:r>
            <a:br>
              <a:rPr b="0" i="0" lang="en-US" sz="1800" u="none" cap="none" strike="noStrike">
                <a:solidFill>
                  <a:schemeClr val="lt1"/>
                </a:solidFill>
                <a:latin typeface="Times New Roman"/>
                <a:ea typeface="Times New Roman"/>
                <a:cs typeface="Times New Roman"/>
                <a:sym typeface="Times New Roman"/>
              </a:rPr>
            </a:br>
            <a:r>
              <a:rPr b="0" i="0" lang="en-US" sz="1800" u="none" cap="none" strike="noStrike">
                <a:solidFill>
                  <a:schemeClr val="lt1"/>
                </a:solidFill>
                <a:latin typeface="Times New Roman"/>
                <a:ea typeface="Times New Roman"/>
                <a:cs typeface="Times New Roman"/>
                <a:sym typeface="Times New Roman"/>
              </a:rPr>
              <a:t>Project Presentation</a:t>
            </a:r>
            <a:endParaRPr b="0" i="0" sz="1800" u="none" cap="none" strike="noStrike">
              <a:solidFill>
                <a:schemeClr val="lt1"/>
              </a:solidFill>
              <a:latin typeface="Times New Roman"/>
              <a:ea typeface="Times New Roman"/>
              <a:cs typeface="Times New Roman"/>
              <a:sym typeface="Times New Roman"/>
            </a:endParaRPr>
          </a:p>
        </p:txBody>
      </p:sp>
      <p:pic>
        <p:nvPicPr>
          <p:cNvPr id="1119" name="Google Shape;1119;g3d1afc4545f_0_135"/>
          <p:cNvPicPr preferRelativeResize="0"/>
          <p:nvPr/>
        </p:nvPicPr>
        <p:blipFill rotWithShape="1">
          <a:blip r:embed="rId6">
            <a:alphaModFix/>
          </a:blip>
          <a:srcRect b="0" l="0" r="0" t="0"/>
          <a:stretch/>
        </p:blipFill>
        <p:spPr>
          <a:xfrm>
            <a:off x="10590875" y="6341462"/>
            <a:ext cx="1500023" cy="585000"/>
          </a:xfrm>
          <a:prstGeom prst="rect">
            <a:avLst/>
          </a:prstGeom>
          <a:noFill/>
          <a:ln>
            <a:noFill/>
          </a:ln>
        </p:spPr>
      </p:pic>
      <p:sp>
        <p:nvSpPr>
          <p:cNvPr id="1120" name="Google Shape;1120;g3d1afc4545f_0_135"/>
          <p:cNvSpPr txBox="1"/>
          <p:nvPr/>
        </p:nvSpPr>
        <p:spPr>
          <a:xfrm>
            <a:off x="-1" y="6288587"/>
            <a:ext cx="5981100" cy="6465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chemeClr val="dk1"/>
              </a:buClr>
              <a:buSzPts val="1800"/>
              <a:buFont typeface="Arial"/>
              <a:buNone/>
            </a:pPr>
            <a:r>
              <a:rPr b="0" i="0" lang="en-US" sz="1800" u="none" cap="none" strike="noStrike">
                <a:solidFill>
                  <a:schemeClr val="lt1"/>
                </a:solidFill>
                <a:latin typeface="Times New Roman"/>
                <a:ea typeface="Times New Roman"/>
                <a:cs typeface="Times New Roman"/>
                <a:sym typeface="Times New Roman"/>
              </a:rPr>
              <a:t>Machine Learning Professional</a:t>
            </a:r>
            <a:br>
              <a:rPr b="0" i="0" lang="en-US" sz="1800" u="none" cap="none" strike="noStrike">
                <a:solidFill>
                  <a:schemeClr val="lt1"/>
                </a:solidFill>
                <a:latin typeface="Times New Roman"/>
                <a:ea typeface="Times New Roman"/>
                <a:cs typeface="Times New Roman"/>
                <a:sym typeface="Times New Roman"/>
              </a:rPr>
            </a:br>
            <a:r>
              <a:rPr b="0" i="0" lang="en-US" sz="1800" u="none" cap="none" strike="noStrike">
                <a:solidFill>
                  <a:schemeClr val="lt1"/>
                </a:solidFill>
                <a:latin typeface="Times New Roman"/>
                <a:ea typeface="Times New Roman"/>
                <a:cs typeface="Times New Roman"/>
                <a:sym typeface="Times New Roman"/>
              </a:rPr>
              <a:t>Project Presentation</a:t>
            </a:r>
            <a:endParaRPr b="0" i="0" sz="1800" u="none" cap="none" strike="noStrike">
              <a:solidFill>
                <a:schemeClr val="lt1"/>
              </a:solidFill>
              <a:latin typeface="Times New Roman"/>
              <a:ea typeface="Times New Roman"/>
              <a:cs typeface="Times New Roman"/>
              <a:sym typeface="Times New Roman"/>
            </a:endParaRPr>
          </a:p>
        </p:txBody>
      </p:sp>
      <p:pic>
        <p:nvPicPr>
          <p:cNvPr id="1121" name="Google Shape;1121;g3d1afc4545f_0_135"/>
          <p:cNvPicPr preferRelativeResize="0"/>
          <p:nvPr/>
        </p:nvPicPr>
        <p:blipFill rotWithShape="1">
          <a:blip r:embed="rId6">
            <a:alphaModFix/>
          </a:blip>
          <a:srcRect b="0" l="0" r="0" t="0"/>
          <a:stretch/>
        </p:blipFill>
        <p:spPr>
          <a:xfrm>
            <a:off x="10590875" y="6330524"/>
            <a:ext cx="1500023" cy="585000"/>
          </a:xfrm>
          <a:prstGeom prst="rect">
            <a:avLst/>
          </a:prstGeom>
          <a:noFill/>
          <a:ln>
            <a:noFill/>
          </a:ln>
        </p:spPr>
      </p:pic>
      <p:sp>
        <p:nvSpPr>
          <p:cNvPr id="1122" name="Google Shape;1122;g3d1afc4545f_0_135"/>
          <p:cNvSpPr txBox="1"/>
          <p:nvPr/>
        </p:nvSpPr>
        <p:spPr>
          <a:xfrm>
            <a:off x="-1" y="6234672"/>
            <a:ext cx="5981100" cy="6465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chemeClr val="dk1"/>
              </a:buClr>
              <a:buSzPts val="1800"/>
              <a:buFont typeface="Arial"/>
              <a:buNone/>
            </a:pPr>
            <a:r>
              <a:rPr b="0" i="0" lang="en-US" sz="1800" u="none" cap="none" strike="noStrike">
                <a:solidFill>
                  <a:schemeClr val="lt1"/>
                </a:solidFill>
                <a:latin typeface="Times New Roman"/>
                <a:ea typeface="Times New Roman"/>
                <a:cs typeface="Times New Roman"/>
                <a:sym typeface="Times New Roman"/>
              </a:rPr>
              <a:t>Machine Learning Professional</a:t>
            </a:r>
            <a:br>
              <a:rPr b="0" i="0" lang="en-US" sz="1800" u="none" cap="none" strike="noStrike">
                <a:solidFill>
                  <a:schemeClr val="lt1"/>
                </a:solidFill>
                <a:latin typeface="Times New Roman"/>
                <a:ea typeface="Times New Roman"/>
                <a:cs typeface="Times New Roman"/>
                <a:sym typeface="Times New Roman"/>
              </a:rPr>
            </a:br>
            <a:r>
              <a:rPr b="0" i="0" lang="en-US" sz="1800" u="none" cap="none" strike="noStrike">
                <a:solidFill>
                  <a:schemeClr val="lt1"/>
                </a:solidFill>
                <a:latin typeface="Times New Roman"/>
                <a:ea typeface="Times New Roman"/>
                <a:cs typeface="Times New Roman"/>
                <a:sym typeface="Times New Roman"/>
              </a:rPr>
              <a:t>Project Presentation</a:t>
            </a:r>
            <a:endParaRPr b="0" i="0" sz="1800" u="none" cap="none" strike="noStrike">
              <a:solidFill>
                <a:schemeClr val="lt1"/>
              </a:solidFill>
              <a:latin typeface="Times New Roman"/>
              <a:ea typeface="Times New Roman"/>
              <a:cs typeface="Times New Roman"/>
              <a:sym typeface="Times New Roman"/>
            </a:endParaRPr>
          </a:p>
        </p:txBody>
      </p:sp>
      <p:pic>
        <p:nvPicPr>
          <p:cNvPr id="1123" name="Google Shape;1123;g3d1afc4545f_0_135"/>
          <p:cNvPicPr preferRelativeResize="0"/>
          <p:nvPr/>
        </p:nvPicPr>
        <p:blipFill rotWithShape="1">
          <a:blip r:embed="rId6">
            <a:alphaModFix/>
          </a:blip>
          <a:srcRect b="0" l="0" r="0" t="0"/>
          <a:stretch/>
        </p:blipFill>
        <p:spPr>
          <a:xfrm>
            <a:off x="10590875" y="6330524"/>
            <a:ext cx="1500023" cy="585000"/>
          </a:xfrm>
          <a:prstGeom prst="rect">
            <a:avLst/>
          </a:prstGeom>
          <a:noFill/>
          <a:ln>
            <a:noFill/>
          </a:ln>
        </p:spPr>
      </p:pic>
      <p:sp>
        <p:nvSpPr>
          <p:cNvPr id="1124" name="Google Shape;1124;g3d1afc4545f_0_135"/>
          <p:cNvSpPr txBox="1"/>
          <p:nvPr/>
        </p:nvSpPr>
        <p:spPr>
          <a:xfrm>
            <a:off x="-1" y="6234672"/>
            <a:ext cx="5981100" cy="6465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chemeClr val="dk1"/>
              </a:buClr>
              <a:buSzPts val="1800"/>
              <a:buFont typeface="Arial"/>
              <a:buNone/>
            </a:pPr>
            <a:r>
              <a:rPr b="0" i="0" lang="en-US" sz="1800" u="none" cap="none" strike="noStrike">
                <a:solidFill>
                  <a:schemeClr val="lt1"/>
                </a:solidFill>
                <a:latin typeface="Times New Roman"/>
                <a:ea typeface="Times New Roman"/>
                <a:cs typeface="Times New Roman"/>
                <a:sym typeface="Times New Roman"/>
              </a:rPr>
              <a:t>Machine Learning Professional</a:t>
            </a:r>
            <a:br>
              <a:rPr b="0" i="0" lang="en-US" sz="1800" u="none" cap="none" strike="noStrike">
                <a:solidFill>
                  <a:schemeClr val="lt1"/>
                </a:solidFill>
                <a:latin typeface="Times New Roman"/>
                <a:ea typeface="Times New Roman"/>
                <a:cs typeface="Times New Roman"/>
                <a:sym typeface="Times New Roman"/>
              </a:rPr>
            </a:br>
            <a:r>
              <a:rPr b="0" i="0" lang="en-US" sz="1800" u="none" cap="none" strike="noStrike">
                <a:solidFill>
                  <a:schemeClr val="lt1"/>
                </a:solidFill>
                <a:latin typeface="Times New Roman"/>
                <a:ea typeface="Times New Roman"/>
                <a:cs typeface="Times New Roman"/>
                <a:sym typeface="Times New Roman"/>
              </a:rPr>
              <a:t>Project Presentation</a:t>
            </a:r>
            <a:endParaRPr b="0" i="0" sz="1800" u="none" cap="none" strike="noStrike">
              <a:solidFill>
                <a:schemeClr val="lt1"/>
              </a:solidFill>
              <a:latin typeface="Times New Roman"/>
              <a:ea typeface="Times New Roman"/>
              <a:cs typeface="Times New Roman"/>
              <a:sym typeface="Times New Roman"/>
            </a:endParaRPr>
          </a:p>
        </p:txBody>
      </p:sp>
      <p:pic>
        <p:nvPicPr>
          <p:cNvPr id="1125" name="Google Shape;1125;g3d1afc4545f_0_135"/>
          <p:cNvPicPr preferRelativeResize="0"/>
          <p:nvPr/>
        </p:nvPicPr>
        <p:blipFill rotWithShape="1">
          <a:blip r:embed="rId6">
            <a:alphaModFix/>
          </a:blip>
          <a:srcRect b="0" l="0" r="0" t="0"/>
          <a:stretch/>
        </p:blipFill>
        <p:spPr>
          <a:xfrm>
            <a:off x="10590875" y="6330524"/>
            <a:ext cx="1500023" cy="585000"/>
          </a:xfrm>
          <a:prstGeom prst="rect">
            <a:avLst/>
          </a:prstGeom>
          <a:noFill/>
          <a:ln>
            <a:noFill/>
          </a:ln>
        </p:spPr>
      </p:pic>
      <p:sp>
        <p:nvSpPr>
          <p:cNvPr id="1126" name="Google Shape;1126;g3d1afc4545f_0_135"/>
          <p:cNvSpPr txBox="1"/>
          <p:nvPr/>
        </p:nvSpPr>
        <p:spPr>
          <a:xfrm>
            <a:off x="-1" y="6234672"/>
            <a:ext cx="5981100" cy="6465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chemeClr val="dk1"/>
              </a:buClr>
              <a:buSzPts val="1800"/>
              <a:buFont typeface="Arial"/>
              <a:buNone/>
            </a:pPr>
            <a:r>
              <a:rPr b="0" i="0" lang="en-US" sz="1800" u="none" cap="none" strike="noStrike">
                <a:solidFill>
                  <a:schemeClr val="lt1"/>
                </a:solidFill>
                <a:latin typeface="Times New Roman"/>
                <a:ea typeface="Times New Roman"/>
                <a:cs typeface="Times New Roman"/>
                <a:sym typeface="Times New Roman"/>
              </a:rPr>
              <a:t>Nanoelectronics - Seminar Presentation</a:t>
            </a:r>
            <a:br>
              <a:rPr b="0" i="0" lang="en-US" sz="1800" u="none" cap="none" strike="noStrike">
                <a:solidFill>
                  <a:schemeClr val="lt1"/>
                </a:solidFill>
                <a:latin typeface="Times New Roman"/>
                <a:ea typeface="Times New Roman"/>
                <a:cs typeface="Times New Roman"/>
                <a:sym typeface="Times New Roman"/>
              </a:rPr>
            </a:br>
            <a:r>
              <a:rPr b="0" i="0" lang="en-US" sz="1800" u="none" cap="none" strike="noStrike">
                <a:solidFill>
                  <a:schemeClr val="lt1"/>
                </a:solidFill>
                <a:latin typeface="Times New Roman"/>
                <a:ea typeface="Times New Roman"/>
                <a:cs typeface="Times New Roman"/>
                <a:sym typeface="Times New Roman"/>
              </a:rPr>
              <a:t>Ronit Dutta</a:t>
            </a:r>
            <a:endParaRPr b="0" i="0" sz="1800" u="none" cap="none" strike="noStrike">
              <a:solidFill>
                <a:schemeClr val="lt1"/>
              </a:solidFill>
              <a:latin typeface="Times New Roman"/>
              <a:ea typeface="Times New Roman"/>
              <a:cs typeface="Times New Roman"/>
              <a:sym typeface="Times New Roman"/>
            </a:endParaRPr>
          </a:p>
        </p:txBody>
      </p:sp>
      <p:pic>
        <p:nvPicPr>
          <p:cNvPr id="1127" name="Google Shape;1127;g3d1afc4545f_0_135"/>
          <p:cNvPicPr preferRelativeResize="0"/>
          <p:nvPr/>
        </p:nvPicPr>
        <p:blipFill rotWithShape="1">
          <a:blip r:embed="rId6">
            <a:alphaModFix/>
          </a:blip>
          <a:srcRect b="0" l="0" r="0" t="0"/>
          <a:stretch/>
        </p:blipFill>
        <p:spPr>
          <a:xfrm>
            <a:off x="10590875" y="6330524"/>
            <a:ext cx="1500023" cy="585000"/>
          </a:xfrm>
          <a:prstGeom prst="rect">
            <a:avLst/>
          </a:prstGeom>
          <a:noFill/>
          <a:ln>
            <a:noFill/>
          </a:ln>
        </p:spPr>
      </p:pic>
      <p:pic>
        <p:nvPicPr>
          <p:cNvPr id="1128" name="Google Shape;1128;g3d1afc4545f_0_135"/>
          <p:cNvPicPr preferRelativeResize="0"/>
          <p:nvPr/>
        </p:nvPicPr>
        <p:blipFill rotWithShape="1">
          <a:blip r:embed="rId4">
            <a:alphaModFix/>
          </a:blip>
          <a:srcRect b="0" l="0" r="0" t="0"/>
          <a:stretch/>
        </p:blipFill>
        <p:spPr>
          <a:xfrm>
            <a:off x="10590934" y="6330522"/>
            <a:ext cx="1499906" cy="585000"/>
          </a:xfrm>
          <a:prstGeom prst="rect">
            <a:avLst/>
          </a:prstGeom>
          <a:noFill/>
          <a:ln>
            <a:noFill/>
          </a:ln>
        </p:spPr>
      </p:pic>
      <p:sp>
        <p:nvSpPr>
          <p:cNvPr id="1129" name="Google Shape;1129;g3d1afc4545f_0_135"/>
          <p:cNvSpPr txBox="1"/>
          <p:nvPr/>
        </p:nvSpPr>
        <p:spPr>
          <a:xfrm>
            <a:off x="-1" y="6288587"/>
            <a:ext cx="5981100" cy="3693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chemeClr val="dk1"/>
              </a:buClr>
              <a:buSzPts val="1800"/>
              <a:buFont typeface="Arial"/>
              <a:buNone/>
            </a:pPr>
            <a:r>
              <a:rPr b="0" i="0" lang="en-US" sz="1800" u="none" cap="none" strike="noStrike">
                <a:solidFill>
                  <a:schemeClr val="lt1"/>
                </a:solidFill>
                <a:latin typeface="Times New Roman"/>
                <a:ea typeface="Times New Roman"/>
                <a:cs typeface="Times New Roman"/>
                <a:sym typeface="Times New Roman"/>
              </a:rPr>
              <a:t>Term Paper Presentation | Ronit Dutta</a:t>
            </a:r>
            <a:endParaRPr b="0" i="0" sz="1800" u="none" cap="none" strike="noStrike">
              <a:solidFill>
                <a:schemeClr val="lt1"/>
              </a:solidFill>
              <a:latin typeface="Times New Roman"/>
              <a:ea typeface="Times New Roman"/>
              <a:cs typeface="Times New Roman"/>
              <a:sym typeface="Times New Roman"/>
            </a:endParaRPr>
          </a:p>
        </p:txBody>
      </p:sp>
      <p:pic>
        <p:nvPicPr>
          <p:cNvPr id="1130" name="Google Shape;1130;g3d1afc4545f_0_135"/>
          <p:cNvPicPr preferRelativeResize="0"/>
          <p:nvPr/>
        </p:nvPicPr>
        <p:blipFill rotWithShape="1">
          <a:blip r:embed="rId4">
            <a:alphaModFix/>
          </a:blip>
          <a:srcRect b="0" l="0" r="0" t="0"/>
          <a:stretch/>
        </p:blipFill>
        <p:spPr>
          <a:xfrm>
            <a:off x="10590934" y="6330522"/>
            <a:ext cx="1499906" cy="585000"/>
          </a:xfrm>
          <a:prstGeom prst="rect">
            <a:avLst/>
          </a:prstGeom>
          <a:noFill/>
          <a:ln>
            <a:noFill/>
          </a:ln>
        </p:spPr>
      </p:pic>
      <p:sp>
        <p:nvSpPr>
          <p:cNvPr id="1131" name="Google Shape;1131;g3d1afc4545f_0_135"/>
          <p:cNvSpPr txBox="1"/>
          <p:nvPr/>
        </p:nvSpPr>
        <p:spPr>
          <a:xfrm>
            <a:off x="-1" y="6288587"/>
            <a:ext cx="5981100" cy="3693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chemeClr val="dk1"/>
              </a:buClr>
              <a:buSzPts val="1800"/>
              <a:buFont typeface="Arial"/>
              <a:buNone/>
            </a:pPr>
            <a:r>
              <a:rPr b="0" i="0" lang="en-US" sz="1800" u="none" cap="none" strike="noStrike">
                <a:solidFill>
                  <a:schemeClr val="lt1"/>
                </a:solidFill>
                <a:latin typeface="Times New Roman"/>
                <a:ea typeface="Times New Roman"/>
                <a:cs typeface="Times New Roman"/>
                <a:sym typeface="Times New Roman"/>
              </a:rPr>
              <a:t>Term Paper Presentation | Ronit Dutta</a:t>
            </a:r>
            <a:endParaRPr b="0" i="0" sz="1800" u="none" cap="none" strike="noStrike">
              <a:solidFill>
                <a:schemeClr val="lt1"/>
              </a:solidFill>
              <a:latin typeface="Times New Roman"/>
              <a:ea typeface="Times New Roman"/>
              <a:cs typeface="Times New Roman"/>
              <a:sym typeface="Times New Roman"/>
            </a:endParaRPr>
          </a:p>
        </p:txBody>
      </p:sp>
      <p:pic>
        <p:nvPicPr>
          <p:cNvPr id="1132" name="Google Shape;1132;g3d1afc4545f_0_135"/>
          <p:cNvPicPr preferRelativeResize="0"/>
          <p:nvPr/>
        </p:nvPicPr>
        <p:blipFill rotWithShape="1">
          <a:blip r:embed="rId4">
            <a:alphaModFix/>
          </a:blip>
          <a:srcRect b="0" l="0" r="0" t="0"/>
          <a:stretch/>
        </p:blipFill>
        <p:spPr>
          <a:xfrm>
            <a:off x="10590934" y="6330522"/>
            <a:ext cx="1499906" cy="585000"/>
          </a:xfrm>
          <a:prstGeom prst="rect">
            <a:avLst/>
          </a:prstGeom>
          <a:noFill/>
          <a:ln>
            <a:noFill/>
          </a:ln>
        </p:spPr>
      </p:pic>
      <p:sp>
        <p:nvSpPr>
          <p:cNvPr id="1133" name="Google Shape;1133;g3d1afc4545f_0_135"/>
          <p:cNvSpPr txBox="1"/>
          <p:nvPr/>
        </p:nvSpPr>
        <p:spPr>
          <a:xfrm>
            <a:off x="-1" y="6288587"/>
            <a:ext cx="5981100" cy="6465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chemeClr val="dk1"/>
              </a:buClr>
              <a:buSzPts val="1800"/>
              <a:buFont typeface="Arial"/>
              <a:buNone/>
            </a:pPr>
            <a:r>
              <a:rPr b="0" i="0" lang="en-US" sz="1800" u="none" cap="none" strike="noStrike">
                <a:solidFill>
                  <a:schemeClr val="lt1"/>
                </a:solidFill>
                <a:latin typeface="Times New Roman"/>
                <a:ea typeface="Times New Roman"/>
                <a:cs typeface="Times New Roman"/>
                <a:sym typeface="Times New Roman"/>
              </a:rPr>
              <a:t>Machine Learning Professional</a:t>
            </a:r>
            <a:br>
              <a:rPr b="0" i="0" lang="en-US" sz="1800" u="none" cap="none" strike="noStrike">
                <a:solidFill>
                  <a:schemeClr val="lt1"/>
                </a:solidFill>
                <a:latin typeface="Times New Roman"/>
                <a:ea typeface="Times New Roman"/>
                <a:cs typeface="Times New Roman"/>
                <a:sym typeface="Times New Roman"/>
              </a:rPr>
            </a:br>
            <a:r>
              <a:rPr b="0" i="0" lang="en-US" sz="1800" u="none" cap="none" strike="noStrike">
                <a:solidFill>
                  <a:schemeClr val="lt1"/>
                </a:solidFill>
                <a:latin typeface="Times New Roman"/>
                <a:ea typeface="Times New Roman"/>
                <a:cs typeface="Times New Roman"/>
                <a:sym typeface="Times New Roman"/>
              </a:rPr>
              <a:t>Project Presentation</a:t>
            </a:r>
            <a:endParaRPr b="0" i="0" sz="1800" u="none" cap="none" strike="noStrike">
              <a:solidFill>
                <a:schemeClr val="lt1"/>
              </a:solidFill>
              <a:latin typeface="Times New Roman"/>
              <a:ea typeface="Times New Roman"/>
              <a:cs typeface="Times New Roman"/>
              <a:sym typeface="Times New Roman"/>
            </a:endParaRPr>
          </a:p>
        </p:txBody>
      </p:sp>
      <p:pic>
        <p:nvPicPr>
          <p:cNvPr id="1134" name="Google Shape;1134;g3d1afc4545f_0_135"/>
          <p:cNvPicPr preferRelativeResize="0"/>
          <p:nvPr/>
        </p:nvPicPr>
        <p:blipFill rotWithShape="1">
          <a:blip r:embed="rId6">
            <a:alphaModFix/>
          </a:blip>
          <a:srcRect b="0" l="0" r="0" t="0"/>
          <a:stretch/>
        </p:blipFill>
        <p:spPr>
          <a:xfrm>
            <a:off x="10590875" y="6341462"/>
            <a:ext cx="1500023" cy="585000"/>
          </a:xfrm>
          <a:prstGeom prst="rect">
            <a:avLst/>
          </a:prstGeom>
          <a:noFill/>
          <a:ln>
            <a:noFill/>
          </a:ln>
        </p:spPr>
      </p:pic>
      <p:sp>
        <p:nvSpPr>
          <p:cNvPr id="1135" name="Google Shape;1135;g3d1afc4545f_0_135"/>
          <p:cNvSpPr txBox="1"/>
          <p:nvPr/>
        </p:nvSpPr>
        <p:spPr>
          <a:xfrm>
            <a:off x="-1" y="6288587"/>
            <a:ext cx="5981100" cy="6465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chemeClr val="dk1"/>
              </a:buClr>
              <a:buSzPts val="1800"/>
              <a:buFont typeface="Arial"/>
              <a:buNone/>
            </a:pPr>
            <a:r>
              <a:rPr b="0" i="0" lang="en-US" sz="1800" u="none" cap="none" strike="noStrike">
                <a:solidFill>
                  <a:schemeClr val="lt1"/>
                </a:solidFill>
                <a:latin typeface="Times New Roman"/>
                <a:ea typeface="Times New Roman"/>
                <a:cs typeface="Times New Roman"/>
                <a:sym typeface="Times New Roman"/>
              </a:rPr>
              <a:t>Machine Learning Professional</a:t>
            </a:r>
            <a:br>
              <a:rPr b="0" i="0" lang="en-US" sz="1800" u="none" cap="none" strike="noStrike">
                <a:solidFill>
                  <a:schemeClr val="lt1"/>
                </a:solidFill>
                <a:latin typeface="Times New Roman"/>
                <a:ea typeface="Times New Roman"/>
                <a:cs typeface="Times New Roman"/>
                <a:sym typeface="Times New Roman"/>
              </a:rPr>
            </a:br>
            <a:r>
              <a:rPr b="0" i="0" lang="en-US" sz="1800" u="none" cap="none" strike="noStrike">
                <a:solidFill>
                  <a:schemeClr val="lt1"/>
                </a:solidFill>
                <a:latin typeface="Times New Roman"/>
                <a:ea typeface="Times New Roman"/>
                <a:cs typeface="Times New Roman"/>
                <a:sym typeface="Times New Roman"/>
              </a:rPr>
              <a:t>Project Presentation</a:t>
            </a:r>
            <a:endParaRPr b="0" i="0" sz="1800" u="none" cap="none" strike="noStrike">
              <a:solidFill>
                <a:schemeClr val="lt1"/>
              </a:solidFill>
              <a:latin typeface="Times New Roman"/>
              <a:ea typeface="Times New Roman"/>
              <a:cs typeface="Times New Roman"/>
              <a:sym typeface="Times New Roman"/>
            </a:endParaRPr>
          </a:p>
        </p:txBody>
      </p:sp>
      <p:pic>
        <p:nvPicPr>
          <p:cNvPr id="1136" name="Google Shape;1136;g3d1afc4545f_0_135"/>
          <p:cNvPicPr preferRelativeResize="0"/>
          <p:nvPr/>
        </p:nvPicPr>
        <p:blipFill rotWithShape="1">
          <a:blip r:embed="rId6">
            <a:alphaModFix/>
          </a:blip>
          <a:srcRect b="0" l="0" r="0" t="0"/>
          <a:stretch/>
        </p:blipFill>
        <p:spPr>
          <a:xfrm>
            <a:off x="10590875" y="6330524"/>
            <a:ext cx="1500023" cy="585000"/>
          </a:xfrm>
          <a:prstGeom prst="rect">
            <a:avLst/>
          </a:prstGeom>
          <a:noFill/>
          <a:ln>
            <a:noFill/>
          </a:ln>
        </p:spPr>
      </p:pic>
      <p:sp>
        <p:nvSpPr>
          <p:cNvPr id="1137" name="Google Shape;1137;g3d1afc4545f_0_135"/>
          <p:cNvSpPr txBox="1"/>
          <p:nvPr/>
        </p:nvSpPr>
        <p:spPr>
          <a:xfrm>
            <a:off x="-1" y="6234672"/>
            <a:ext cx="5981100" cy="6465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chemeClr val="dk1"/>
              </a:buClr>
              <a:buSzPts val="1800"/>
              <a:buFont typeface="Arial"/>
              <a:buNone/>
            </a:pPr>
            <a:r>
              <a:rPr b="0" i="0" lang="en-US" sz="1800" u="none" cap="none" strike="noStrike">
                <a:solidFill>
                  <a:schemeClr val="lt1"/>
                </a:solidFill>
                <a:latin typeface="Times New Roman"/>
                <a:ea typeface="Times New Roman"/>
                <a:cs typeface="Times New Roman"/>
                <a:sym typeface="Times New Roman"/>
              </a:rPr>
              <a:t>Machine Learning Professional</a:t>
            </a:r>
            <a:br>
              <a:rPr b="0" i="0" lang="en-US" sz="1800" u="none" cap="none" strike="noStrike">
                <a:solidFill>
                  <a:schemeClr val="lt1"/>
                </a:solidFill>
                <a:latin typeface="Times New Roman"/>
                <a:ea typeface="Times New Roman"/>
                <a:cs typeface="Times New Roman"/>
                <a:sym typeface="Times New Roman"/>
              </a:rPr>
            </a:br>
            <a:r>
              <a:rPr b="0" i="0" lang="en-US" sz="1800" u="none" cap="none" strike="noStrike">
                <a:solidFill>
                  <a:schemeClr val="lt1"/>
                </a:solidFill>
                <a:latin typeface="Times New Roman"/>
                <a:ea typeface="Times New Roman"/>
                <a:cs typeface="Times New Roman"/>
                <a:sym typeface="Times New Roman"/>
              </a:rPr>
              <a:t>Project Presentation</a:t>
            </a:r>
            <a:endParaRPr b="0" i="0" sz="1800" u="none" cap="none" strike="noStrike">
              <a:solidFill>
                <a:schemeClr val="lt1"/>
              </a:solidFill>
              <a:latin typeface="Times New Roman"/>
              <a:ea typeface="Times New Roman"/>
              <a:cs typeface="Times New Roman"/>
              <a:sym typeface="Times New Roman"/>
            </a:endParaRPr>
          </a:p>
        </p:txBody>
      </p:sp>
      <p:pic>
        <p:nvPicPr>
          <p:cNvPr id="1138" name="Google Shape;1138;g3d1afc4545f_0_135"/>
          <p:cNvPicPr preferRelativeResize="0"/>
          <p:nvPr/>
        </p:nvPicPr>
        <p:blipFill rotWithShape="1">
          <a:blip r:embed="rId6">
            <a:alphaModFix/>
          </a:blip>
          <a:srcRect b="0" l="0" r="0" t="0"/>
          <a:stretch/>
        </p:blipFill>
        <p:spPr>
          <a:xfrm>
            <a:off x="10590875" y="6330524"/>
            <a:ext cx="1500023" cy="585000"/>
          </a:xfrm>
          <a:prstGeom prst="rect">
            <a:avLst/>
          </a:prstGeom>
          <a:noFill/>
          <a:ln>
            <a:noFill/>
          </a:ln>
        </p:spPr>
      </p:pic>
      <p:sp>
        <p:nvSpPr>
          <p:cNvPr id="1139" name="Google Shape;1139;g3d1afc4545f_0_135"/>
          <p:cNvSpPr txBox="1"/>
          <p:nvPr/>
        </p:nvSpPr>
        <p:spPr>
          <a:xfrm>
            <a:off x="-1" y="6234672"/>
            <a:ext cx="5981100" cy="6465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chemeClr val="dk1"/>
              </a:buClr>
              <a:buSzPts val="1800"/>
              <a:buFont typeface="Arial"/>
              <a:buNone/>
            </a:pPr>
            <a:r>
              <a:rPr b="0" i="0" lang="en-US" sz="1800" u="none" cap="none" strike="noStrike">
                <a:solidFill>
                  <a:schemeClr val="lt1"/>
                </a:solidFill>
                <a:latin typeface="Times New Roman"/>
                <a:ea typeface="Times New Roman"/>
                <a:cs typeface="Times New Roman"/>
                <a:sym typeface="Times New Roman"/>
              </a:rPr>
              <a:t>Machine Learning Professional</a:t>
            </a:r>
            <a:br>
              <a:rPr b="0" i="0" lang="en-US" sz="1800" u="none" cap="none" strike="noStrike">
                <a:solidFill>
                  <a:schemeClr val="lt1"/>
                </a:solidFill>
                <a:latin typeface="Times New Roman"/>
                <a:ea typeface="Times New Roman"/>
                <a:cs typeface="Times New Roman"/>
                <a:sym typeface="Times New Roman"/>
              </a:rPr>
            </a:br>
            <a:r>
              <a:rPr b="0" i="0" lang="en-US" sz="1800" u="none" cap="none" strike="noStrike">
                <a:solidFill>
                  <a:schemeClr val="lt1"/>
                </a:solidFill>
                <a:latin typeface="Times New Roman"/>
                <a:ea typeface="Times New Roman"/>
                <a:cs typeface="Times New Roman"/>
                <a:sym typeface="Times New Roman"/>
              </a:rPr>
              <a:t>Project Presentation</a:t>
            </a:r>
            <a:endParaRPr b="0" i="0" sz="1800" u="none" cap="none" strike="noStrike">
              <a:solidFill>
                <a:schemeClr val="lt1"/>
              </a:solidFill>
              <a:latin typeface="Times New Roman"/>
              <a:ea typeface="Times New Roman"/>
              <a:cs typeface="Times New Roman"/>
              <a:sym typeface="Times New Roman"/>
            </a:endParaRPr>
          </a:p>
        </p:txBody>
      </p:sp>
      <p:pic>
        <p:nvPicPr>
          <p:cNvPr id="1140" name="Google Shape;1140;g3d1afc4545f_0_135"/>
          <p:cNvPicPr preferRelativeResize="0"/>
          <p:nvPr/>
        </p:nvPicPr>
        <p:blipFill rotWithShape="1">
          <a:blip r:embed="rId6">
            <a:alphaModFix/>
          </a:blip>
          <a:srcRect b="0" l="0" r="0" t="0"/>
          <a:stretch/>
        </p:blipFill>
        <p:spPr>
          <a:xfrm>
            <a:off x="10590875" y="6330524"/>
            <a:ext cx="1500023" cy="585000"/>
          </a:xfrm>
          <a:prstGeom prst="rect">
            <a:avLst/>
          </a:prstGeom>
          <a:noFill/>
          <a:ln>
            <a:noFill/>
          </a:ln>
        </p:spPr>
      </p:pic>
      <p:sp>
        <p:nvSpPr>
          <p:cNvPr id="1141" name="Google Shape;1141;g3d1afc4545f_0_135"/>
          <p:cNvSpPr txBox="1"/>
          <p:nvPr/>
        </p:nvSpPr>
        <p:spPr>
          <a:xfrm>
            <a:off x="-1" y="6234672"/>
            <a:ext cx="5981100" cy="6465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chemeClr val="dk1"/>
              </a:buClr>
              <a:buSzPts val="1800"/>
              <a:buFont typeface="Arial"/>
              <a:buNone/>
            </a:pPr>
            <a:r>
              <a:rPr b="0" i="0" lang="en-US" sz="1800" u="none" cap="none" strike="noStrike">
                <a:solidFill>
                  <a:schemeClr val="lt1"/>
                </a:solidFill>
                <a:latin typeface="Times New Roman"/>
                <a:ea typeface="Times New Roman"/>
                <a:cs typeface="Times New Roman"/>
                <a:sym typeface="Times New Roman"/>
              </a:rPr>
              <a:t>Nanoelectronics - Seminar Presentation</a:t>
            </a:r>
            <a:br>
              <a:rPr b="0" i="0" lang="en-US" sz="1800" u="none" cap="none" strike="noStrike">
                <a:solidFill>
                  <a:schemeClr val="lt1"/>
                </a:solidFill>
                <a:latin typeface="Times New Roman"/>
                <a:ea typeface="Times New Roman"/>
                <a:cs typeface="Times New Roman"/>
                <a:sym typeface="Times New Roman"/>
              </a:rPr>
            </a:br>
            <a:r>
              <a:rPr b="0" i="0" lang="en-US" sz="1800" u="none" cap="none" strike="noStrike">
                <a:solidFill>
                  <a:schemeClr val="lt1"/>
                </a:solidFill>
                <a:latin typeface="Times New Roman"/>
                <a:ea typeface="Times New Roman"/>
                <a:cs typeface="Times New Roman"/>
                <a:sym typeface="Times New Roman"/>
              </a:rPr>
              <a:t>Ronit Dutta</a:t>
            </a:r>
            <a:endParaRPr b="0" i="0" sz="1800" u="none" cap="none" strike="noStrike">
              <a:solidFill>
                <a:schemeClr val="lt1"/>
              </a:solidFill>
              <a:latin typeface="Times New Roman"/>
              <a:ea typeface="Times New Roman"/>
              <a:cs typeface="Times New Roman"/>
              <a:sym typeface="Times New Roman"/>
            </a:endParaRPr>
          </a:p>
        </p:txBody>
      </p:sp>
      <p:pic>
        <p:nvPicPr>
          <p:cNvPr id="1142" name="Google Shape;1142;g3d1afc4545f_0_135"/>
          <p:cNvPicPr preferRelativeResize="0"/>
          <p:nvPr/>
        </p:nvPicPr>
        <p:blipFill rotWithShape="1">
          <a:blip r:embed="rId6">
            <a:alphaModFix/>
          </a:blip>
          <a:srcRect b="0" l="0" r="0" t="0"/>
          <a:stretch/>
        </p:blipFill>
        <p:spPr>
          <a:xfrm>
            <a:off x="10590875" y="6330524"/>
            <a:ext cx="1500023" cy="585000"/>
          </a:xfrm>
          <a:prstGeom prst="rect">
            <a:avLst/>
          </a:prstGeom>
          <a:noFill/>
          <a:ln>
            <a:noFill/>
          </a:ln>
        </p:spPr>
      </p:pic>
      <p:pic>
        <p:nvPicPr>
          <p:cNvPr id="1143" name="Google Shape;1143;g3d1afc4545f_0_135"/>
          <p:cNvPicPr preferRelativeResize="0"/>
          <p:nvPr/>
        </p:nvPicPr>
        <p:blipFill rotWithShape="1">
          <a:blip r:embed="rId9">
            <a:alphaModFix/>
          </a:blip>
          <a:srcRect b="0" l="0" r="0" t="0"/>
          <a:stretch/>
        </p:blipFill>
        <p:spPr>
          <a:xfrm>
            <a:off x="0" y="6234674"/>
            <a:ext cx="12192000" cy="1165875"/>
          </a:xfrm>
          <a:prstGeom prst="rect">
            <a:avLst/>
          </a:prstGeom>
          <a:noFill/>
          <a:ln>
            <a:noFill/>
          </a:ln>
        </p:spPr>
      </p:pic>
      <p:sp>
        <p:nvSpPr>
          <p:cNvPr id="1144" name="Google Shape;1144;g3d1afc4545f_0_135"/>
          <p:cNvSpPr txBox="1"/>
          <p:nvPr/>
        </p:nvSpPr>
        <p:spPr>
          <a:xfrm>
            <a:off x="-1" y="6310697"/>
            <a:ext cx="5981100" cy="6465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chemeClr val="dk1"/>
              </a:buClr>
              <a:buSzPts val="1800"/>
              <a:buFont typeface="Arial"/>
              <a:buNone/>
            </a:pPr>
            <a:r>
              <a:rPr lang="en-US" sz="1800">
                <a:solidFill>
                  <a:schemeClr val="lt1"/>
                </a:solidFill>
                <a:latin typeface="Times New Roman"/>
                <a:ea typeface="Times New Roman"/>
                <a:cs typeface="Times New Roman"/>
                <a:sym typeface="Times New Roman"/>
              </a:rPr>
              <a:t>Applied Mathematics for Engineering [MIDTERM PROJECT]</a:t>
            </a:r>
            <a:br>
              <a:rPr b="0" i="0" lang="en-US" sz="1800" u="none" cap="none" strike="noStrike">
                <a:solidFill>
                  <a:schemeClr val="lt1"/>
                </a:solidFill>
                <a:latin typeface="Times New Roman"/>
                <a:ea typeface="Times New Roman"/>
                <a:cs typeface="Times New Roman"/>
                <a:sym typeface="Times New Roman"/>
              </a:rPr>
            </a:br>
            <a:r>
              <a:rPr b="0" i="0" lang="en-US" sz="1800" u="none" cap="none" strike="noStrike">
                <a:solidFill>
                  <a:schemeClr val="lt1"/>
                </a:solidFill>
                <a:latin typeface="Times New Roman"/>
                <a:ea typeface="Times New Roman"/>
                <a:cs typeface="Times New Roman"/>
                <a:sym typeface="Times New Roman"/>
              </a:rPr>
              <a:t>Ronit Dutta</a:t>
            </a:r>
            <a:endParaRPr b="0" i="0" sz="1800" u="none" cap="none" strike="noStrike">
              <a:solidFill>
                <a:schemeClr val="lt1"/>
              </a:solidFill>
              <a:latin typeface="Times New Roman"/>
              <a:ea typeface="Times New Roman"/>
              <a:cs typeface="Times New Roman"/>
              <a:sym typeface="Times New Roman"/>
            </a:endParaRPr>
          </a:p>
        </p:txBody>
      </p:sp>
      <p:pic>
        <p:nvPicPr>
          <p:cNvPr id="1145" name="Google Shape;1145;g3d1afc4545f_0_135"/>
          <p:cNvPicPr preferRelativeResize="0"/>
          <p:nvPr/>
        </p:nvPicPr>
        <p:blipFill rotWithShape="1">
          <a:blip r:embed="rId6">
            <a:alphaModFix/>
          </a:blip>
          <a:srcRect b="0" l="0" r="0" t="0"/>
          <a:stretch/>
        </p:blipFill>
        <p:spPr>
          <a:xfrm>
            <a:off x="10579375" y="6341449"/>
            <a:ext cx="1500023" cy="585000"/>
          </a:xfrm>
          <a:prstGeom prst="rect">
            <a:avLst/>
          </a:prstGeom>
          <a:noFill/>
          <a:ln>
            <a:noFill/>
          </a:ln>
        </p:spPr>
      </p:pic>
      <p:pic>
        <p:nvPicPr>
          <p:cNvPr id="1146" name="Google Shape;1146;g3d1afc4545f_0_135"/>
          <p:cNvPicPr preferRelativeResize="0"/>
          <p:nvPr/>
        </p:nvPicPr>
        <p:blipFill rotWithShape="1">
          <a:blip r:embed="rId9">
            <a:alphaModFix/>
          </a:blip>
          <a:srcRect b="0" l="0" r="0" t="0"/>
          <a:stretch/>
        </p:blipFill>
        <p:spPr>
          <a:xfrm>
            <a:off x="0" y="6330524"/>
            <a:ext cx="12192000" cy="1165875"/>
          </a:xfrm>
          <a:prstGeom prst="rect">
            <a:avLst/>
          </a:prstGeom>
          <a:noFill/>
          <a:ln>
            <a:noFill/>
          </a:ln>
        </p:spPr>
      </p:pic>
      <p:sp>
        <p:nvSpPr>
          <p:cNvPr id="1147" name="Google Shape;1147;g3d1afc4545f_0_135"/>
          <p:cNvSpPr txBox="1"/>
          <p:nvPr/>
        </p:nvSpPr>
        <p:spPr>
          <a:xfrm>
            <a:off x="-1" y="6445547"/>
            <a:ext cx="5981100" cy="6465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chemeClr val="dk1"/>
              </a:buClr>
              <a:buSzPts val="1800"/>
              <a:buFont typeface="Arial"/>
              <a:buNone/>
            </a:pPr>
            <a:r>
              <a:rPr lang="en-US" sz="1800">
                <a:solidFill>
                  <a:schemeClr val="lt1"/>
                </a:solidFill>
                <a:latin typeface="Times New Roman"/>
                <a:ea typeface="Times New Roman"/>
                <a:cs typeface="Times New Roman"/>
                <a:sym typeface="Times New Roman"/>
              </a:rPr>
              <a:t>Applied Mathematics for Engineering [MIDTERM PROJECT]</a:t>
            </a:r>
            <a:br>
              <a:rPr b="0" i="0" lang="en-US" sz="1800" u="none" cap="none" strike="noStrike">
                <a:solidFill>
                  <a:schemeClr val="lt1"/>
                </a:solidFill>
                <a:latin typeface="Times New Roman"/>
                <a:ea typeface="Times New Roman"/>
                <a:cs typeface="Times New Roman"/>
                <a:sym typeface="Times New Roman"/>
              </a:rPr>
            </a:br>
            <a:r>
              <a:rPr b="0" i="0" lang="en-US" sz="1800" u="none" cap="none" strike="noStrike">
                <a:solidFill>
                  <a:schemeClr val="lt1"/>
                </a:solidFill>
                <a:latin typeface="Times New Roman"/>
                <a:ea typeface="Times New Roman"/>
                <a:cs typeface="Times New Roman"/>
                <a:sym typeface="Times New Roman"/>
              </a:rPr>
              <a:t>Ronit Dutta</a:t>
            </a:r>
            <a:endParaRPr b="0" i="0" sz="1800" u="none" cap="none" strike="noStrike">
              <a:solidFill>
                <a:schemeClr val="lt1"/>
              </a:solidFill>
              <a:latin typeface="Times New Roman"/>
              <a:ea typeface="Times New Roman"/>
              <a:cs typeface="Times New Roman"/>
              <a:sym typeface="Times New Roman"/>
            </a:endParaRPr>
          </a:p>
        </p:txBody>
      </p:sp>
      <p:pic>
        <p:nvPicPr>
          <p:cNvPr id="1148" name="Google Shape;1148;g3d1afc4545f_0_135"/>
          <p:cNvPicPr preferRelativeResize="0"/>
          <p:nvPr/>
        </p:nvPicPr>
        <p:blipFill rotWithShape="1">
          <a:blip r:embed="rId6">
            <a:alphaModFix/>
          </a:blip>
          <a:srcRect b="0" l="0" r="0" t="0"/>
          <a:stretch/>
        </p:blipFill>
        <p:spPr>
          <a:xfrm>
            <a:off x="10579375" y="6476299"/>
            <a:ext cx="1500023" cy="585000"/>
          </a:xfrm>
          <a:prstGeom prst="rect">
            <a:avLst/>
          </a:prstGeom>
          <a:noFill/>
          <a:ln>
            <a:noFill/>
          </a:ln>
        </p:spPr>
      </p:pic>
      <p:pic>
        <p:nvPicPr>
          <p:cNvPr id="1149" name="Google Shape;1149;g3d1afc4545f_0_135"/>
          <p:cNvPicPr preferRelativeResize="0"/>
          <p:nvPr/>
        </p:nvPicPr>
        <p:blipFill rotWithShape="1">
          <a:blip r:embed="rId4">
            <a:alphaModFix/>
          </a:blip>
          <a:srcRect b="0" l="0" r="0" t="0"/>
          <a:stretch/>
        </p:blipFill>
        <p:spPr>
          <a:xfrm>
            <a:off x="10590934" y="6330522"/>
            <a:ext cx="1499906" cy="585000"/>
          </a:xfrm>
          <a:prstGeom prst="rect">
            <a:avLst/>
          </a:prstGeom>
          <a:noFill/>
          <a:ln>
            <a:noFill/>
          </a:ln>
        </p:spPr>
      </p:pic>
      <p:sp>
        <p:nvSpPr>
          <p:cNvPr id="1150" name="Google Shape;1150;g3d1afc4545f_0_135"/>
          <p:cNvSpPr txBox="1"/>
          <p:nvPr/>
        </p:nvSpPr>
        <p:spPr>
          <a:xfrm>
            <a:off x="-1" y="6288587"/>
            <a:ext cx="5981100" cy="3693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chemeClr val="dk1"/>
              </a:buClr>
              <a:buSzPts val="1800"/>
              <a:buFont typeface="Arial"/>
              <a:buNone/>
            </a:pPr>
            <a:r>
              <a:rPr b="0" i="0" lang="en-US" sz="1800" u="none" cap="none" strike="noStrike">
                <a:solidFill>
                  <a:schemeClr val="lt1"/>
                </a:solidFill>
                <a:latin typeface="Times New Roman"/>
                <a:ea typeface="Times New Roman"/>
                <a:cs typeface="Times New Roman"/>
                <a:sym typeface="Times New Roman"/>
              </a:rPr>
              <a:t>Term Paper Presentation | Ronit Dutta</a:t>
            </a:r>
            <a:endParaRPr b="0" i="0" sz="1800" u="none" cap="none" strike="noStrike">
              <a:solidFill>
                <a:schemeClr val="lt1"/>
              </a:solidFill>
              <a:latin typeface="Times New Roman"/>
              <a:ea typeface="Times New Roman"/>
              <a:cs typeface="Times New Roman"/>
              <a:sym typeface="Times New Roman"/>
            </a:endParaRPr>
          </a:p>
        </p:txBody>
      </p:sp>
      <p:pic>
        <p:nvPicPr>
          <p:cNvPr id="1151" name="Google Shape;1151;g3d1afc4545f_0_135"/>
          <p:cNvPicPr preferRelativeResize="0"/>
          <p:nvPr/>
        </p:nvPicPr>
        <p:blipFill rotWithShape="1">
          <a:blip r:embed="rId4">
            <a:alphaModFix/>
          </a:blip>
          <a:srcRect b="0" l="0" r="0" t="0"/>
          <a:stretch/>
        </p:blipFill>
        <p:spPr>
          <a:xfrm>
            <a:off x="10590934" y="6330522"/>
            <a:ext cx="1499906" cy="585000"/>
          </a:xfrm>
          <a:prstGeom prst="rect">
            <a:avLst/>
          </a:prstGeom>
          <a:noFill/>
          <a:ln>
            <a:noFill/>
          </a:ln>
        </p:spPr>
      </p:pic>
      <p:sp>
        <p:nvSpPr>
          <p:cNvPr id="1152" name="Google Shape;1152;g3d1afc4545f_0_135"/>
          <p:cNvSpPr txBox="1"/>
          <p:nvPr/>
        </p:nvSpPr>
        <p:spPr>
          <a:xfrm>
            <a:off x="-1" y="6288587"/>
            <a:ext cx="5981100" cy="3693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chemeClr val="dk1"/>
              </a:buClr>
              <a:buSzPts val="1800"/>
              <a:buFont typeface="Arial"/>
              <a:buNone/>
            </a:pPr>
            <a:r>
              <a:rPr b="0" i="0" lang="en-US" sz="1800" u="none" cap="none" strike="noStrike">
                <a:solidFill>
                  <a:schemeClr val="lt1"/>
                </a:solidFill>
                <a:latin typeface="Times New Roman"/>
                <a:ea typeface="Times New Roman"/>
                <a:cs typeface="Times New Roman"/>
                <a:sym typeface="Times New Roman"/>
              </a:rPr>
              <a:t>Term Paper Presentation | Ronit Dutta</a:t>
            </a:r>
            <a:endParaRPr b="0" i="0" sz="1800" u="none" cap="none" strike="noStrike">
              <a:solidFill>
                <a:schemeClr val="lt1"/>
              </a:solidFill>
              <a:latin typeface="Times New Roman"/>
              <a:ea typeface="Times New Roman"/>
              <a:cs typeface="Times New Roman"/>
              <a:sym typeface="Times New Roman"/>
            </a:endParaRPr>
          </a:p>
        </p:txBody>
      </p:sp>
      <p:pic>
        <p:nvPicPr>
          <p:cNvPr id="1153" name="Google Shape;1153;g3d1afc4545f_0_135"/>
          <p:cNvPicPr preferRelativeResize="0"/>
          <p:nvPr/>
        </p:nvPicPr>
        <p:blipFill rotWithShape="1">
          <a:blip r:embed="rId4">
            <a:alphaModFix/>
          </a:blip>
          <a:srcRect b="0" l="0" r="0" t="0"/>
          <a:stretch/>
        </p:blipFill>
        <p:spPr>
          <a:xfrm>
            <a:off x="10590934" y="6330522"/>
            <a:ext cx="1499906" cy="585000"/>
          </a:xfrm>
          <a:prstGeom prst="rect">
            <a:avLst/>
          </a:prstGeom>
          <a:noFill/>
          <a:ln>
            <a:noFill/>
          </a:ln>
        </p:spPr>
      </p:pic>
      <p:sp>
        <p:nvSpPr>
          <p:cNvPr id="1154" name="Google Shape;1154;g3d1afc4545f_0_135"/>
          <p:cNvSpPr txBox="1"/>
          <p:nvPr/>
        </p:nvSpPr>
        <p:spPr>
          <a:xfrm>
            <a:off x="-1" y="6288587"/>
            <a:ext cx="5981100" cy="6465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chemeClr val="dk1"/>
              </a:buClr>
              <a:buSzPts val="1800"/>
              <a:buFont typeface="Arial"/>
              <a:buNone/>
            </a:pPr>
            <a:r>
              <a:rPr b="0" i="0" lang="en-US" sz="1800" u="none" cap="none" strike="noStrike">
                <a:solidFill>
                  <a:schemeClr val="lt1"/>
                </a:solidFill>
                <a:latin typeface="Times New Roman"/>
                <a:ea typeface="Times New Roman"/>
                <a:cs typeface="Times New Roman"/>
                <a:sym typeface="Times New Roman"/>
              </a:rPr>
              <a:t>Machine Learning Professional</a:t>
            </a:r>
            <a:br>
              <a:rPr b="0" i="0" lang="en-US" sz="1800" u="none" cap="none" strike="noStrike">
                <a:solidFill>
                  <a:schemeClr val="lt1"/>
                </a:solidFill>
                <a:latin typeface="Times New Roman"/>
                <a:ea typeface="Times New Roman"/>
                <a:cs typeface="Times New Roman"/>
                <a:sym typeface="Times New Roman"/>
              </a:rPr>
            </a:br>
            <a:r>
              <a:rPr b="0" i="0" lang="en-US" sz="1800" u="none" cap="none" strike="noStrike">
                <a:solidFill>
                  <a:schemeClr val="lt1"/>
                </a:solidFill>
                <a:latin typeface="Times New Roman"/>
                <a:ea typeface="Times New Roman"/>
                <a:cs typeface="Times New Roman"/>
                <a:sym typeface="Times New Roman"/>
              </a:rPr>
              <a:t>Project Presentation</a:t>
            </a:r>
            <a:endParaRPr b="0" i="0" sz="1800" u="none" cap="none" strike="noStrike">
              <a:solidFill>
                <a:schemeClr val="lt1"/>
              </a:solidFill>
              <a:latin typeface="Times New Roman"/>
              <a:ea typeface="Times New Roman"/>
              <a:cs typeface="Times New Roman"/>
              <a:sym typeface="Times New Roman"/>
            </a:endParaRPr>
          </a:p>
        </p:txBody>
      </p:sp>
      <p:pic>
        <p:nvPicPr>
          <p:cNvPr id="1155" name="Google Shape;1155;g3d1afc4545f_0_135"/>
          <p:cNvPicPr preferRelativeResize="0"/>
          <p:nvPr/>
        </p:nvPicPr>
        <p:blipFill rotWithShape="1">
          <a:blip r:embed="rId6">
            <a:alphaModFix/>
          </a:blip>
          <a:srcRect b="0" l="0" r="0" t="0"/>
          <a:stretch/>
        </p:blipFill>
        <p:spPr>
          <a:xfrm>
            <a:off x="10590875" y="6341462"/>
            <a:ext cx="1500023" cy="585000"/>
          </a:xfrm>
          <a:prstGeom prst="rect">
            <a:avLst/>
          </a:prstGeom>
          <a:noFill/>
          <a:ln>
            <a:noFill/>
          </a:ln>
        </p:spPr>
      </p:pic>
      <p:sp>
        <p:nvSpPr>
          <p:cNvPr id="1156" name="Google Shape;1156;g3d1afc4545f_0_135"/>
          <p:cNvSpPr txBox="1"/>
          <p:nvPr/>
        </p:nvSpPr>
        <p:spPr>
          <a:xfrm>
            <a:off x="-1" y="6288587"/>
            <a:ext cx="5981100" cy="6465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chemeClr val="dk1"/>
              </a:buClr>
              <a:buSzPts val="1800"/>
              <a:buFont typeface="Arial"/>
              <a:buNone/>
            </a:pPr>
            <a:r>
              <a:rPr b="0" i="0" lang="en-US" sz="1800" u="none" cap="none" strike="noStrike">
                <a:solidFill>
                  <a:schemeClr val="lt1"/>
                </a:solidFill>
                <a:latin typeface="Times New Roman"/>
                <a:ea typeface="Times New Roman"/>
                <a:cs typeface="Times New Roman"/>
                <a:sym typeface="Times New Roman"/>
              </a:rPr>
              <a:t>Machine Learning Professional</a:t>
            </a:r>
            <a:br>
              <a:rPr b="0" i="0" lang="en-US" sz="1800" u="none" cap="none" strike="noStrike">
                <a:solidFill>
                  <a:schemeClr val="lt1"/>
                </a:solidFill>
                <a:latin typeface="Times New Roman"/>
                <a:ea typeface="Times New Roman"/>
                <a:cs typeface="Times New Roman"/>
                <a:sym typeface="Times New Roman"/>
              </a:rPr>
            </a:br>
            <a:r>
              <a:rPr b="0" i="0" lang="en-US" sz="1800" u="none" cap="none" strike="noStrike">
                <a:solidFill>
                  <a:schemeClr val="lt1"/>
                </a:solidFill>
                <a:latin typeface="Times New Roman"/>
                <a:ea typeface="Times New Roman"/>
                <a:cs typeface="Times New Roman"/>
                <a:sym typeface="Times New Roman"/>
              </a:rPr>
              <a:t>Project Presentation</a:t>
            </a:r>
            <a:endParaRPr b="0" i="0" sz="1800" u="none" cap="none" strike="noStrike">
              <a:solidFill>
                <a:schemeClr val="lt1"/>
              </a:solidFill>
              <a:latin typeface="Times New Roman"/>
              <a:ea typeface="Times New Roman"/>
              <a:cs typeface="Times New Roman"/>
              <a:sym typeface="Times New Roman"/>
            </a:endParaRPr>
          </a:p>
        </p:txBody>
      </p:sp>
      <p:pic>
        <p:nvPicPr>
          <p:cNvPr id="1157" name="Google Shape;1157;g3d1afc4545f_0_135"/>
          <p:cNvPicPr preferRelativeResize="0"/>
          <p:nvPr/>
        </p:nvPicPr>
        <p:blipFill rotWithShape="1">
          <a:blip r:embed="rId6">
            <a:alphaModFix/>
          </a:blip>
          <a:srcRect b="0" l="0" r="0" t="0"/>
          <a:stretch/>
        </p:blipFill>
        <p:spPr>
          <a:xfrm>
            <a:off x="10590875" y="6330524"/>
            <a:ext cx="1500023" cy="585000"/>
          </a:xfrm>
          <a:prstGeom prst="rect">
            <a:avLst/>
          </a:prstGeom>
          <a:noFill/>
          <a:ln>
            <a:noFill/>
          </a:ln>
        </p:spPr>
      </p:pic>
      <p:sp>
        <p:nvSpPr>
          <p:cNvPr id="1158" name="Google Shape;1158;g3d1afc4545f_0_135"/>
          <p:cNvSpPr txBox="1"/>
          <p:nvPr/>
        </p:nvSpPr>
        <p:spPr>
          <a:xfrm>
            <a:off x="-1" y="6234672"/>
            <a:ext cx="5981100" cy="6465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chemeClr val="dk1"/>
              </a:buClr>
              <a:buSzPts val="1800"/>
              <a:buFont typeface="Arial"/>
              <a:buNone/>
            </a:pPr>
            <a:r>
              <a:rPr b="0" i="0" lang="en-US" sz="1800" u="none" cap="none" strike="noStrike">
                <a:solidFill>
                  <a:schemeClr val="lt1"/>
                </a:solidFill>
                <a:latin typeface="Times New Roman"/>
                <a:ea typeface="Times New Roman"/>
                <a:cs typeface="Times New Roman"/>
                <a:sym typeface="Times New Roman"/>
              </a:rPr>
              <a:t>Machine Learning Professional</a:t>
            </a:r>
            <a:br>
              <a:rPr b="0" i="0" lang="en-US" sz="1800" u="none" cap="none" strike="noStrike">
                <a:solidFill>
                  <a:schemeClr val="lt1"/>
                </a:solidFill>
                <a:latin typeface="Times New Roman"/>
                <a:ea typeface="Times New Roman"/>
                <a:cs typeface="Times New Roman"/>
                <a:sym typeface="Times New Roman"/>
              </a:rPr>
            </a:br>
            <a:r>
              <a:rPr b="0" i="0" lang="en-US" sz="1800" u="none" cap="none" strike="noStrike">
                <a:solidFill>
                  <a:schemeClr val="lt1"/>
                </a:solidFill>
                <a:latin typeface="Times New Roman"/>
                <a:ea typeface="Times New Roman"/>
                <a:cs typeface="Times New Roman"/>
                <a:sym typeface="Times New Roman"/>
              </a:rPr>
              <a:t>Project Presentation</a:t>
            </a:r>
            <a:endParaRPr b="0" i="0" sz="1800" u="none" cap="none" strike="noStrike">
              <a:solidFill>
                <a:schemeClr val="lt1"/>
              </a:solidFill>
              <a:latin typeface="Times New Roman"/>
              <a:ea typeface="Times New Roman"/>
              <a:cs typeface="Times New Roman"/>
              <a:sym typeface="Times New Roman"/>
            </a:endParaRPr>
          </a:p>
        </p:txBody>
      </p:sp>
      <p:pic>
        <p:nvPicPr>
          <p:cNvPr id="1159" name="Google Shape;1159;g3d1afc4545f_0_135"/>
          <p:cNvPicPr preferRelativeResize="0"/>
          <p:nvPr/>
        </p:nvPicPr>
        <p:blipFill rotWithShape="1">
          <a:blip r:embed="rId6">
            <a:alphaModFix/>
          </a:blip>
          <a:srcRect b="0" l="0" r="0" t="0"/>
          <a:stretch/>
        </p:blipFill>
        <p:spPr>
          <a:xfrm>
            <a:off x="10590875" y="6330524"/>
            <a:ext cx="1500023" cy="585000"/>
          </a:xfrm>
          <a:prstGeom prst="rect">
            <a:avLst/>
          </a:prstGeom>
          <a:noFill/>
          <a:ln>
            <a:noFill/>
          </a:ln>
        </p:spPr>
      </p:pic>
      <p:sp>
        <p:nvSpPr>
          <p:cNvPr id="1160" name="Google Shape;1160;g3d1afc4545f_0_135"/>
          <p:cNvSpPr txBox="1"/>
          <p:nvPr/>
        </p:nvSpPr>
        <p:spPr>
          <a:xfrm>
            <a:off x="-1" y="6234672"/>
            <a:ext cx="5981100" cy="6465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chemeClr val="dk1"/>
              </a:buClr>
              <a:buSzPts val="1800"/>
              <a:buFont typeface="Arial"/>
              <a:buNone/>
            </a:pPr>
            <a:r>
              <a:rPr b="0" i="0" lang="en-US" sz="1800" u="none" cap="none" strike="noStrike">
                <a:solidFill>
                  <a:schemeClr val="lt1"/>
                </a:solidFill>
                <a:latin typeface="Times New Roman"/>
                <a:ea typeface="Times New Roman"/>
                <a:cs typeface="Times New Roman"/>
                <a:sym typeface="Times New Roman"/>
              </a:rPr>
              <a:t>Machine Learning Professional</a:t>
            </a:r>
            <a:br>
              <a:rPr b="0" i="0" lang="en-US" sz="1800" u="none" cap="none" strike="noStrike">
                <a:solidFill>
                  <a:schemeClr val="lt1"/>
                </a:solidFill>
                <a:latin typeface="Times New Roman"/>
                <a:ea typeface="Times New Roman"/>
                <a:cs typeface="Times New Roman"/>
                <a:sym typeface="Times New Roman"/>
              </a:rPr>
            </a:br>
            <a:r>
              <a:rPr b="0" i="0" lang="en-US" sz="1800" u="none" cap="none" strike="noStrike">
                <a:solidFill>
                  <a:schemeClr val="lt1"/>
                </a:solidFill>
                <a:latin typeface="Times New Roman"/>
                <a:ea typeface="Times New Roman"/>
                <a:cs typeface="Times New Roman"/>
                <a:sym typeface="Times New Roman"/>
              </a:rPr>
              <a:t>Project Presentation</a:t>
            </a:r>
            <a:endParaRPr b="0" i="0" sz="1800" u="none" cap="none" strike="noStrike">
              <a:solidFill>
                <a:schemeClr val="lt1"/>
              </a:solidFill>
              <a:latin typeface="Times New Roman"/>
              <a:ea typeface="Times New Roman"/>
              <a:cs typeface="Times New Roman"/>
              <a:sym typeface="Times New Roman"/>
            </a:endParaRPr>
          </a:p>
        </p:txBody>
      </p:sp>
      <p:pic>
        <p:nvPicPr>
          <p:cNvPr id="1161" name="Google Shape;1161;g3d1afc4545f_0_135"/>
          <p:cNvPicPr preferRelativeResize="0"/>
          <p:nvPr/>
        </p:nvPicPr>
        <p:blipFill rotWithShape="1">
          <a:blip r:embed="rId6">
            <a:alphaModFix/>
          </a:blip>
          <a:srcRect b="0" l="0" r="0" t="0"/>
          <a:stretch/>
        </p:blipFill>
        <p:spPr>
          <a:xfrm>
            <a:off x="10590875" y="6330524"/>
            <a:ext cx="1500023" cy="585000"/>
          </a:xfrm>
          <a:prstGeom prst="rect">
            <a:avLst/>
          </a:prstGeom>
          <a:noFill/>
          <a:ln>
            <a:noFill/>
          </a:ln>
        </p:spPr>
      </p:pic>
      <p:sp>
        <p:nvSpPr>
          <p:cNvPr id="1162" name="Google Shape;1162;g3d1afc4545f_0_135"/>
          <p:cNvSpPr txBox="1"/>
          <p:nvPr/>
        </p:nvSpPr>
        <p:spPr>
          <a:xfrm>
            <a:off x="-1" y="6234672"/>
            <a:ext cx="5981100" cy="6465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chemeClr val="dk1"/>
              </a:buClr>
              <a:buSzPts val="1800"/>
              <a:buFont typeface="Arial"/>
              <a:buNone/>
            </a:pPr>
            <a:r>
              <a:rPr b="0" i="0" lang="en-US" sz="1800" u="none" cap="none" strike="noStrike">
                <a:solidFill>
                  <a:schemeClr val="lt1"/>
                </a:solidFill>
                <a:latin typeface="Times New Roman"/>
                <a:ea typeface="Times New Roman"/>
                <a:cs typeface="Times New Roman"/>
                <a:sym typeface="Times New Roman"/>
              </a:rPr>
              <a:t>Nanoelectronics - Seminar Presentation</a:t>
            </a:r>
            <a:br>
              <a:rPr b="0" i="0" lang="en-US" sz="1800" u="none" cap="none" strike="noStrike">
                <a:solidFill>
                  <a:schemeClr val="lt1"/>
                </a:solidFill>
                <a:latin typeface="Times New Roman"/>
                <a:ea typeface="Times New Roman"/>
                <a:cs typeface="Times New Roman"/>
                <a:sym typeface="Times New Roman"/>
              </a:rPr>
            </a:br>
            <a:r>
              <a:rPr b="0" i="0" lang="en-US" sz="1800" u="none" cap="none" strike="noStrike">
                <a:solidFill>
                  <a:schemeClr val="lt1"/>
                </a:solidFill>
                <a:latin typeface="Times New Roman"/>
                <a:ea typeface="Times New Roman"/>
                <a:cs typeface="Times New Roman"/>
                <a:sym typeface="Times New Roman"/>
              </a:rPr>
              <a:t>Ronit Dutta</a:t>
            </a:r>
            <a:endParaRPr b="0" i="0" sz="1800" u="none" cap="none" strike="noStrike">
              <a:solidFill>
                <a:schemeClr val="lt1"/>
              </a:solidFill>
              <a:latin typeface="Times New Roman"/>
              <a:ea typeface="Times New Roman"/>
              <a:cs typeface="Times New Roman"/>
              <a:sym typeface="Times New Roman"/>
            </a:endParaRPr>
          </a:p>
        </p:txBody>
      </p:sp>
      <p:pic>
        <p:nvPicPr>
          <p:cNvPr id="1163" name="Google Shape;1163;g3d1afc4545f_0_135"/>
          <p:cNvPicPr preferRelativeResize="0"/>
          <p:nvPr/>
        </p:nvPicPr>
        <p:blipFill rotWithShape="1">
          <a:blip r:embed="rId6">
            <a:alphaModFix/>
          </a:blip>
          <a:srcRect b="0" l="0" r="0" t="0"/>
          <a:stretch/>
        </p:blipFill>
        <p:spPr>
          <a:xfrm>
            <a:off x="10590875" y="6330524"/>
            <a:ext cx="1500023" cy="585000"/>
          </a:xfrm>
          <a:prstGeom prst="rect">
            <a:avLst/>
          </a:prstGeom>
          <a:noFill/>
          <a:ln>
            <a:noFill/>
          </a:ln>
        </p:spPr>
      </p:pic>
      <p:pic>
        <p:nvPicPr>
          <p:cNvPr id="1164" name="Google Shape;1164;g3d1afc4545f_0_135"/>
          <p:cNvPicPr preferRelativeResize="0"/>
          <p:nvPr/>
        </p:nvPicPr>
        <p:blipFill rotWithShape="1">
          <a:blip r:embed="rId4">
            <a:alphaModFix/>
          </a:blip>
          <a:srcRect b="0" l="0" r="0" t="0"/>
          <a:stretch/>
        </p:blipFill>
        <p:spPr>
          <a:xfrm>
            <a:off x="10590934" y="6330522"/>
            <a:ext cx="1499906" cy="585000"/>
          </a:xfrm>
          <a:prstGeom prst="rect">
            <a:avLst/>
          </a:prstGeom>
          <a:noFill/>
          <a:ln>
            <a:noFill/>
          </a:ln>
        </p:spPr>
      </p:pic>
      <p:sp>
        <p:nvSpPr>
          <p:cNvPr id="1165" name="Google Shape;1165;g3d1afc4545f_0_135"/>
          <p:cNvSpPr txBox="1"/>
          <p:nvPr/>
        </p:nvSpPr>
        <p:spPr>
          <a:xfrm>
            <a:off x="-1" y="6288587"/>
            <a:ext cx="5981100" cy="3693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chemeClr val="dk1"/>
              </a:buClr>
              <a:buSzPts val="1800"/>
              <a:buFont typeface="Arial"/>
              <a:buNone/>
            </a:pPr>
            <a:r>
              <a:rPr b="0" i="0" lang="en-US" sz="1800" u="none" cap="none" strike="noStrike">
                <a:solidFill>
                  <a:schemeClr val="lt1"/>
                </a:solidFill>
                <a:latin typeface="Times New Roman"/>
                <a:ea typeface="Times New Roman"/>
                <a:cs typeface="Times New Roman"/>
                <a:sym typeface="Times New Roman"/>
              </a:rPr>
              <a:t>Term Paper Presentation | Ronit Dutta</a:t>
            </a:r>
            <a:endParaRPr b="0" i="0" sz="1800" u="none" cap="none" strike="noStrike">
              <a:solidFill>
                <a:schemeClr val="lt1"/>
              </a:solidFill>
              <a:latin typeface="Times New Roman"/>
              <a:ea typeface="Times New Roman"/>
              <a:cs typeface="Times New Roman"/>
              <a:sym typeface="Times New Roman"/>
            </a:endParaRPr>
          </a:p>
        </p:txBody>
      </p:sp>
      <p:pic>
        <p:nvPicPr>
          <p:cNvPr id="1166" name="Google Shape;1166;g3d1afc4545f_0_135"/>
          <p:cNvPicPr preferRelativeResize="0"/>
          <p:nvPr/>
        </p:nvPicPr>
        <p:blipFill rotWithShape="1">
          <a:blip r:embed="rId4">
            <a:alphaModFix/>
          </a:blip>
          <a:srcRect b="0" l="0" r="0" t="0"/>
          <a:stretch/>
        </p:blipFill>
        <p:spPr>
          <a:xfrm>
            <a:off x="10590934" y="6330522"/>
            <a:ext cx="1499906" cy="585000"/>
          </a:xfrm>
          <a:prstGeom prst="rect">
            <a:avLst/>
          </a:prstGeom>
          <a:noFill/>
          <a:ln>
            <a:noFill/>
          </a:ln>
        </p:spPr>
      </p:pic>
      <p:sp>
        <p:nvSpPr>
          <p:cNvPr id="1167" name="Google Shape;1167;g3d1afc4545f_0_135"/>
          <p:cNvSpPr txBox="1"/>
          <p:nvPr/>
        </p:nvSpPr>
        <p:spPr>
          <a:xfrm>
            <a:off x="-1" y="6288587"/>
            <a:ext cx="5981100" cy="3693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chemeClr val="dk1"/>
              </a:buClr>
              <a:buSzPts val="1800"/>
              <a:buFont typeface="Arial"/>
              <a:buNone/>
            </a:pPr>
            <a:r>
              <a:rPr b="0" i="0" lang="en-US" sz="1800" u="none" cap="none" strike="noStrike">
                <a:solidFill>
                  <a:schemeClr val="lt1"/>
                </a:solidFill>
                <a:latin typeface="Times New Roman"/>
                <a:ea typeface="Times New Roman"/>
                <a:cs typeface="Times New Roman"/>
                <a:sym typeface="Times New Roman"/>
              </a:rPr>
              <a:t>Term Paper Presentation | Ronit Dutta</a:t>
            </a:r>
            <a:endParaRPr b="0" i="0" sz="1800" u="none" cap="none" strike="noStrike">
              <a:solidFill>
                <a:schemeClr val="lt1"/>
              </a:solidFill>
              <a:latin typeface="Times New Roman"/>
              <a:ea typeface="Times New Roman"/>
              <a:cs typeface="Times New Roman"/>
              <a:sym typeface="Times New Roman"/>
            </a:endParaRPr>
          </a:p>
        </p:txBody>
      </p:sp>
      <p:pic>
        <p:nvPicPr>
          <p:cNvPr id="1168" name="Google Shape;1168;g3d1afc4545f_0_135"/>
          <p:cNvPicPr preferRelativeResize="0"/>
          <p:nvPr/>
        </p:nvPicPr>
        <p:blipFill rotWithShape="1">
          <a:blip r:embed="rId4">
            <a:alphaModFix/>
          </a:blip>
          <a:srcRect b="0" l="0" r="0" t="0"/>
          <a:stretch/>
        </p:blipFill>
        <p:spPr>
          <a:xfrm>
            <a:off x="10590934" y="6330522"/>
            <a:ext cx="1499906" cy="585000"/>
          </a:xfrm>
          <a:prstGeom prst="rect">
            <a:avLst/>
          </a:prstGeom>
          <a:noFill/>
          <a:ln>
            <a:noFill/>
          </a:ln>
        </p:spPr>
      </p:pic>
      <p:sp>
        <p:nvSpPr>
          <p:cNvPr id="1169" name="Google Shape;1169;g3d1afc4545f_0_135"/>
          <p:cNvSpPr txBox="1"/>
          <p:nvPr/>
        </p:nvSpPr>
        <p:spPr>
          <a:xfrm>
            <a:off x="-1" y="6288587"/>
            <a:ext cx="5981100" cy="6465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chemeClr val="dk1"/>
              </a:buClr>
              <a:buSzPts val="1800"/>
              <a:buFont typeface="Arial"/>
              <a:buNone/>
            </a:pPr>
            <a:r>
              <a:rPr b="0" i="0" lang="en-US" sz="1800" u="none" cap="none" strike="noStrike">
                <a:solidFill>
                  <a:schemeClr val="lt1"/>
                </a:solidFill>
                <a:latin typeface="Times New Roman"/>
                <a:ea typeface="Times New Roman"/>
                <a:cs typeface="Times New Roman"/>
                <a:sym typeface="Times New Roman"/>
              </a:rPr>
              <a:t>Machine Learning Professional</a:t>
            </a:r>
            <a:br>
              <a:rPr b="0" i="0" lang="en-US" sz="1800" u="none" cap="none" strike="noStrike">
                <a:solidFill>
                  <a:schemeClr val="lt1"/>
                </a:solidFill>
                <a:latin typeface="Times New Roman"/>
                <a:ea typeface="Times New Roman"/>
                <a:cs typeface="Times New Roman"/>
                <a:sym typeface="Times New Roman"/>
              </a:rPr>
            </a:br>
            <a:r>
              <a:rPr b="0" i="0" lang="en-US" sz="1800" u="none" cap="none" strike="noStrike">
                <a:solidFill>
                  <a:schemeClr val="lt1"/>
                </a:solidFill>
                <a:latin typeface="Times New Roman"/>
                <a:ea typeface="Times New Roman"/>
                <a:cs typeface="Times New Roman"/>
                <a:sym typeface="Times New Roman"/>
              </a:rPr>
              <a:t>Project Presentation</a:t>
            </a:r>
            <a:endParaRPr b="0" i="0" sz="1800" u="none" cap="none" strike="noStrike">
              <a:solidFill>
                <a:schemeClr val="lt1"/>
              </a:solidFill>
              <a:latin typeface="Times New Roman"/>
              <a:ea typeface="Times New Roman"/>
              <a:cs typeface="Times New Roman"/>
              <a:sym typeface="Times New Roman"/>
            </a:endParaRPr>
          </a:p>
        </p:txBody>
      </p:sp>
      <p:pic>
        <p:nvPicPr>
          <p:cNvPr id="1170" name="Google Shape;1170;g3d1afc4545f_0_135"/>
          <p:cNvPicPr preferRelativeResize="0"/>
          <p:nvPr/>
        </p:nvPicPr>
        <p:blipFill rotWithShape="1">
          <a:blip r:embed="rId6">
            <a:alphaModFix/>
          </a:blip>
          <a:srcRect b="0" l="0" r="0" t="0"/>
          <a:stretch/>
        </p:blipFill>
        <p:spPr>
          <a:xfrm>
            <a:off x="10590875" y="6341462"/>
            <a:ext cx="1500023" cy="585000"/>
          </a:xfrm>
          <a:prstGeom prst="rect">
            <a:avLst/>
          </a:prstGeom>
          <a:noFill/>
          <a:ln>
            <a:noFill/>
          </a:ln>
        </p:spPr>
      </p:pic>
      <p:sp>
        <p:nvSpPr>
          <p:cNvPr id="1171" name="Google Shape;1171;g3d1afc4545f_0_135"/>
          <p:cNvSpPr txBox="1"/>
          <p:nvPr/>
        </p:nvSpPr>
        <p:spPr>
          <a:xfrm>
            <a:off x="-1" y="6288587"/>
            <a:ext cx="5981100" cy="6465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chemeClr val="dk1"/>
              </a:buClr>
              <a:buSzPts val="1800"/>
              <a:buFont typeface="Arial"/>
              <a:buNone/>
            </a:pPr>
            <a:r>
              <a:rPr b="0" i="0" lang="en-US" sz="1800" u="none" cap="none" strike="noStrike">
                <a:solidFill>
                  <a:schemeClr val="lt1"/>
                </a:solidFill>
                <a:latin typeface="Times New Roman"/>
                <a:ea typeface="Times New Roman"/>
                <a:cs typeface="Times New Roman"/>
                <a:sym typeface="Times New Roman"/>
              </a:rPr>
              <a:t>Machine Learning Professional</a:t>
            </a:r>
            <a:br>
              <a:rPr b="0" i="0" lang="en-US" sz="1800" u="none" cap="none" strike="noStrike">
                <a:solidFill>
                  <a:schemeClr val="lt1"/>
                </a:solidFill>
                <a:latin typeface="Times New Roman"/>
                <a:ea typeface="Times New Roman"/>
                <a:cs typeface="Times New Roman"/>
                <a:sym typeface="Times New Roman"/>
              </a:rPr>
            </a:br>
            <a:r>
              <a:rPr b="0" i="0" lang="en-US" sz="1800" u="none" cap="none" strike="noStrike">
                <a:solidFill>
                  <a:schemeClr val="lt1"/>
                </a:solidFill>
                <a:latin typeface="Times New Roman"/>
                <a:ea typeface="Times New Roman"/>
                <a:cs typeface="Times New Roman"/>
                <a:sym typeface="Times New Roman"/>
              </a:rPr>
              <a:t>Project Presentation</a:t>
            </a:r>
            <a:endParaRPr b="0" i="0" sz="1800" u="none" cap="none" strike="noStrike">
              <a:solidFill>
                <a:schemeClr val="lt1"/>
              </a:solidFill>
              <a:latin typeface="Times New Roman"/>
              <a:ea typeface="Times New Roman"/>
              <a:cs typeface="Times New Roman"/>
              <a:sym typeface="Times New Roman"/>
            </a:endParaRPr>
          </a:p>
        </p:txBody>
      </p:sp>
      <p:pic>
        <p:nvPicPr>
          <p:cNvPr id="1172" name="Google Shape;1172;g3d1afc4545f_0_135"/>
          <p:cNvPicPr preferRelativeResize="0"/>
          <p:nvPr/>
        </p:nvPicPr>
        <p:blipFill rotWithShape="1">
          <a:blip r:embed="rId6">
            <a:alphaModFix/>
          </a:blip>
          <a:srcRect b="0" l="0" r="0" t="0"/>
          <a:stretch/>
        </p:blipFill>
        <p:spPr>
          <a:xfrm>
            <a:off x="10590875" y="6330524"/>
            <a:ext cx="1500023" cy="585000"/>
          </a:xfrm>
          <a:prstGeom prst="rect">
            <a:avLst/>
          </a:prstGeom>
          <a:noFill/>
          <a:ln>
            <a:noFill/>
          </a:ln>
        </p:spPr>
      </p:pic>
      <p:sp>
        <p:nvSpPr>
          <p:cNvPr id="1173" name="Google Shape;1173;g3d1afc4545f_0_135"/>
          <p:cNvSpPr txBox="1"/>
          <p:nvPr/>
        </p:nvSpPr>
        <p:spPr>
          <a:xfrm>
            <a:off x="-1" y="6234672"/>
            <a:ext cx="5981100" cy="6465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chemeClr val="dk1"/>
              </a:buClr>
              <a:buSzPts val="1800"/>
              <a:buFont typeface="Arial"/>
              <a:buNone/>
            </a:pPr>
            <a:r>
              <a:rPr b="0" i="0" lang="en-US" sz="1800" u="none" cap="none" strike="noStrike">
                <a:solidFill>
                  <a:schemeClr val="lt1"/>
                </a:solidFill>
                <a:latin typeface="Times New Roman"/>
                <a:ea typeface="Times New Roman"/>
                <a:cs typeface="Times New Roman"/>
                <a:sym typeface="Times New Roman"/>
              </a:rPr>
              <a:t>Machine Learning Professional</a:t>
            </a:r>
            <a:br>
              <a:rPr b="0" i="0" lang="en-US" sz="1800" u="none" cap="none" strike="noStrike">
                <a:solidFill>
                  <a:schemeClr val="lt1"/>
                </a:solidFill>
                <a:latin typeface="Times New Roman"/>
                <a:ea typeface="Times New Roman"/>
                <a:cs typeface="Times New Roman"/>
                <a:sym typeface="Times New Roman"/>
              </a:rPr>
            </a:br>
            <a:r>
              <a:rPr b="0" i="0" lang="en-US" sz="1800" u="none" cap="none" strike="noStrike">
                <a:solidFill>
                  <a:schemeClr val="lt1"/>
                </a:solidFill>
                <a:latin typeface="Times New Roman"/>
                <a:ea typeface="Times New Roman"/>
                <a:cs typeface="Times New Roman"/>
                <a:sym typeface="Times New Roman"/>
              </a:rPr>
              <a:t>Project Presentation</a:t>
            </a:r>
            <a:endParaRPr b="0" i="0" sz="1800" u="none" cap="none" strike="noStrike">
              <a:solidFill>
                <a:schemeClr val="lt1"/>
              </a:solidFill>
              <a:latin typeface="Times New Roman"/>
              <a:ea typeface="Times New Roman"/>
              <a:cs typeface="Times New Roman"/>
              <a:sym typeface="Times New Roman"/>
            </a:endParaRPr>
          </a:p>
        </p:txBody>
      </p:sp>
      <p:pic>
        <p:nvPicPr>
          <p:cNvPr id="1174" name="Google Shape;1174;g3d1afc4545f_0_135"/>
          <p:cNvPicPr preferRelativeResize="0"/>
          <p:nvPr/>
        </p:nvPicPr>
        <p:blipFill rotWithShape="1">
          <a:blip r:embed="rId6">
            <a:alphaModFix/>
          </a:blip>
          <a:srcRect b="0" l="0" r="0" t="0"/>
          <a:stretch/>
        </p:blipFill>
        <p:spPr>
          <a:xfrm>
            <a:off x="10590875" y="6330524"/>
            <a:ext cx="1500023" cy="585000"/>
          </a:xfrm>
          <a:prstGeom prst="rect">
            <a:avLst/>
          </a:prstGeom>
          <a:noFill/>
          <a:ln>
            <a:noFill/>
          </a:ln>
        </p:spPr>
      </p:pic>
      <p:sp>
        <p:nvSpPr>
          <p:cNvPr id="1175" name="Google Shape;1175;g3d1afc4545f_0_135"/>
          <p:cNvSpPr txBox="1"/>
          <p:nvPr/>
        </p:nvSpPr>
        <p:spPr>
          <a:xfrm>
            <a:off x="-1" y="6234672"/>
            <a:ext cx="5981100" cy="6465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chemeClr val="dk1"/>
              </a:buClr>
              <a:buSzPts val="1800"/>
              <a:buFont typeface="Arial"/>
              <a:buNone/>
            </a:pPr>
            <a:r>
              <a:rPr b="0" i="0" lang="en-US" sz="1800" u="none" cap="none" strike="noStrike">
                <a:solidFill>
                  <a:schemeClr val="lt1"/>
                </a:solidFill>
                <a:latin typeface="Times New Roman"/>
                <a:ea typeface="Times New Roman"/>
                <a:cs typeface="Times New Roman"/>
                <a:sym typeface="Times New Roman"/>
              </a:rPr>
              <a:t>Machine Learning Professional</a:t>
            </a:r>
            <a:br>
              <a:rPr b="0" i="0" lang="en-US" sz="1800" u="none" cap="none" strike="noStrike">
                <a:solidFill>
                  <a:schemeClr val="lt1"/>
                </a:solidFill>
                <a:latin typeface="Times New Roman"/>
                <a:ea typeface="Times New Roman"/>
                <a:cs typeface="Times New Roman"/>
                <a:sym typeface="Times New Roman"/>
              </a:rPr>
            </a:br>
            <a:r>
              <a:rPr b="0" i="0" lang="en-US" sz="1800" u="none" cap="none" strike="noStrike">
                <a:solidFill>
                  <a:schemeClr val="lt1"/>
                </a:solidFill>
                <a:latin typeface="Times New Roman"/>
                <a:ea typeface="Times New Roman"/>
                <a:cs typeface="Times New Roman"/>
                <a:sym typeface="Times New Roman"/>
              </a:rPr>
              <a:t>Project Presentation</a:t>
            </a:r>
            <a:endParaRPr b="0" i="0" sz="1800" u="none" cap="none" strike="noStrike">
              <a:solidFill>
                <a:schemeClr val="lt1"/>
              </a:solidFill>
              <a:latin typeface="Times New Roman"/>
              <a:ea typeface="Times New Roman"/>
              <a:cs typeface="Times New Roman"/>
              <a:sym typeface="Times New Roman"/>
            </a:endParaRPr>
          </a:p>
        </p:txBody>
      </p:sp>
      <p:pic>
        <p:nvPicPr>
          <p:cNvPr id="1176" name="Google Shape;1176;g3d1afc4545f_0_135"/>
          <p:cNvPicPr preferRelativeResize="0"/>
          <p:nvPr/>
        </p:nvPicPr>
        <p:blipFill rotWithShape="1">
          <a:blip r:embed="rId6">
            <a:alphaModFix/>
          </a:blip>
          <a:srcRect b="0" l="0" r="0" t="0"/>
          <a:stretch/>
        </p:blipFill>
        <p:spPr>
          <a:xfrm>
            <a:off x="10590875" y="6330524"/>
            <a:ext cx="1500023" cy="585000"/>
          </a:xfrm>
          <a:prstGeom prst="rect">
            <a:avLst/>
          </a:prstGeom>
          <a:noFill/>
          <a:ln>
            <a:noFill/>
          </a:ln>
        </p:spPr>
      </p:pic>
      <p:sp>
        <p:nvSpPr>
          <p:cNvPr id="1177" name="Google Shape;1177;g3d1afc4545f_0_135"/>
          <p:cNvSpPr txBox="1"/>
          <p:nvPr/>
        </p:nvSpPr>
        <p:spPr>
          <a:xfrm>
            <a:off x="-1" y="6234672"/>
            <a:ext cx="5981100" cy="6465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chemeClr val="dk1"/>
              </a:buClr>
              <a:buSzPts val="1800"/>
              <a:buFont typeface="Arial"/>
              <a:buNone/>
            </a:pPr>
            <a:r>
              <a:rPr b="0" i="0" lang="en-US" sz="1800" u="none" cap="none" strike="noStrike">
                <a:solidFill>
                  <a:schemeClr val="lt1"/>
                </a:solidFill>
                <a:latin typeface="Times New Roman"/>
                <a:ea typeface="Times New Roman"/>
                <a:cs typeface="Times New Roman"/>
                <a:sym typeface="Times New Roman"/>
              </a:rPr>
              <a:t>Nanoelectronics - Seminar Presentation</a:t>
            </a:r>
            <a:br>
              <a:rPr b="0" i="0" lang="en-US" sz="1800" u="none" cap="none" strike="noStrike">
                <a:solidFill>
                  <a:schemeClr val="lt1"/>
                </a:solidFill>
                <a:latin typeface="Times New Roman"/>
                <a:ea typeface="Times New Roman"/>
                <a:cs typeface="Times New Roman"/>
                <a:sym typeface="Times New Roman"/>
              </a:rPr>
            </a:br>
            <a:r>
              <a:rPr b="0" i="0" lang="en-US" sz="1800" u="none" cap="none" strike="noStrike">
                <a:solidFill>
                  <a:schemeClr val="lt1"/>
                </a:solidFill>
                <a:latin typeface="Times New Roman"/>
                <a:ea typeface="Times New Roman"/>
                <a:cs typeface="Times New Roman"/>
                <a:sym typeface="Times New Roman"/>
              </a:rPr>
              <a:t>Ronit Dutta</a:t>
            </a:r>
            <a:endParaRPr b="0" i="0" sz="1800" u="none" cap="none" strike="noStrike">
              <a:solidFill>
                <a:schemeClr val="lt1"/>
              </a:solidFill>
              <a:latin typeface="Times New Roman"/>
              <a:ea typeface="Times New Roman"/>
              <a:cs typeface="Times New Roman"/>
              <a:sym typeface="Times New Roman"/>
            </a:endParaRPr>
          </a:p>
        </p:txBody>
      </p:sp>
      <p:pic>
        <p:nvPicPr>
          <p:cNvPr id="1178" name="Google Shape;1178;g3d1afc4545f_0_135"/>
          <p:cNvPicPr preferRelativeResize="0"/>
          <p:nvPr/>
        </p:nvPicPr>
        <p:blipFill rotWithShape="1">
          <a:blip r:embed="rId6">
            <a:alphaModFix/>
          </a:blip>
          <a:srcRect b="0" l="0" r="0" t="0"/>
          <a:stretch/>
        </p:blipFill>
        <p:spPr>
          <a:xfrm>
            <a:off x="10590875" y="6330524"/>
            <a:ext cx="1500023" cy="585000"/>
          </a:xfrm>
          <a:prstGeom prst="rect">
            <a:avLst/>
          </a:prstGeom>
          <a:noFill/>
          <a:ln>
            <a:noFill/>
          </a:ln>
        </p:spPr>
      </p:pic>
      <p:pic>
        <p:nvPicPr>
          <p:cNvPr id="1179" name="Google Shape;1179;g3d1afc4545f_0_135"/>
          <p:cNvPicPr preferRelativeResize="0"/>
          <p:nvPr/>
        </p:nvPicPr>
        <p:blipFill rotWithShape="1">
          <a:blip r:embed="rId10">
            <a:alphaModFix/>
          </a:blip>
          <a:srcRect b="0" l="0" r="0" t="0"/>
          <a:stretch/>
        </p:blipFill>
        <p:spPr>
          <a:xfrm>
            <a:off x="0" y="6234674"/>
            <a:ext cx="12192000" cy="1165875"/>
          </a:xfrm>
          <a:prstGeom prst="rect">
            <a:avLst/>
          </a:prstGeom>
          <a:noFill/>
          <a:ln>
            <a:noFill/>
          </a:ln>
        </p:spPr>
      </p:pic>
      <p:sp>
        <p:nvSpPr>
          <p:cNvPr id="1180" name="Google Shape;1180;g3d1afc4545f_0_135"/>
          <p:cNvSpPr txBox="1"/>
          <p:nvPr/>
        </p:nvSpPr>
        <p:spPr>
          <a:xfrm>
            <a:off x="-1" y="6310697"/>
            <a:ext cx="5981100" cy="6465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chemeClr val="dk1"/>
              </a:buClr>
              <a:buSzPts val="1800"/>
              <a:buFont typeface="Arial"/>
              <a:buNone/>
            </a:pPr>
            <a:r>
              <a:rPr lang="en-US" sz="1800">
                <a:solidFill>
                  <a:schemeClr val="lt1"/>
                </a:solidFill>
                <a:latin typeface="Times New Roman"/>
                <a:ea typeface="Times New Roman"/>
                <a:cs typeface="Times New Roman"/>
                <a:sym typeface="Times New Roman"/>
              </a:rPr>
              <a:t>Applied Mathematics for Engineering [MIDTERM PROJECT]</a:t>
            </a:r>
            <a:br>
              <a:rPr b="0" i="0" lang="en-US" sz="1800" u="none" cap="none" strike="noStrike">
                <a:solidFill>
                  <a:schemeClr val="lt1"/>
                </a:solidFill>
                <a:latin typeface="Times New Roman"/>
                <a:ea typeface="Times New Roman"/>
                <a:cs typeface="Times New Roman"/>
                <a:sym typeface="Times New Roman"/>
              </a:rPr>
            </a:br>
            <a:r>
              <a:rPr b="0" i="0" lang="en-US" sz="1800" u="none" cap="none" strike="noStrike">
                <a:solidFill>
                  <a:schemeClr val="lt1"/>
                </a:solidFill>
                <a:latin typeface="Times New Roman"/>
                <a:ea typeface="Times New Roman"/>
                <a:cs typeface="Times New Roman"/>
                <a:sym typeface="Times New Roman"/>
              </a:rPr>
              <a:t>Ronit Dutta</a:t>
            </a:r>
            <a:endParaRPr b="0" i="0" sz="1800" u="none" cap="none" strike="noStrike">
              <a:solidFill>
                <a:schemeClr val="lt1"/>
              </a:solidFill>
              <a:latin typeface="Times New Roman"/>
              <a:ea typeface="Times New Roman"/>
              <a:cs typeface="Times New Roman"/>
              <a:sym typeface="Times New Roman"/>
            </a:endParaRPr>
          </a:p>
        </p:txBody>
      </p:sp>
      <p:pic>
        <p:nvPicPr>
          <p:cNvPr id="1181" name="Google Shape;1181;g3d1afc4545f_0_135"/>
          <p:cNvPicPr preferRelativeResize="0"/>
          <p:nvPr/>
        </p:nvPicPr>
        <p:blipFill rotWithShape="1">
          <a:blip r:embed="rId6">
            <a:alphaModFix/>
          </a:blip>
          <a:srcRect b="0" l="0" r="0" t="0"/>
          <a:stretch/>
        </p:blipFill>
        <p:spPr>
          <a:xfrm>
            <a:off x="10579375" y="6341449"/>
            <a:ext cx="1500023" cy="585000"/>
          </a:xfrm>
          <a:prstGeom prst="rect">
            <a:avLst/>
          </a:prstGeom>
          <a:noFill/>
          <a:ln>
            <a:noFill/>
          </a:ln>
        </p:spPr>
      </p:pic>
      <p:sp>
        <p:nvSpPr>
          <p:cNvPr id="1182" name="Google Shape;1182;g3d1afc4545f_0_135"/>
          <p:cNvSpPr txBox="1"/>
          <p:nvPr/>
        </p:nvSpPr>
        <p:spPr>
          <a:xfrm>
            <a:off x="0" y="754000"/>
            <a:ext cx="6518400" cy="2150400"/>
          </a:xfrm>
          <a:prstGeom prst="rect">
            <a:avLst/>
          </a:prstGeom>
          <a:noFill/>
          <a:ln>
            <a:noFill/>
          </a:ln>
        </p:spPr>
        <p:txBody>
          <a:bodyPr anchorCtr="0" anchor="t" bIns="91425" lIns="91425" spcFirstLastPara="1" rIns="91425" wrap="square" tIns="91425">
            <a:spAutoFit/>
          </a:bodyPr>
          <a:lstStyle/>
          <a:p>
            <a:pPr indent="-196850" lvl="0" marL="228600" rtl="0" algn="l">
              <a:lnSpc>
                <a:spcPct val="115000"/>
              </a:lnSpc>
              <a:spcBef>
                <a:spcPts val="0"/>
              </a:spcBef>
              <a:spcAft>
                <a:spcPts val="0"/>
              </a:spcAft>
              <a:buClr>
                <a:schemeClr val="dk1"/>
              </a:buClr>
              <a:buSzPts val="1300"/>
              <a:buFont typeface="Georgia"/>
              <a:buChar char="●"/>
            </a:pPr>
            <a:r>
              <a:rPr lang="en-US" sz="1300">
                <a:solidFill>
                  <a:schemeClr val="dk1"/>
                </a:solidFill>
                <a:latin typeface="Georgia"/>
                <a:ea typeface="Georgia"/>
                <a:cs typeface="Georgia"/>
                <a:sym typeface="Georgia"/>
              </a:rPr>
              <a:t>The nature of solutions for this system would be very similar to that of the previous system. However, in this case both bound and scattering states exist. </a:t>
            </a:r>
            <a:endParaRPr sz="1300">
              <a:solidFill>
                <a:schemeClr val="dk1"/>
              </a:solidFill>
              <a:latin typeface="Georgia"/>
              <a:ea typeface="Georgia"/>
              <a:cs typeface="Georgia"/>
              <a:sym typeface="Georgia"/>
            </a:endParaRPr>
          </a:p>
          <a:p>
            <a:pPr indent="-196850" lvl="0" marL="228600" rtl="0" algn="l">
              <a:lnSpc>
                <a:spcPct val="115000"/>
              </a:lnSpc>
              <a:spcBef>
                <a:spcPts val="1000"/>
              </a:spcBef>
              <a:spcAft>
                <a:spcPts val="0"/>
              </a:spcAft>
              <a:buClr>
                <a:schemeClr val="dk1"/>
              </a:buClr>
              <a:buSzPts val="1300"/>
              <a:buFont typeface="Georgia"/>
              <a:buChar char="●"/>
            </a:pPr>
            <a:r>
              <a:rPr lang="en-US" sz="1300">
                <a:solidFill>
                  <a:schemeClr val="dk1"/>
                </a:solidFill>
                <a:latin typeface="Georgia"/>
                <a:ea typeface="Georgia"/>
                <a:cs typeface="Georgia"/>
                <a:sym typeface="Georgia"/>
              </a:rPr>
              <a:t>Wavefunctions with </a:t>
            </a:r>
            <a:r>
              <a:rPr b="1" lang="en-US" sz="1300">
                <a:solidFill>
                  <a:schemeClr val="dk1"/>
                </a:solidFill>
                <a:latin typeface="Georgia"/>
                <a:ea typeface="Georgia"/>
                <a:cs typeface="Georgia"/>
                <a:sym typeface="Georgia"/>
              </a:rPr>
              <a:t>E&gt;0</a:t>
            </a:r>
            <a:r>
              <a:rPr lang="en-US" sz="1300">
                <a:solidFill>
                  <a:schemeClr val="dk1"/>
                </a:solidFill>
                <a:latin typeface="Georgia"/>
                <a:ea typeface="Georgia"/>
                <a:cs typeface="Georgia"/>
                <a:sym typeface="Georgia"/>
              </a:rPr>
              <a:t> would be </a:t>
            </a:r>
            <a:r>
              <a:rPr b="1" lang="en-US" sz="1300">
                <a:solidFill>
                  <a:schemeClr val="dk1"/>
                </a:solidFill>
                <a:latin typeface="Georgia"/>
                <a:ea typeface="Georgia"/>
                <a:cs typeface="Georgia"/>
                <a:sym typeface="Georgia"/>
              </a:rPr>
              <a:t>scattering</a:t>
            </a:r>
            <a:r>
              <a:rPr lang="en-US" sz="1300">
                <a:solidFill>
                  <a:schemeClr val="dk1"/>
                </a:solidFill>
                <a:latin typeface="Georgia"/>
                <a:ea typeface="Georgia"/>
                <a:cs typeface="Georgia"/>
                <a:sym typeface="Georgia"/>
              </a:rPr>
              <a:t> because </a:t>
            </a:r>
            <a:r>
              <a:rPr b="1" lang="en-US" sz="1300">
                <a:solidFill>
                  <a:schemeClr val="dk1"/>
                </a:solidFill>
                <a:latin typeface="Georgia"/>
                <a:ea typeface="Georgia"/>
                <a:cs typeface="Georgia"/>
                <a:sym typeface="Georgia"/>
              </a:rPr>
              <a:t>V(∞)= 0 and E&gt;V(∞)</a:t>
            </a:r>
            <a:r>
              <a:rPr lang="en-US" sz="1300">
                <a:solidFill>
                  <a:schemeClr val="dk1"/>
                </a:solidFill>
                <a:latin typeface="Georgia"/>
                <a:ea typeface="Georgia"/>
                <a:cs typeface="Georgia"/>
                <a:sym typeface="Georgia"/>
              </a:rPr>
              <a:t>. </a:t>
            </a:r>
            <a:br>
              <a:rPr lang="en-US" sz="1300">
                <a:solidFill>
                  <a:schemeClr val="dk1"/>
                </a:solidFill>
                <a:latin typeface="Georgia"/>
                <a:ea typeface="Georgia"/>
                <a:cs typeface="Georgia"/>
                <a:sym typeface="Georgia"/>
              </a:rPr>
            </a:br>
            <a:r>
              <a:rPr lang="en-US" sz="1300">
                <a:solidFill>
                  <a:schemeClr val="dk1"/>
                </a:solidFill>
                <a:latin typeface="Georgia"/>
                <a:ea typeface="Georgia"/>
                <a:cs typeface="Georgia"/>
                <a:sym typeface="Georgia"/>
              </a:rPr>
              <a:t>However the “standing wave” nature for scattered states remains the same. </a:t>
            </a:r>
            <a:endParaRPr sz="1300">
              <a:solidFill>
                <a:schemeClr val="dk1"/>
              </a:solidFill>
              <a:latin typeface="Georgia"/>
              <a:ea typeface="Georgia"/>
              <a:cs typeface="Georgia"/>
              <a:sym typeface="Georgia"/>
            </a:endParaRPr>
          </a:p>
          <a:p>
            <a:pPr indent="-196850" lvl="0" marL="228600" rtl="0" algn="l">
              <a:lnSpc>
                <a:spcPct val="115000"/>
              </a:lnSpc>
              <a:spcBef>
                <a:spcPts val="1000"/>
              </a:spcBef>
              <a:spcAft>
                <a:spcPts val="0"/>
              </a:spcAft>
              <a:buClr>
                <a:schemeClr val="dk1"/>
              </a:buClr>
              <a:buSzPts val="1300"/>
              <a:buFont typeface="Georgia"/>
              <a:buChar char="●"/>
            </a:pPr>
            <a:r>
              <a:rPr lang="en-US" sz="1300">
                <a:solidFill>
                  <a:schemeClr val="dk1"/>
                </a:solidFill>
                <a:latin typeface="Georgia"/>
                <a:ea typeface="Georgia"/>
                <a:cs typeface="Georgia"/>
                <a:sym typeface="Georgia"/>
              </a:rPr>
              <a:t>For </a:t>
            </a:r>
            <a:r>
              <a:rPr b="1" lang="en-US" sz="1300">
                <a:solidFill>
                  <a:schemeClr val="dk1"/>
                </a:solidFill>
                <a:latin typeface="Georgia"/>
                <a:ea typeface="Georgia"/>
                <a:cs typeface="Georgia"/>
                <a:sym typeface="Georgia"/>
              </a:rPr>
              <a:t>E&lt;0</a:t>
            </a:r>
            <a:r>
              <a:rPr lang="en-US" sz="1300">
                <a:solidFill>
                  <a:schemeClr val="dk1"/>
                </a:solidFill>
                <a:latin typeface="Georgia"/>
                <a:ea typeface="Georgia"/>
                <a:cs typeface="Georgia"/>
                <a:sym typeface="Georgia"/>
              </a:rPr>
              <a:t>, </a:t>
            </a:r>
            <a:r>
              <a:rPr b="1" lang="en-US" sz="1300">
                <a:solidFill>
                  <a:schemeClr val="dk1"/>
                </a:solidFill>
                <a:latin typeface="Georgia"/>
                <a:ea typeface="Georgia"/>
                <a:cs typeface="Georgia"/>
                <a:sym typeface="Georgia"/>
              </a:rPr>
              <a:t>confinement</a:t>
            </a:r>
            <a:r>
              <a:rPr lang="en-US" sz="1300">
                <a:solidFill>
                  <a:schemeClr val="dk1"/>
                </a:solidFill>
                <a:latin typeface="Georgia"/>
                <a:ea typeface="Georgia"/>
                <a:cs typeface="Georgia"/>
                <a:sym typeface="Georgia"/>
              </a:rPr>
              <a:t> occurs and because of the </a:t>
            </a:r>
            <a:r>
              <a:rPr b="1" lang="en-US" sz="1300">
                <a:solidFill>
                  <a:schemeClr val="dk1"/>
                </a:solidFill>
                <a:latin typeface="Georgia"/>
                <a:ea typeface="Georgia"/>
                <a:cs typeface="Georgia"/>
                <a:sym typeface="Georgia"/>
              </a:rPr>
              <a:t>symmetric </a:t>
            </a:r>
            <a:r>
              <a:rPr lang="en-US" sz="1300">
                <a:solidFill>
                  <a:schemeClr val="dk1"/>
                </a:solidFill>
                <a:latin typeface="Georgia"/>
                <a:ea typeface="Georgia"/>
                <a:cs typeface="Georgia"/>
                <a:sym typeface="Georgia"/>
              </a:rPr>
              <a:t>nature of the potential two types of solutions </a:t>
            </a:r>
            <a:r>
              <a:rPr b="1" lang="en-US" sz="1300">
                <a:solidFill>
                  <a:schemeClr val="dk1"/>
                </a:solidFill>
                <a:latin typeface="Georgia"/>
                <a:ea typeface="Georgia"/>
                <a:cs typeface="Georgia"/>
                <a:sym typeface="Georgia"/>
              </a:rPr>
              <a:t>Even and Odd parity solutions arise</a:t>
            </a:r>
            <a:r>
              <a:rPr lang="en-US" sz="1300">
                <a:solidFill>
                  <a:schemeClr val="dk1"/>
                </a:solidFill>
                <a:latin typeface="Georgia"/>
                <a:ea typeface="Georgia"/>
                <a:cs typeface="Georgia"/>
                <a:sym typeface="Georgia"/>
              </a:rPr>
              <a:t>. </a:t>
            </a:r>
            <a:endParaRPr sz="1300">
              <a:solidFill>
                <a:schemeClr val="dk1"/>
              </a:solidFill>
              <a:latin typeface="Georgia"/>
              <a:ea typeface="Georgia"/>
              <a:cs typeface="Georgia"/>
              <a:sym typeface="Georgia"/>
            </a:endParaRPr>
          </a:p>
          <a:p>
            <a:pPr indent="-196850" lvl="0" marL="228600" rtl="0" algn="l">
              <a:lnSpc>
                <a:spcPct val="115000"/>
              </a:lnSpc>
              <a:spcBef>
                <a:spcPts val="1000"/>
              </a:spcBef>
              <a:spcAft>
                <a:spcPts val="1000"/>
              </a:spcAft>
              <a:buClr>
                <a:schemeClr val="dk1"/>
              </a:buClr>
              <a:buSzPts val="1300"/>
              <a:buFont typeface="Georgia"/>
              <a:buChar char="●"/>
            </a:pPr>
            <a:r>
              <a:rPr lang="en-US" sz="1300">
                <a:solidFill>
                  <a:schemeClr val="dk1"/>
                </a:solidFill>
                <a:latin typeface="Georgia"/>
                <a:ea typeface="Georgia"/>
                <a:cs typeface="Georgia"/>
                <a:sym typeface="Georgia"/>
              </a:rPr>
              <a:t>In the potential boundary the wavefunction simply tunnels inside (because E&lt;0)</a:t>
            </a:r>
            <a:endParaRPr sz="1300">
              <a:solidFill>
                <a:schemeClr val="dk1"/>
              </a:solidFill>
              <a:latin typeface="Georgia"/>
              <a:ea typeface="Georgia"/>
              <a:cs typeface="Georgia"/>
              <a:sym typeface="Georgia"/>
            </a:endParaRPr>
          </a:p>
        </p:txBody>
      </p:sp>
      <p:pic>
        <p:nvPicPr>
          <p:cNvPr id="1183" name="Google Shape;1183;g3d1afc4545f_0_135"/>
          <p:cNvPicPr preferRelativeResize="0"/>
          <p:nvPr/>
        </p:nvPicPr>
        <p:blipFill>
          <a:blip r:embed="rId11">
            <a:alphaModFix/>
          </a:blip>
          <a:stretch>
            <a:fillRect/>
          </a:stretch>
        </p:blipFill>
        <p:spPr>
          <a:xfrm>
            <a:off x="8799700" y="0"/>
            <a:ext cx="3392299" cy="1764950"/>
          </a:xfrm>
          <a:prstGeom prst="rect">
            <a:avLst/>
          </a:prstGeom>
          <a:noFill/>
          <a:ln cap="flat" cmpd="sng" w="19050">
            <a:solidFill>
              <a:schemeClr val="dk1"/>
            </a:solidFill>
            <a:prstDash val="solid"/>
            <a:round/>
            <a:headEnd len="sm" w="sm" type="none"/>
            <a:tailEnd len="sm" w="sm" type="none"/>
          </a:ln>
        </p:spPr>
      </p:pic>
      <p:pic>
        <p:nvPicPr>
          <p:cNvPr id="1184" name="Google Shape;1184;g3d1afc4545f_0_135"/>
          <p:cNvPicPr preferRelativeResize="0"/>
          <p:nvPr/>
        </p:nvPicPr>
        <p:blipFill rotWithShape="1">
          <a:blip r:embed="rId12">
            <a:alphaModFix/>
          </a:blip>
          <a:srcRect b="67817" l="0" r="0" t="0"/>
          <a:stretch/>
        </p:blipFill>
        <p:spPr>
          <a:xfrm>
            <a:off x="0" y="2972275"/>
            <a:ext cx="5566099" cy="1652526"/>
          </a:xfrm>
          <a:prstGeom prst="rect">
            <a:avLst/>
          </a:prstGeom>
          <a:noFill/>
          <a:ln cap="flat" cmpd="sng" w="9525">
            <a:solidFill>
              <a:schemeClr val="dk1"/>
            </a:solidFill>
            <a:prstDash val="solid"/>
            <a:round/>
            <a:headEnd len="sm" w="sm" type="none"/>
            <a:tailEnd len="sm" w="sm" type="none"/>
          </a:ln>
        </p:spPr>
      </p:pic>
      <p:pic>
        <p:nvPicPr>
          <p:cNvPr id="1185" name="Google Shape;1185;g3d1afc4545f_0_135"/>
          <p:cNvPicPr preferRelativeResize="0"/>
          <p:nvPr/>
        </p:nvPicPr>
        <p:blipFill rotWithShape="1">
          <a:blip r:embed="rId12">
            <a:alphaModFix/>
          </a:blip>
          <a:srcRect b="33337" l="0" r="0" t="35697"/>
          <a:stretch/>
        </p:blipFill>
        <p:spPr>
          <a:xfrm>
            <a:off x="0" y="4634750"/>
            <a:ext cx="5566099" cy="1589976"/>
          </a:xfrm>
          <a:prstGeom prst="rect">
            <a:avLst/>
          </a:prstGeom>
          <a:noFill/>
          <a:ln cap="flat" cmpd="sng" w="9525">
            <a:solidFill>
              <a:schemeClr val="dk1"/>
            </a:solidFill>
            <a:prstDash val="solid"/>
            <a:round/>
            <a:headEnd len="sm" w="sm" type="none"/>
            <a:tailEnd len="sm" w="sm" type="none"/>
          </a:ln>
        </p:spPr>
      </p:pic>
      <p:pic>
        <p:nvPicPr>
          <p:cNvPr id="1186" name="Google Shape;1186;g3d1afc4545f_0_135"/>
          <p:cNvPicPr preferRelativeResize="0"/>
          <p:nvPr/>
        </p:nvPicPr>
        <p:blipFill rotWithShape="1">
          <a:blip r:embed="rId12">
            <a:alphaModFix/>
          </a:blip>
          <a:srcRect b="0" l="0" r="0" t="71516"/>
          <a:stretch/>
        </p:blipFill>
        <p:spPr>
          <a:xfrm>
            <a:off x="6644200" y="1903176"/>
            <a:ext cx="5566099" cy="1462576"/>
          </a:xfrm>
          <a:prstGeom prst="rect">
            <a:avLst/>
          </a:prstGeom>
          <a:noFill/>
          <a:ln cap="flat" cmpd="sng" w="9525">
            <a:solidFill>
              <a:schemeClr val="dk1"/>
            </a:solidFill>
            <a:prstDash val="solid"/>
            <a:round/>
            <a:headEnd len="sm" w="sm" type="none"/>
            <a:tailEnd len="sm" w="sm" type="none"/>
          </a:ln>
        </p:spPr>
      </p:pic>
      <p:pic>
        <p:nvPicPr>
          <p:cNvPr id="1187" name="Google Shape;1187;g3d1afc4545f_0_135"/>
          <p:cNvPicPr preferRelativeResize="0"/>
          <p:nvPr/>
        </p:nvPicPr>
        <p:blipFill>
          <a:blip r:embed="rId13">
            <a:alphaModFix/>
          </a:blip>
          <a:stretch>
            <a:fillRect/>
          </a:stretch>
        </p:blipFill>
        <p:spPr>
          <a:xfrm>
            <a:off x="8971450" y="3501800"/>
            <a:ext cx="3238849" cy="1479900"/>
          </a:xfrm>
          <a:prstGeom prst="rect">
            <a:avLst/>
          </a:prstGeom>
          <a:noFill/>
          <a:ln cap="flat" cmpd="sng" w="9525">
            <a:solidFill>
              <a:schemeClr val="dk1"/>
            </a:solidFill>
            <a:prstDash val="solid"/>
            <a:round/>
            <a:headEnd len="sm" w="sm" type="none"/>
            <a:tailEnd len="sm" w="sm" type="none"/>
          </a:ln>
        </p:spPr>
      </p:pic>
      <p:pic>
        <p:nvPicPr>
          <p:cNvPr id="1188" name="Google Shape;1188;g3d1afc4545f_0_135"/>
          <p:cNvPicPr preferRelativeResize="0"/>
          <p:nvPr/>
        </p:nvPicPr>
        <p:blipFill>
          <a:blip r:embed="rId14">
            <a:alphaModFix/>
          </a:blip>
          <a:stretch>
            <a:fillRect/>
          </a:stretch>
        </p:blipFill>
        <p:spPr>
          <a:xfrm>
            <a:off x="5644400" y="3503963"/>
            <a:ext cx="3327050" cy="1477750"/>
          </a:xfrm>
          <a:prstGeom prst="rect">
            <a:avLst/>
          </a:prstGeom>
          <a:noFill/>
          <a:ln cap="flat" cmpd="sng" w="9525">
            <a:solidFill>
              <a:schemeClr val="dk1"/>
            </a:solidFill>
            <a:prstDash val="solid"/>
            <a:round/>
            <a:headEnd len="sm" w="sm" type="none"/>
            <a:tailEnd len="sm" w="sm" type="none"/>
          </a:ln>
        </p:spPr>
      </p:pic>
      <p:pic>
        <p:nvPicPr>
          <p:cNvPr id="1189" name="Google Shape;1189;g3d1afc4545f_0_135"/>
          <p:cNvPicPr preferRelativeResize="0"/>
          <p:nvPr/>
        </p:nvPicPr>
        <p:blipFill>
          <a:blip r:embed="rId15">
            <a:alphaModFix/>
          </a:blip>
          <a:stretch>
            <a:fillRect/>
          </a:stretch>
        </p:blipFill>
        <p:spPr>
          <a:xfrm>
            <a:off x="5697775" y="5192275"/>
            <a:ext cx="1187750" cy="808450"/>
          </a:xfrm>
          <a:prstGeom prst="rect">
            <a:avLst/>
          </a:prstGeom>
          <a:noFill/>
          <a:ln cap="flat" cmpd="sng" w="9525">
            <a:solidFill>
              <a:schemeClr val="dk1"/>
            </a:solidFill>
            <a:prstDash val="solid"/>
            <a:round/>
            <a:headEnd len="sm" w="sm" type="none"/>
            <a:tailEnd len="sm" w="sm" type="none"/>
          </a:ln>
        </p:spPr>
      </p:pic>
      <p:sp>
        <p:nvSpPr>
          <p:cNvPr id="1190" name="Google Shape;1190;g3d1afc4545f_0_135"/>
          <p:cNvSpPr txBox="1"/>
          <p:nvPr/>
        </p:nvSpPr>
        <p:spPr>
          <a:xfrm>
            <a:off x="7017200" y="4987050"/>
            <a:ext cx="5195100" cy="1218900"/>
          </a:xfrm>
          <a:prstGeom prst="rect">
            <a:avLst/>
          </a:prstGeom>
          <a:noFill/>
          <a:ln>
            <a:noFill/>
          </a:ln>
        </p:spPr>
        <p:txBody>
          <a:bodyPr anchorCtr="0" anchor="t" bIns="91425" lIns="91425" spcFirstLastPara="1" rIns="91425" wrap="square" tIns="91425">
            <a:spAutoFit/>
          </a:bodyPr>
          <a:lstStyle/>
          <a:p>
            <a:pPr indent="-133350" lvl="0" marL="57150" rtl="0" algn="l">
              <a:lnSpc>
                <a:spcPct val="115000"/>
              </a:lnSpc>
              <a:spcBef>
                <a:spcPts val="1200"/>
              </a:spcBef>
              <a:spcAft>
                <a:spcPts val="0"/>
              </a:spcAft>
              <a:buClr>
                <a:schemeClr val="dk1"/>
              </a:buClr>
              <a:buSzPts val="1200"/>
              <a:buFont typeface="Georgia"/>
              <a:buChar char="●"/>
            </a:pPr>
            <a:r>
              <a:rPr lang="en-US" sz="1200">
                <a:solidFill>
                  <a:schemeClr val="dk1"/>
                </a:solidFill>
                <a:latin typeface="Georgia"/>
                <a:ea typeface="Georgia"/>
                <a:cs typeface="Georgia"/>
                <a:sym typeface="Georgia"/>
              </a:rPr>
              <a:t>These transcendental equations determine the allowed bound-state energies. </a:t>
            </a:r>
            <a:endParaRPr sz="1200">
              <a:solidFill>
                <a:schemeClr val="dk1"/>
              </a:solidFill>
              <a:latin typeface="Georgia"/>
              <a:ea typeface="Georgia"/>
              <a:cs typeface="Georgia"/>
              <a:sym typeface="Georgia"/>
            </a:endParaRPr>
          </a:p>
          <a:p>
            <a:pPr indent="-133350" lvl="0" marL="57150" rtl="0" algn="l">
              <a:lnSpc>
                <a:spcPct val="115000"/>
              </a:lnSpc>
              <a:spcBef>
                <a:spcPts val="0"/>
              </a:spcBef>
              <a:spcAft>
                <a:spcPts val="0"/>
              </a:spcAft>
              <a:buClr>
                <a:schemeClr val="dk1"/>
              </a:buClr>
              <a:buSzPts val="1200"/>
              <a:buFont typeface="Georgia"/>
              <a:buChar char="●"/>
            </a:pPr>
            <a:r>
              <a:rPr lang="en-US" sz="1200">
                <a:solidFill>
                  <a:schemeClr val="dk1"/>
                </a:solidFill>
                <a:latin typeface="Georgia"/>
                <a:ea typeface="Georgia"/>
                <a:cs typeface="Georgia"/>
                <a:sym typeface="Georgia"/>
              </a:rPr>
              <a:t>The even-parity equation always admits at least one solution, so a finite attractive well always supports at least one bound state, while additional even and odd states appear as the well becomes deeper or wider.</a:t>
            </a:r>
            <a:endParaRPr sz="1200">
              <a:solidFill>
                <a:schemeClr val="dk1"/>
              </a:solidFill>
              <a:latin typeface="Georgia"/>
              <a:ea typeface="Georgia"/>
              <a:cs typeface="Georgia"/>
              <a:sym typeface="Georgia"/>
            </a:endParaRPr>
          </a:p>
        </p:txBody>
      </p:sp>
    </p:spTree>
  </p:cSld>
  <p:clrMapOvr>
    <a:masterClrMapping/>
  </p:clrMapOvr>
</p:sld>
</file>

<file path=ppt/slides/slide1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94" name="Shape 1194"/>
        <p:cNvGrpSpPr/>
        <p:nvPr/>
      </p:nvGrpSpPr>
      <p:grpSpPr>
        <a:xfrm>
          <a:off x="0" y="0"/>
          <a:ext cx="0" cy="0"/>
          <a:chOff x="0" y="0"/>
          <a:chExt cx="0" cy="0"/>
        </a:xfrm>
      </p:grpSpPr>
      <p:pic>
        <p:nvPicPr>
          <p:cNvPr id="1195" name="Google Shape;1195;g3d1afc4545f_0_236"/>
          <p:cNvPicPr preferRelativeResize="0"/>
          <p:nvPr/>
        </p:nvPicPr>
        <p:blipFill rotWithShape="1">
          <a:blip r:embed="rId3">
            <a:alphaModFix/>
          </a:blip>
          <a:srcRect b="0" l="0" r="0" t="0"/>
          <a:stretch/>
        </p:blipFill>
        <p:spPr>
          <a:xfrm>
            <a:off x="-4" y="6211289"/>
            <a:ext cx="12192003" cy="1285104"/>
          </a:xfrm>
          <a:prstGeom prst="rect">
            <a:avLst/>
          </a:prstGeom>
          <a:noFill/>
          <a:ln>
            <a:noFill/>
          </a:ln>
        </p:spPr>
      </p:pic>
      <p:pic>
        <p:nvPicPr>
          <p:cNvPr id="1196" name="Google Shape;1196;g3d1afc4545f_0_236"/>
          <p:cNvPicPr preferRelativeResize="0"/>
          <p:nvPr/>
        </p:nvPicPr>
        <p:blipFill rotWithShape="1">
          <a:blip r:embed="rId4">
            <a:alphaModFix/>
          </a:blip>
          <a:srcRect b="0" l="0" r="0" t="0"/>
          <a:stretch/>
        </p:blipFill>
        <p:spPr>
          <a:xfrm>
            <a:off x="10590934" y="6330522"/>
            <a:ext cx="1499906" cy="585000"/>
          </a:xfrm>
          <a:prstGeom prst="rect">
            <a:avLst/>
          </a:prstGeom>
          <a:noFill/>
          <a:ln>
            <a:noFill/>
          </a:ln>
        </p:spPr>
      </p:pic>
      <p:sp>
        <p:nvSpPr>
          <p:cNvPr id="1197" name="Google Shape;1197;g3d1afc4545f_0_236"/>
          <p:cNvSpPr txBox="1"/>
          <p:nvPr/>
        </p:nvSpPr>
        <p:spPr>
          <a:xfrm>
            <a:off x="-1" y="6288587"/>
            <a:ext cx="5981100" cy="3693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chemeClr val="dk1"/>
              </a:buClr>
              <a:buSzPts val="1800"/>
              <a:buFont typeface="Arial"/>
              <a:buNone/>
            </a:pPr>
            <a:r>
              <a:rPr b="0" i="0" lang="en-US" sz="1800" u="none" cap="none" strike="noStrike">
                <a:solidFill>
                  <a:schemeClr val="lt1"/>
                </a:solidFill>
                <a:latin typeface="Times New Roman"/>
                <a:ea typeface="Times New Roman"/>
                <a:cs typeface="Times New Roman"/>
                <a:sym typeface="Times New Roman"/>
              </a:rPr>
              <a:t>Term Paper Presentation | Ronit Dutta</a:t>
            </a:r>
            <a:endParaRPr b="0" i="0" sz="1800" u="none" cap="none" strike="noStrike">
              <a:solidFill>
                <a:schemeClr val="lt1"/>
              </a:solidFill>
              <a:latin typeface="Times New Roman"/>
              <a:ea typeface="Times New Roman"/>
              <a:cs typeface="Times New Roman"/>
              <a:sym typeface="Times New Roman"/>
            </a:endParaRPr>
          </a:p>
        </p:txBody>
      </p:sp>
      <p:sp>
        <p:nvSpPr>
          <p:cNvPr id="1198" name="Google Shape;1198;g3d1afc4545f_0_236"/>
          <p:cNvSpPr txBox="1"/>
          <p:nvPr/>
        </p:nvSpPr>
        <p:spPr>
          <a:xfrm>
            <a:off x="0" y="0"/>
            <a:ext cx="12192000" cy="585000"/>
          </a:xfrm>
          <a:prstGeom prst="rect">
            <a:avLst/>
          </a:prstGeom>
          <a:noFill/>
          <a:ln>
            <a:noFill/>
          </a:ln>
        </p:spPr>
        <p:txBody>
          <a:bodyPr anchorCtr="0" anchor="t" bIns="45700" lIns="91425" spcFirstLastPara="1" rIns="91425" wrap="square" tIns="45700">
            <a:spAutoFit/>
          </a:bodyPr>
          <a:lstStyle/>
          <a:p>
            <a:pPr indent="0" lvl="0" marL="0" rtl="0" algn="l">
              <a:spcBef>
                <a:spcPts val="0"/>
              </a:spcBef>
              <a:spcAft>
                <a:spcPts val="0"/>
              </a:spcAft>
              <a:buClr>
                <a:schemeClr val="dk1"/>
              </a:buClr>
              <a:buSzPts val="3200"/>
              <a:buFont typeface="Arial"/>
              <a:buNone/>
            </a:pPr>
            <a:r>
              <a:rPr lang="en-US" sz="3200">
                <a:solidFill>
                  <a:schemeClr val="dk1"/>
                </a:solidFill>
                <a:latin typeface="Times New Roman"/>
                <a:ea typeface="Times New Roman"/>
                <a:cs typeface="Times New Roman"/>
                <a:sym typeface="Times New Roman"/>
              </a:rPr>
              <a:t>Common 1D scattering :- δ-function barrier</a:t>
            </a:r>
            <a:endParaRPr b="0" i="0" sz="3200" u="none" cap="none" strike="noStrike">
              <a:solidFill>
                <a:schemeClr val="dk1"/>
              </a:solidFill>
              <a:latin typeface="Times New Roman"/>
              <a:ea typeface="Times New Roman"/>
              <a:cs typeface="Times New Roman"/>
              <a:sym typeface="Times New Roman"/>
            </a:endParaRPr>
          </a:p>
        </p:txBody>
      </p:sp>
      <p:cxnSp>
        <p:nvCxnSpPr>
          <p:cNvPr id="1199" name="Google Shape;1199;g3d1afc4545f_0_236"/>
          <p:cNvCxnSpPr/>
          <p:nvPr/>
        </p:nvCxnSpPr>
        <p:spPr>
          <a:xfrm flipH="1" rot="10800000">
            <a:off x="6" y="565089"/>
            <a:ext cx="6318000" cy="30600"/>
          </a:xfrm>
          <a:prstGeom prst="straightConnector1">
            <a:avLst/>
          </a:prstGeom>
          <a:noFill/>
          <a:ln cap="flat" cmpd="sng" w="9525">
            <a:solidFill>
              <a:srgbClr val="0E4D3B"/>
            </a:solidFill>
            <a:prstDash val="solid"/>
            <a:miter lim="800000"/>
            <a:headEnd len="sm" w="sm" type="none"/>
            <a:tailEnd len="sm" w="sm" type="none"/>
          </a:ln>
        </p:spPr>
      </p:cxnSp>
      <p:pic>
        <p:nvPicPr>
          <p:cNvPr id="1200" name="Google Shape;1200;g3d1afc4545f_0_236"/>
          <p:cNvPicPr preferRelativeResize="0"/>
          <p:nvPr/>
        </p:nvPicPr>
        <p:blipFill rotWithShape="1">
          <a:blip r:embed="rId5">
            <a:alphaModFix/>
          </a:blip>
          <a:srcRect b="0" l="0" r="0" t="0"/>
          <a:stretch/>
        </p:blipFill>
        <p:spPr>
          <a:xfrm>
            <a:off x="-4" y="6211289"/>
            <a:ext cx="12192003" cy="1285104"/>
          </a:xfrm>
          <a:prstGeom prst="rect">
            <a:avLst/>
          </a:prstGeom>
          <a:noFill/>
          <a:ln>
            <a:noFill/>
          </a:ln>
        </p:spPr>
      </p:pic>
      <p:pic>
        <p:nvPicPr>
          <p:cNvPr id="1201" name="Google Shape;1201;g3d1afc4545f_0_236"/>
          <p:cNvPicPr preferRelativeResize="0"/>
          <p:nvPr/>
        </p:nvPicPr>
        <p:blipFill rotWithShape="1">
          <a:blip r:embed="rId4">
            <a:alphaModFix/>
          </a:blip>
          <a:srcRect b="0" l="0" r="0" t="0"/>
          <a:stretch/>
        </p:blipFill>
        <p:spPr>
          <a:xfrm>
            <a:off x="10590934" y="6330522"/>
            <a:ext cx="1499906" cy="585000"/>
          </a:xfrm>
          <a:prstGeom prst="rect">
            <a:avLst/>
          </a:prstGeom>
          <a:noFill/>
          <a:ln>
            <a:noFill/>
          </a:ln>
        </p:spPr>
      </p:pic>
      <p:sp>
        <p:nvSpPr>
          <p:cNvPr id="1202" name="Google Shape;1202;g3d1afc4545f_0_236"/>
          <p:cNvSpPr txBox="1"/>
          <p:nvPr/>
        </p:nvSpPr>
        <p:spPr>
          <a:xfrm>
            <a:off x="-1" y="6288587"/>
            <a:ext cx="5981100" cy="3693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chemeClr val="dk1"/>
              </a:buClr>
              <a:buSzPts val="1800"/>
              <a:buFont typeface="Arial"/>
              <a:buNone/>
            </a:pPr>
            <a:r>
              <a:rPr b="0" i="0" lang="en-US" sz="1800" u="none" cap="none" strike="noStrike">
                <a:solidFill>
                  <a:schemeClr val="lt1"/>
                </a:solidFill>
                <a:latin typeface="Times New Roman"/>
                <a:ea typeface="Times New Roman"/>
                <a:cs typeface="Times New Roman"/>
                <a:sym typeface="Times New Roman"/>
              </a:rPr>
              <a:t>Term Paper Presentation | Ronit Dutta</a:t>
            </a:r>
            <a:endParaRPr b="0" i="0" sz="1800" u="none" cap="none" strike="noStrike">
              <a:solidFill>
                <a:schemeClr val="lt1"/>
              </a:solidFill>
              <a:latin typeface="Times New Roman"/>
              <a:ea typeface="Times New Roman"/>
              <a:cs typeface="Times New Roman"/>
              <a:sym typeface="Times New Roman"/>
            </a:endParaRPr>
          </a:p>
        </p:txBody>
      </p:sp>
      <p:pic>
        <p:nvPicPr>
          <p:cNvPr id="1203" name="Google Shape;1203;g3d1afc4545f_0_236"/>
          <p:cNvPicPr preferRelativeResize="0"/>
          <p:nvPr/>
        </p:nvPicPr>
        <p:blipFill rotWithShape="1">
          <a:blip r:embed="rId5">
            <a:alphaModFix/>
          </a:blip>
          <a:srcRect b="0" l="0" r="0" t="0"/>
          <a:stretch/>
        </p:blipFill>
        <p:spPr>
          <a:xfrm>
            <a:off x="-4" y="6211289"/>
            <a:ext cx="12192003" cy="1285104"/>
          </a:xfrm>
          <a:prstGeom prst="rect">
            <a:avLst/>
          </a:prstGeom>
          <a:noFill/>
          <a:ln>
            <a:noFill/>
          </a:ln>
        </p:spPr>
      </p:pic>
      <p:pic>
        <p:nvPicPr>
          <p:cNvPr id="1204" name="Google Shape;1204;g3d1afc4545f_0_236"/>
          <p:cNvPicPr preferRelativeResize="0"/>
          <p:nvPr/>
        </p:nvPicPr>
        <p:blipFill rotWithShape="1">
          <a:blip r:embed="rId4">
            <a:alphaModFix/>
          </a:blip>
          <a:srcRect b="0" l="0" r="0" t="0"/>
          <a:stretch/>
        </p:blipFill>
        <p:spPr>
          <a:xfrm>
            <a:off x="10590934" y="6330522"/>
            <a:ext cx="1499906" cy="585000"/>
          </a:xfrm>
          <a:prstGeom prst="rect">
            <a:avLst/>
          </a:prstGeom>
          <a:noFill/>
          <a:ln>
            <a:noFill/>
          </a:ln>
        </p:spPr>
      </p:pic>
      <p:sp>
        <p:nvSpPr>
          <p:cNvPr id="1205" name="Google Shape;1205;g3d1afc4545f_0_236"/>
          <p:cNvSpPr txBox="1"/>
          <p:nvPr/>
        </p:nvSpPr>
        <p:spPr>
          <a:xfrm>
            <a:off x="-1" y="6288587"/>
            <a:ext cx="5981100" cy="6465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chemeClr val="dk1"/>
              </a:buClr>
              <a:buSzPts val="1800"/>
              <a:buFont typeface="Arial"/>
              <a:buNone/>
            </a:pPr>
            <a:r>
              <a:rPr b="0" i="0" lang="en-US" sz="1800" u="none" cap="none" strike="noStrike">
                <a:solidFill>
                  <a:schemeClr val="lt1"/>
                </a:solidFill>
                <a:latin typeface="Times New Roman"/>
                <a:ea typeface="Times New Roman"/>
                <a:cs typeface="Times New Roman"/>
                <a:sym typeface="Times New Roman"/>
              </a:rPr>
              <a:t>Machine Learning Professional</a:t>
            </a:r>
            <a:br>
              <a:rPr b="0" i="0" lang="en-US" sz="1800" u="none" cap="none" strike="noStrike">
                <a:solidFill>
                  <a:schemeClr val="lt1"/>
                </a:solidFill>
                <a:latin typeface="Times New Roman"/>
                <a:ea typeface="Times New Roman"/>
                <a:cs typeface="Times New Roman"/>
                <a:sym typeface="Times New Roman"/>
              </a:rPr>
            </a:br>
            <a:r>
              <a:rPr b="0" i="0" lang="en-US" sz="1800" u="none" cap="none" strike="noStrike">
                <a:solidFill>
                  <a:schemeClr val="lt1"/>
                </a:solidFill>
                <a:latin typeface="Times New Roman"/>
                <a:ea typeface="Times New Roman"/>
                <a:cs typeface="Times New Roman"/>
                <a:sym typeface="Times New Roman"/>
              </a:rPr>
              <a:t>Project Presentation</a:t>
            </a:r>
            <a:endParaRPr b="0" i="0" sz="1800" u="none" cap="none" strike="noStrike">
              <a:solidFill>
                <a:schemeClr val="lt1"/>
              </a:solidFill>
              <a:latin typeface="Times New Roman"/>
              <a:ea typeface="Times New Roman"/>
              <a:cs typeface="Times New Roman"/>
              <a:sym typeface="Times New Roman"/>
            </a:endParaRPr>
          </a:p>
        </p:txBody>
      </p:sp>
      <p:pic>
        <p:nvPicPr>
          <p:cNvPr id="1206" name="Google Shape;1206;g3d1afc4545f_0_236"/>
          <p:cNvPicPr preferRelativeResize="0"/>
          <p:nvPr/>
        </p:nvPicPr>
        <p:blipFill rotWithShape="1">
          <a:blip r:embed="rId6">
            <a:alphaModFix/>
          </a:blip>
          <a:srcRect b="0" l="0" r="0" t="0"/>
          <a:stretch/>
        </p:blipFill>
        <p:spPr>
          <a:xfrm>
            <a:off x="10590875" y="6330524"/>
            <a:ext cx="1500023" cy="585000"/>
          </a:xfrm>
          <a:prstGeom prst="rect">
            <a:avLst/>
          </a:prstGeom>
          <a:noFill/>
          <a:ln>
            <a:noFill/>
          </a:ln>
        </p:spPr>
      </p:pic>
      <p:pic>
        <p:nvPicPr>
          <p:cNvPr id="1207" name="Google Shape;1207;g3d1afc4545f_0_236"/>
          <p:cNvPicPr preferRelativeResize="0"/>
          <p:nvPr/>
        </p:nvPicPr>
        <p:blipFill rotWithShape="1">
          <a:blip r:embed="rId7">
            <a:alphaModFix/>
          </a:blip>
          <a:srcRect b="0" l="0" r="0" t="0"/>
          <a:stretch/>
        </p:blipFill>
        <p:spPr>
          <a:xfrm>
            <a:off x="-4" y="6211289"/>
            <a:ext cx="12192003" cy="1285104"/>
          </a:xfrm>
          <a:prstGeom prst="rect">
            <a:avLst/>
          </a:prstGeom>
          <a:noFill/>
          <a:ln>
            <a:noFill/>
          </a:ln>
        </p:spPr>
      </p:pic>
      <p:sp>
        <p:nvSpPr>
          <p:cNvPr id="1208" name="Google Shape;1208;g3d1afc4545f_0_236"/>
          <p:cNvSpPr txBox="1"/>
          <p:nvPr/>
        </p:nvSpPr>
        <p:spPr>
          <a:xfrm>
            <a:off x="-1" y="6288587"/>
            <a:ext cx="5981100" cy="6465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chemeClr val="dk1"/>
              </a:buClr>
              <a:buSzPts val="1800"/>
              <a:buFont typeface="Arial"/>
              <a:buNone/>
            </a:pPr>
            <a:r>
              <a:rPr b="0" i="0" lang="en-US" sz="1800" u="none" cap="none" strike="noStrike">
                <a:solidFill>
                  <a:schemeClr val="lt1"/>
                </a:solidFill>
                <a:latin typeface="Times New Roman"/>
                <a:ea typeface="Times New Roman"/>
                <a:cs typeface="Times New Roman"/>
                <a:sym typeface="Times New Roman"/>
              </a:rPr>
              <a:t>Machine Learning Professional</a:t>
            </a:r>
            <a:br>
              <a:rPr b="0" i="0" lang="en-US" sz="1800" u="none" cap="none" strike="noStrike">
                <a:solidFill>
                  <a:schemeClr val="lt1"/>
                </a:solidFill>
                <a:latin typeface="Times New Roman"/>
                <a:ea typeface="Times New Roman"/>
                <a:cs typeface="Times New Roman"/>
                <a:sym typeface="Times New Roman"/>
              </a:rPr>
            </a:br>
            <a:r>
              <a:rPr b="0" i="0" lang="en-US" sz="1800" u="none" cap="none" strike="noStrike">
                <a:solidFill>
                  <a:schemeClr val="lt1"/>
                </a:solidFill>
                <a:latin typeface="Times New Roman"/>
                <a:ea typeface="Times New Roman"/>
                <a:cs typeface="Times New Roman"/>
                <a:sym typeface="Times New Roman"/>
              </a:rPr>
              <a:t>Project Presentation</a:t>
            </a:r>
            <a:endParaRPr b="0" i="0" sz="1800" u="none" cap="none" strike="noStrike">
              <a:solidFill>
                <a:schemeClr val="lt1"/>
              </a:solidFill>
              <a:latin typeface="Times New Roman"/>
              <a:ea typeface="Times New Roman"/>
              <a:cs typeface="Times New Roman"/>
              <a:sym typeface="Times New Roman"/>
            </a:endParaRPr>
          </a:p>
        </p:txBody>
      </p:sp>
      <p:pic>
        <p:nvPicPr>
          <p:cNvPr id="1209" name="Google Shape;1209;g3d1afc4545f_0_236"/>
          <p:cNvPicPr preferRelativeResize="0"/>
          <p:nvPr/>
        </p:nvPicPr>
        <p:blipFill rotWithShape="1">
          <a:blip r:embed="rId6">
            <a:alphaModFix/>
          </a:blip>
          <a:srcRect b="0" l="0" r="0" t="0"/>
          <a:stretch/>
        </p:blipFill>
        <p:spPr>
          <a:xfrm>
            <a:off x="10590875" y="6330524"/>
            <a:ext cx="1500023" cy="585000"/>
          </a:xfrm>
          <a:prstGeom prst="rect">
            <a:avLst/>
          </a:prstGeom>
          <a:noFill/>
          <a:ln>
            <a:noFill/>
          </a:ln>
        </p:spPr>
      </p:pic>
      <p:pic>
        <p:nvPicPr>
          <p:cNvPr id="1210" name="Google Shape;1210;g3d1afc4545f_0_236"/>
          <p:cNvPicPr preferRelativeResize="0"/>
          <p:nvPr/>
        </p:nvPicPr>
        <p:blipFill rotWithShape="1">
          <a:blip r:embed="rId7">
            <a:alphaModFix/>
          </a:blip>
          <a:srcRect b="0" l="0" r="0" t="0"/>
          <a:stretch/>
        </p:blipFill>
        <p:spPr>
          <a:xfrm>
            <a:off x="-4" y="6211289"/>
            <a:ext cx="12192003" cy="1285104"/>
          </a:xfrm>
          <a:prstGeom prst="rect">
            <a:avLst/>
          </a:prstGeom>
          <a:noFill/>
          <a:ln>
            <a:noFill/>
          </a:ln>
        </p:spPr>
      </p:pic>
      <p:sp>
        <p:nvSpPr>
          <p:cNvPr id="1211" name="Google Shape;1211;g3d1afc4545f_0_236"/>
          <p:cNvSpPr txBox="1"/>
          <p:nvPr/>
        </p:nvSpPr>
        <p:spPr>
          <a:xfrm>
            <a:off x="-1" y="6234672"/>
            <a:ext cx="5981100" cy="6465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chemeClr val="dk1"/>
              </a:buClr>
              <a:buSzPts val="1800"/>
              <a:buFont typeface="Arial"/>
              <a:buNone/>
            </a:pPr>
            <a:r>
              <a:rPr b="0" i="0" lang="en-US" sz="1800" u="none" cap="none" strike="noStrike">
                <a:solidFill>
                  <a:schemeClr val="lt1"/>
                </a:solidFill>
                <a:latin typeface="Times New Roman"/>
                <a:ea typeface="Times New Roman"/>
                <a:cs typeface="Times New Roman"/>
                <a:sym typeface="Times New Roman"/>
              </a:rPr>
              <a:t>Machine Learning Professional</a:t>
            </a:r>
            <a:br>
              <a:rPr b="0" i="0" lang="en-US" sz="1800" u="none" cap="none" strike="noStrike">
                <a:solidFill>
                  <a:schemeClr val="lt1"/>
                </a:solidFill>
                <a:latin typeface="Times New Roman"/>
                <a:ea typeface="Times New Roman"/>
                <a:cs typeface="Times New Roman"/>
                <a:sym typeface="Times New Roman"/>
              </a:rPr>
            </a:br>
            <a:r>
              <a:rPr b="0" i="0" lang="en-US" sz="1800" u="none" cap="none" strike="noStrike">
                <a:solidFill>
                  <a:schemeClr val="lt1"/>
                </a:solidFill>
                <a:latin typeface="Times New Roman"/>
                <a:ea typeface="Times New Roman"/>
                <a:cs typeface="Times New Roman"/>
                <a:sym typeface="Times New Roman"/>
              </a:rPr>
              <a:t>Project Presentation</a:t>
            </a:r>
            <a:endParaRPr b="0" i="0" sz="1800" u="none" cap="none" strike="noStrike">
              <a:solidFill>
                <a:schemeClr val="lt1"/>
              </a:solidFill>
              <a:latin typeface="Times New Roman"/>
              <a:ea typeface="Times New Roman"/>
              <a:cs typeface="Times New Roman"/>
              <a:sym typeface="Times New Roman"/>
            </a:endParaRPr>
          </a:p>
        </p:txBody>
      </p:sp>
      <p:pic>
        <p:nvPicPr>
          <p:cNvPr id="1212" name="Google Shape;1212;g3d1afc4545f_0_236"/>
          <p:cNvPicPr preferRelativeResize="0"/>
          <p:nvPr/>
        </p:nvPicPr>
        <p:blipFill rotWithShape="1">
          <a:blip r:embed="rId6">
            <a:alphaModFix/>
          </a:blip>
          <a:srcRect b="0" l="0" r="0" t="0"/>
          <a:stretch/>
        </p:blipFill>
        <p:spPr>
          <a:xfrm>
            <a:off x="10590875" y="6330524"/>
            <a:ext cx="1500023" cy="585000"/>
          </a:xfrm>
          <a:prstGeom prst="rect">
            <a:avLst/>
          </a:prstGeom>
          <a:noFill/>
          <a:ln>
            <a:noFill/>
          </a:ln>
        </p:spPr>
      </p:pic>
      <p:pic>
        <p:nvPicPr>
          <p:cNvPr id="1213" name="Google Shape;1213;g3d1afc4545f_0_236"/>
          <p:cNvPicPr preferRelativeResize="0"/>
          <p:nvPr/>
        </p:nvPicPr>
        <p:blipFill rotWithShape="1">
          <a:blip r:embed="rId8">
            <a:alphaModFix/>
          </a:blip>
          <a:srcRect b="0" l="0" r="0" t="0"/>
          <a:stretch/>
        </p:blipFill>
        <p:spPr>
          <a:xfrm>
            <a:off x="-4" y="6211289"/>
            <a:ext cx="12192003" cy="1285104"/>
          </a:xfrm>
          <a:prstGeom prst="rect">
            <a:avLst/>
          </a:prstGeom>
          <a:noFill/>
          <a:ln>
            <a:noFill/>
          </a:ln>
        </p:spPr>
      </p:pic>
      <p:sp>
        <p:nvSpPr>
          <p:cNvPr id="1214" name="Google Shape;1214;g3d1afc4545f_0_236"/>
          <p:cNvSpPr txBox="1"/>
          <p:nvPr/>
        </p:nvSpPr>
        <p:spPr>
          <a:xfrm>
            <a:off x="-1" y="6234672"/>
            <a:ext cx="5981100" cy="6465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chemeClr val="dk1"/>
              </a:buClr>
              <a:buSzPts val="1800"/>
              <a:buFont typeface="Arial"/>
              <a:buNone/>
            </a:pPr>
            <a:r>
              <a:rPr b="0" i="0" lang="en-US" sz="1800" u="none" cap="none" strike="noStrike">
                <a:solidFill>
                  <a:schemeClr val="lt1"/>
                </a:solidFill>
                <a:latin typeface="Times New Roman"/>
                <a:ea typeface="Times New Roman"/>
                <a:cs typeface="Times New Roman"/>
                <a:sym typeface="Times New Roman"/>
              </a:rPr>
              <a:t>Nanoelectronics - Seminar Presentation</a:t>
            </a:r>
            <a:br>
              <a:rPr b="0" i="0" lang="en-US" sz="1800" u="none" cap="none" strike="noStrike">
                <a:solidFill>
                  <a:schemeClr val="lt1"/>
                </a:solidFill>
                <a:latin typeface="Times New Roman"/>
                <a:ea typeface="Times New Roman"/>
                <a:cs typeface="Times New Roman"/>
                <a:sym typeface="Times New Roman"/>
              </a:rPr>
            </a:br>
            <a:r>
              <a:rPr b="0" i="0" lang="en-US" sz="1800" u="none" cap="none" strike="noStrike">
                <a:solidFill>
                  <a:schemeClr val="lt1"/>
                </a:solidFill>
                <a:latin typeface="Times New Roman"/>
                <a:ea typeface="Times New Roman"/>
                <a:cs typeface="Times New Roman"/>
                <a:sym typeface="Times New Roman"/>
              </a:rPr>
              <a:t>Ronit Dutta</a:t>
            </a:r>
            <a:endParaRPr b="0" i="0" sz="1800" u="none" cap="none" strike="noStrike">
              <a:solidFill>
                <a:schemeClr val="lt1"/>
              </a:solidFill>
              <a:latin typeface="Times New Roman"/>
              <a:ea typeface="Times New Roman"/>
              <a:cs typeface="Times New Roman"/>
              <a:sym typeface="Times New Roman"/>
            </a:endParaRPr>
          </a:p>
        </p:txBody>
      </p:sp>
      <p:pic>
        <p:nvPicPr>
          <p:cNvPr id="1215" name="Google Shape;1215;g3d1afc4545f_0_236"/>
          <p:cNvPicPr preferRelativeResize="0"/>
          <p:nvPr/>
        </p:nvPicPr>
        <p:blipFill rotWithShape="1">
          <a:blip r:embed="rId6">
            <a:alphaModFix/>
          </a:blip>
          <a:srcRect b="0" l="0" r="0" t="0"/>
          <a:stretch/>
        </p:blipFill>
        <p:spPr>
          <a:xfrm>
            <a:off x="10590875" y="6330524"/>
            <a:ext cx="1500023" cy="585000"/>
          </a:xfrm>
          <a:prstGeom prst="rect">
            <a:avLst/>
          </a:prstGeom>
          <a:noFill/>
          <a:ln>
            <a:noFill/>
          </a:ln>
        </p:spPr>
      </p:pic>
      <p:pic>
        <p:nvPicPr>
          <p:cNvPr id="1216" name="Google Shape;1216;g3d1afc4545f_0_236"/>
          <p:cNvPicPr preferRelativeResize="0"/>
          <p:nvPr/>
        </p:nvPicPr>
        <p:blipFill rotWithShape="1">
          <a:blip r:embed="rId9">
            <a:alphaModFix/>
          </a:blip>
          <a:srcRect b="0" l="0" r="0" t="0"/>
          <a:stretch/>
        </p:blipFill>
        <p:spPr>
          <a:xfrm>
            <a:off x="0" y="6330524"/>
            <a:ext cx="12192000" cy="1165875"/>
          </a:xfrm>
          <a:prstGeom prst="rect">
            <a:avLst/>
          </a:prstGeom>
          <a:noFill/>
          <a:ln>
            <a:noFill/>
          </a:ln>
        </p:spPr>
      </p:pic>
      <p:sp>
        <p:nvSpPr>
          <p:cNvPr id="1217" name="Google Shape;1217;g3d1afc4545f_0_236"/>
          <p:cNvSpPr txBox="1"/>
          <p:nvPr/>
        </p:nvSpPr>
        <p:spPr>
          <a:xfrm>
            <a:off x="-1" y="6445547"/>
            <a:ext cx="5981100" cy="6465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chemeClr val="dk1"/>
              </a:buClr>
              <a:buSzPts val="1800"/>
              <a:buFont typeface="Arial"/>
              <a:buNone/>
            </a:pPr>
            <a:r>
              <a:rPr lang="en-US" sz="1800">
                <a:solidFill>
                  <a:schemeClr val="lt1"/>
                </a:solidFill>
                <a:latin typeface="Times New Roman"/>
                <a:ea typeface="Times New Roman"/>
                <a:cs typeface="Times New Roman"/>
                <a:sym typeface="Times New Roman"/>
              </a:rPr>
              <a:t>Applied Mathematics for Engineering [MIDTERM PROJECT]</a:t>
            </a:r>
            <a:br>
              <a:rPr b="0" i="0" lang="en-US" sz="1800" u="none" cap="none" strike="noStrike">
                <a:solidFill>
                  <a:schemeClr val="lt1"/>
                </a:solidFill>
                <a:latin typeface="Times New Roman"/>
                <a:ea typeface="Times New Roman"/>
                <a:cs typeface="Times New Roman"/>
                <a:sym typeface="Times New Roman"/>
              </a:rPr>
            </a:br>
            <a:r>
              <a:rPr b="0" i="0" lang="en-US" sz="1800" u="none" cap="none" strike="noStrike">
                <a:solidFill>
                  <a:schemeClr val="lt1"/>
                </a:solidFill>
                <a:latin typeface="Times New Roman"/>
                <a:ea typeface="Times New Roman"/>
                <a:cs typeface="Times New Roman"/>
                <a:sym typeface="Times New Roman"/>
              </a:rPr>
              <a:t>Ronit Dutta</a:t>
            </a:r>
            <a:endParaRPr b="0" i="0" sz="1800" u="none" cap="none" strike="noStrike">
              <a:solidFill>
                <a:schemeClr val="lt1"/>
              </a:solidFill>
              <a:latin typeface="Times New Roman"/>
              <a:ea typeface="Times New Roman"/>
              <a:cs typeface="Times New Roman"/>
              <a:sym typeface="Times New Roman"/>
            </a:endParaRPr>
          </a:p>
        </p:txBody>
      </p:sp>
      <p:pic>
        <p:nvPicPr>
          <p:cNvPr id="1218" name="Google Shape;1218;g3d1afc4545f_0_236"/>
          <p:cNvPicPr preferRelativeResize="0"/>
          <p:nvPr/>
        </p:nvPicPr>
        <p:blipFill rotWithShape="1">
          <a:blip r:embed="rId6">
            <a:alphaModFix/>
          </a:blip>
          <a:srcRect b="0" l="0" r="0" t="0"/>
          <a:stretch/>
        </p:blipFill>
        <p:spPr>
          <a:xfrm>
            <a:off x="10579375" y="6476299"/>
            <a:ext cx="1500023" cy="585000"/>
          </a:xfrm>
          <a:prstGeom prst="rect">
            <a:avLst/>
          </a:prstGeom>
          <a:noFill/>
          <a:ln>
            <a:noFill/>
          </a:ln>
        </p:spPr>
      </p:pic>
      <p:pic>
        <p:nvPicPr>
          <p:cNvPr id="1219" name="Google Shape;1219;g3d1afc4545f_0_236"/>
          <p:cNvPicPr preferRelativeResize="0"/>
          <p:nvPr/>
        </p:nvPicPr>
        <p:blipFill rotWithShape="1">
          <a:blip r:embed="rId4">
            <a:alphaModFix/>
          </a:blip>
          <a:srcRect b="0" l="0" r="0" t="0"/>
          <a:stretch/>
        </p:blipFill>
        <p:spPr>
          <a:xfrm>
            <a:off x="10590934" y="6330522"/>
            <a:ext cx="1499906" cy="585000"/>
          </a:xfrm>
          <a:prstGeom prst="rect">
            <a:avLst/>
          </a:prstGeom>
          <a:noFill/>
          <a:ln>
            <a:noFill/>
          </a:ln>
        </p:spPr>
      </p:pic>
      <p:sp>
        <p:nvSpPr>
          <p:cNvPr id="1220" name="Google Shape;1220;g3d1afc4545f_0_236"/>
          <p:cNvSpPr txBox="1"/>
          <p:nvPr/>
        </p:nvSpPr>
        <p:spPr>
          <a:xfrm>
            <a:off x="-1" y="6288587"/>
            <a:ext cx="5981100" cy="3693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chemeClr val="dk1"/>
              </a:buClr>
              <a:buSzPts val="1800"/>
              <a:buFont typeface="Arial"/>
              <a:buNone/>
            </a:pPr>
            <a:r>
              <a:rPr b="0" i="0" lang="en-US" sz="1800" u="none" cap="none" strike="noStrike">
                <a:solidFill>
                  <a:schemeClr val="lt1"/>
                </a:solidFill>
                <a:latin typeface="Times New Roman"/>
                <a:ea typeface="Times New Roman"/>
                <a:cs typeface="Times New Roman"/>
                <a:sym typeface="Times New Roman"/>
              </a:rPr>
              <a:t>Term Paper Presentation | Ronit Dutta</a:t>
            </a:r>
            <a:endParaRPr b="0" i="0" sz="1800" u="none" cap="none" strike="noStrike">
              <a:solidFill>
                <a:schemeClr val="lt1"/>
              </a:solidFill>
              <a:latin typeface="Times New Roman"/>
              <a:ea typeface="Times New Roman"/>
              <a:cs typeface="Times New Roman"/>
              <a:sym typeface="Times New Roman"/>
            </a:endParaRPr>
          </a:p>
        </p:txBody>
      </p:sp>
      <p:pic>
        <p:nvPicPr>
          <p:cNvPr id="1221" name="Google Shape;1221;g3d1afc4545f_0_236"/>
          <p:cNvPicPr preferRelativeResize="0"/>
          <p:nvPr/>
        </p:nvPicPr>
        <p:blipFill rotWithShape="1">
          <a:blip r:embed="rId4">
            <a:alphaModFix/>
          </a:blip>
          <a:srcRect b="0" l="0" r="0" t="0"/>
          <a:stretch/>
        </p:blipFill>
        <p:spPr>
          <a:xfrm>
            <a:off x="10590934" y="6330522"/>
            <a:ext cx="1499906" cy="585000"/>
          </a:xfrm>
          <a:prstGeom prst="rect">
            <a:avLst/>
          </a:prstGeom>
          <a:noFill/>
          <a:ln>
            <a:noFill/>
          </a:ln>
        </p:spPr>
      </p:pic>
      <p:sp>
        <p:nvSpPr>
          <p:cNvPr id="1222" name="Google Shape;1222;g3d1afc4545f_0_236"/>
          <p:cNvSpPr txBox="1"/>
          <p:nvPr/>
        </p:nvSpPr>
        <p:spPr>
          <a:xfrm>
            <a:off x="-1" y="6288587"/>
            <a:ext cx="5981100" cy="3693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chemeClr val="dk1"/>
              </a:buClr>
              <a:buSzPts val="1800"/>
              <a:buFont typeface="Arial"/>
              <a:buNone/>
            </a:pPr>
            <a:r>
              <a:rPr b="0" i="0" lang="en-US" sz="1800" u="none" cap="none" strike="noStrike">
                <a:solidFill>
                  <a:schemeClr val="lt1"/>
                </a:solidFill>
                <a:latin typeface="Times New Roman"/>
                <a:ea typeface="Times New Roman"/>
                <a:cs typeface="Times New Roman"/>
                <a:sym typeface="Times New Roman"/>
              </a:rPr>
              <a:t>Term Paper Presentation | Ronit Dutta</a:t>
            </a:r>
            <a:endParaRPr b="0" i="0" sz="1800" u="none" cap="none" strike="noStrike">
              <a:solidFill>
                <a:schemeClr val="lt1"/>
              </a:solidFill>
              <a:latin typeface="Times New Roman"/>
              <a:ea typeface="Times New Roman"/>
              <a:cs typeface="Times New Roman"/>
              <a:sym typeface="Times New Roman"/>
            </a:endParaRPr>
          </a:p>
        </p:txBody>
      </p:sp>
      <p:pic>
        <p:nvPicPr>
          <p:cNvPr id="1223" name="Google Shape;1223;g3d1afc4545f_0_236"/>
          <p:cNvPicPr preferRelativeResize="0"/>
          <p:nvPr/>
        </p:nvPicPr>
        <p:blipFill rotWithShape="1">
          <a:blip r:embed="rId4">
            <a:alphaModFix/>
          </a:blip>
          <a:srcRect b="0" l="0" r="0" t="0"/>
          <a:stretch/>
        </p:blipFill>
        <p:spPr>
          <a:xfrm>
            <a:off x="10590934" y="6330522"/>
            <a:ext cx="1499906" cy="585000"/>
          </a:xfrm>
          <a:prstGeom prst="rect">
            <a:avLst/>
          </a:prstGeom>
          <a:noFill/>
          <a:ln>
            <a:noFill/>
          </a:ln>
        </p:spPr>
      </p:pic>
      <p:sp>
        <p:nvSpPr>
          <p:cNvPr id="1224" name="Google Shape;1224;g3d1afc4545f_0_236"/>
          <p:cNvSpPr txBox="1"/>
          <p:nvPr/>
        </p:nvSpPr>
        <p:spPr>
          <a:xfrm>
            <a:off x="-1" y="6288587"/>
            <a:ext cx="5981100" cy="6465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chemeClr val="dk1"/>
              </a:buClr>
              <a:buSzPts val="1800"/>
              <a:buFont typeface="Arial"/>
              <a:buNone/>
            </a:pPr>
            <a:r>
              <a:rPr b="0" i="0" lang="en-US" sz="1800" u="none" cap="none" strike="noStrike">
                <a:solidFill>
                  <a:schemeClr val="lt1"/>
                </a:solidFill>
                <a:latin typeface="Times New Roman"/>
                <a:ea typeface="Times New Roman"/>
                <a:cs typeface="Times New Roman"/>
                <a:sym typeface="Times New Roman"/>
              </a:rPr>
              <a:t>Machine Learning Professional</a:t>
            </a:r>
            <a:br>
              <a:rPr b="0" i="0" lang="en-US" sz="1800" u="none" cap="none" strike="noStrike">
                <a:solidFill>
                  <a:schemeClr val="lt1"/>
                </a:solidFill>
                <a:latin typeface="Times New Roman"/>
                <a:ea typeface="Times New Roman"/>
                <a:cs typeface="Times New Roman"/>
                <a:sym typeface="Times New Roman"/>
              </a:rPr>
            </a:br>
            <a:r>
              <a:rPr b="0" i="0" lang="en-US" sz="1800" u="none" cap="none" strike="noStrike">
                <a:solidFill>
                  <a:schemeClr val="lt1"/>
                </a:solidFill>
                <a:latin typeface="Times New Roman"/>
                <a:ea typeface="Times New Roman"/>
                <a:cs typeface="Times New Roman"/>
                <a:sym typeface="Times New Roman"/>
              </a:rPr>
              <a:t>Project Presentation</a:t>
            </a:r>
            <a:endParaRPr b="0" i="0" sz="1800" u="none" cap="none" strike="noStrike">
              <a:solidFill>
                <a:schemeClr val="lt1"/>
              </a:solidFill>
              <a:latin typeface="Times New Roman"/>
              <a:ea typeface="Times New Roman"/>
              <a:cs typeface="Times New Roman"/>
              <a:sym typeface="Times New Roman"/>
            </a:endParaRPr>
          </a:p>
        </p:txBody>
      </p:sp>
      <p:pic>
        <p:nvPicPr>
          <p:cNvPr id="1225" name="Google Shape;1225;g3d1afc4545f_0_236"/>
          <p:cNvPicPr preferRelativeResize="0"/>
          <p:nvPr/>
        </p:nvPicPr>
        <p:blipFill rotWithShape="1">
          <a:blip r:embed="rId6">
            <a:alphaModFix/>
          </a:blip>
          <a:srcRect b="0" l="0" r="0" t="0"/>
          <a:stretch/>
        </p:blipFill>
        <p:spPr>
          <a:xfrm>
            <a:off x="10590875" y="6341462"/>
            <a:ext cx="1500023" cy="585000"/>
          </a:xfrm>
          <a:prstGeom prst="rect">
            <a:avLst/>
          </a:prstGeom>
          <a:noFill/>
          <a:ln>
            <a:noFill/>
          </a:ln>
        </p:spPr>
      </p:pic>
      <p:sp>
        <p:nvSpPr>
          <p:cNvPr id="1226" name="Google Shape;1226;g3d1afc4545f_0_236"/>
          <p:cNvSpPr txBox="1"/>
          <p:nvPr/>
        </p:nvSpPr>
        <p:spPr>
          <a:xfrm>
            <a:off x="-1" y="6288587"/>
            <a:ext cx="5981100" cy="6465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chemeClr val="dk1"/>
              </a:buClr>
              <a:buSzPts val="1800"/>
              <a:buFont typeface="Arial"/>
              <a:buNone/>
            </a:pPr>
            <a:r>
              <a:rPr b="0" i="0" lang="en-US" sz="1800" u="none" cap="none" strike="noStrike">
                <a:solidFill>
                  <a:schemeClr val="lt1"/>
                </a:solidFill>
                <a:latin typeface="Times New Roman"/>
                <a:ea typeface="Times New Roman"/>
                <a:cs typeface="Times New Roman"/>
                <a:sym typeface="Times New Roman"/>
              </a:rPr>
              <a:t>Machine Learning Professional</a:t>
            </a:r>
            <a:br>
              <a:rPr b="0" i="0" lang="en-US" sz="1800" u="none" cap="none" strike="noStrike">
                <a:solidFill>
                  <a:schemeClr val="lt1"/>
                </a:solidFill>
                <a:latin typeface="Times New Roman"/>
                <a:ea typeface="Times New Roman"/>
                <a:cs typeface="Times New Roman"/>
                <a:sym typeface="Times New Roman"/>
              </a:rPr>
            </a:br>
            <a:r>
              <a:rPr b="0" i="0" lang="en-US" sz="1800" u="none" cap="none" strike="noStrike">
                <a:solidFill>
                  <a:schemeClr val="lt1"/>
                </a:solidFill>
                <a:latin typeface="Times New Roman"/>
                <a:ea typeface="Times New Roman"/>
                <a:cs typeface="Times New Roman"/>
                <a:sym typeface="Times New Roman"/>
              </a:rPr>
              <a:t>Project Presentation</a:t>
            </a:r>
            <a:endParaRPr b="0" i="0" sz="1800" u="none" cap="none" strike="noStrike">
              <a:solidFill>
                <a:schemeClr val="lt1"/>
              </a:solidFill>
              <a:latin typeface="Times New Roman"/>
              <a:ea typeface="Times New Roman"/>
              <a:cs typeface="Times New Roman"/>
              <a:sym typeface="Times New Roman"/>
            </a:endParaRPr>
          </a:p>
        </p:txBody>
      </p:sp>
      <p:pic>
        <p:nvPicPr>
          <p:cNvPr id="1227" name="Google Shape;1227;g3d1afc4545f_0_236"/>
          <p:cNvPicPr preferRelativeResize="0"/>
          <p:nvPr/>
        </p:nvPicPr>
        <p:blipFill rotWithShape="1">
          <a:blip r:embed="rId6">
            <a:alphaModFix/>
          </a:blip>
          <a:srcRect b="0" l="0" r="0" t="0"/>
          <a:stretch/>
        </p:blipFill>
        <p:spPr>
          <a:xfrm>
            <a:off x="10590875" y="6330524"/>
            <a:ext cx="1500023" cy="585000"/>
          </a:xfrm>
          <a:prstGeom prst="rect">
            <a:avLst/>
          </a:prstGeom>
          <a:noFill/>
          <a:ln>
            <a:noFill/>
          </a:ln>
        </p:spPr>
      </p:pic>
      <p:sp>
        <p:nvSpPr>
          <p:cNvPr id="1228" name="Google Shape;1228;g3d1afc4545f_0_236"/>
          <p:cNvSpPr txBox="1"/>
          <p:nvPr/>
        </p:nvSpPr>
        <p:spPr>
          <a:xfrm>
            <a:off x="-1" y="6234672"/>
            <a:ext cx="5981100" cy="6465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chemeClr val="dk1"/>
              </a:buClr>
              <a:buSzPts val="1800"/>
              <a:buFont typeface="Arial"/>
              <a:buNone/>
            </a:pPr>
            <a:r>
              <a:rPr b="0" i="0" lang="en-US" sz="1800" u="none" cap="none" strike="noStrike">
                <a:solidFill>
                  <a:schemeClr val="lt1"/>
                </a:solidFill>
                <a:latin typeface="Times New Roman"/>
                <a:ea typeface="Times New Roman"/>
                <a:cs typeface="Times New Roman"/>
                <a:sym typeface="Times New Roman"/>
              </a:rPr>
              <a:t>Machine Learning Professional</a:t>
            </a:r>
            <a:br>
              <a:rPr b="0" i="0" lang="en-US" sz="1800" u="none" cap="none" strike="noStrike">
                <a:solidFill>
                  <a:schemeClr val="lt1"/>
                </a:solidFill>
                <a:latin typeface="Times New Roman"/>
                <a:ea typeface="Times New Roman"/>
                <a:cs typeface="Times New Roman"/>
                <a:sym typeface="Times New Roman"/>
              </a:rPr>
            </a:br>
            <a:r>
              <a:rPr b="0" i="0" lang="en-US" sz="1800" u="none" cap="none" strike="noStrike">
                <a:solidFill>
                  <a:schemeClr val="lt1"/>
                </a:solidFill>
                <a:latin typeface="Times New Roman"/>
                <a:ea typeface="Times New Roman"/>
                <a:cs typeface="Times New Roman"/>
                <a:sym typeface="Times New Roman"/>
              </a:rPr>
              <a:t>Project Presentation</a:t>
            </a:r>
            <a:endParaRPr b="0" i="0" sz="1800" u="none" cap="none" strike="noStrike">
              <a:solidFill>
                <a:schemeClr val="lt1"/>
              </a:solidFill>
              <a:latin typeface="Times New Roman"/>
              <a:ea typeface="Times New Roman"/>
              <a:cs typeface="Times New Roman"/>
              <a:sym typeface="Times New Roman"/>
            </a:endParaRPr>
          </a:p>
        </p:txBody>
      </p:sp>
      <p:pic>
        <p:nvPicPr>
          <p:cNvPr id="1229" name="Google Shape;1229;g3d1afc4545f_0_236"/>
          <p:cNvPicPr preferRelativeResize="0"/>
          <p:nvPr/>
        </p:nvPicPr>
        <p:blipFill rotWithShape="1">
          <a:blip r:embed="rId6">
            <a:alphaModFix/>
          </a:blip>
          <a:srcRect b="0" l="0" r="0" t="0"/>
          <a:stretch/>
        </p:blipFill>
        <p:spPr>
          <a:xfrm>
            <a:off x="10590875" y="6330524"/>
            <a:ext cx="1500023" cy="585000"/>
          </a:xfrm>
          <a:prstGeom prst="rect">
            <a:avLst/>
          </a:prstGeom>
          <a:noFill/>
          <a:ln>
            <a:noFill/>
          </a:ln>
        </p:spPr>
      </p:pic>
      <p:sp>
        <p:nvSpPr>
          <p:cNvPr id="1230" name="Google Shape;1230;g3d1afc4545f_0_236"/>
          <p:cNvSpPr txBox="1"/>
          <p:nvPr/>
        </p:nvSpPr>
        <p:spPr>
          <a:xfrm>
            <a:off x="-1" y="6234672"/>
            <a:ext cx="5981100" cy="6465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chemeClr val="dk1"/>
              </a:buClr>
              <a:buSzPts val="1800"/>
              <a:buFont typeface="Arial"/>
              <a:buNone/>
            </a:pPr>
            <a:r>
              <a:rPr b="0" i="0" lang="en-US" sz="1800" u="none" cap="none" strike="noStrike">
                <a:solidFill>
                  <a:schemeClr val="lt1"/>
                </a:solidFill>
                <a:latin typeface="Times New Roman"/>
                <a:ea typeface="Times New Roman"/>
                <a:cs typeface="Times New Roman"/>
                <a:sym typeface="Times New Roman"/>
              </a:rPr>
              <a:t>Machine Learning Professional</a:t>
            </a:r>
            <a:br>
              <a:rPr b="0" i="0" lang="en-US" sz="1800" u="none" cap="none" strike="noStrike">
                <a:solidFill>
                  <a:schemeClr val="lt1"/>
                </a:solidFill>
                <a:latin typeface="Times New Roman"/>
                <a:ea typeface="Times New Roman"/>
                <a:cs typeface="Times New Roman"/>
                <a:sym typeface="Times New Roman"/>
              </a:rPr>
            </a:br>
            <a:r>
              <a:rPr b="0" i="0" lang="en-US" sz="1800" u="none" cap="none" strike="noStrike">
                <a:solidFill>
                  <a:schemeClr val="lt1"/>
                </a:solidFill>
                <a:latin typeface="Times New Roman"/>
                <a:ea typeface="Times New Roman"/>
                <a:cs typeface="Times New Roman"/>
                <a:sym typeface="Times New Roman"/>
              </a:rPr>
              <a:t>Project Presentation</a:t>
            </a:r>
            <a:endParaRPr b="0" i="0" sz="1800" u="none" cap="none" strike="noStrike">
              <a:solidFill>
                <a:schemeClr val="lt1"/>
              </a:solidFill>
              <a:latin typeface="Times New Roman"/>
              <a:ea typeface="Times New Roman"/>
              <a:cs typeface="Times New Roman"/>
              <a:sym typeface="Times New Roman"/>
            </a:endParaRPr>
          </a:p>
        </p:txBody>
      </p:sp>
      <p:pic>
        <p:nvPicPr>
          <p:cNvPr id="1231" name="Google Shape;1231;g3d1afc4545f_0_236"/>
          <p:cNvPicPr preferRelativeResize="0"/>
          <p:nvPr/>
        </p:nvPicPr>
        <p:blipFill rotWithShape="1">
          <a:blip r:embed="rId6">
            <a:alphaModFix/>
          </a:blip>
          <a:srcRect b="0" l="0" r="0" t="0"/>
          <a:stretch/>
        </p:blipFill>
        <p:spPr>
          <a:xfrm>
            <a:off x="10590875" y="6330524"/>
            <a:ext cx="1500023" cy="585000"/>
          </a:xfrm>
          <a:prstGeom prst="rect">
            <a:avLst/>
          </a:prstGeom>
          <a:noFill/>
          <a:ln>
            <a:noFill/>
          </a:ln>
        </p:spPr>
      </p:pic>
      <p:sp>
        <p:nvSpPr>
          <p:cNvPr id="1232" name="Google Shape;1232;g3d1afc4545f_0_236"/>
          <p:cNvSpPr txBox="1"/>
          <p:nvPr/>
        </p:nvSpPr>
        <p:spPr>
          <a:xfrm>
            <a:off x="-1" y="6234672"/>
            <a:ext cx="5981100" cy="6465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chemeClr val="dk1"/>
              </a:buClr>
              <a:buSzPts val="1800"/>
              <a:buFont typeface="Arial"/>
              <a:buNone/>
            </a:pPr>
            <a:r>
              <a:rPr b="0" i="0" lang="en-US" sz="1800" u="none" cap="none" strike="noStrike">
                <a:solidFill>
                  <a:schemeClr val="lt1"/>
                </a:solidFill>
                <a:latin typeface="Times New Roman"/>
                <a:ea typeface="Times New Roman"/>
                <a:cs typeface="Times New Roman"/>
                <a:sym typeface="Times New Roman"/>
              </a:rPr>
              <a:t>Nanoelectronics - Seminar Presentation</a:t>
            </a:r>
            <a:br>
              <a:rPr b="0" i="0" lang="en-US" sz="1800" u="none" cap="none" strike="noStrike">
                <a:solidFill>
                  <a:schemeClr val="lt1"/>
                </a:solidFill>
                <a:latin typeface="Times New Roman"/>
                <a:ea typeface="Times New Roman"/>
                <a:cs typeface="Times New Roman"/>
                <a:sym typeface="Times New Roman"/>
              </a:rPr>
            </a:br>
            <a:r>
              <a:rPr b="0" i="0" lang="en-US" sz="1800" u="none" cap="none" strike="noStrike">
                <a:solidFill>
                  <a:schemeClr val="lt1"/>
                </a:solidFill>
                <a:latin typeface="Times New Roman"/>
                <a:ea typeface="Times New Roman"/>
                <a:cs typeface="Times New Roman"/>
                <a:sym typeface="Times New Roman"/>
              </a:rPr>
              <a:t>Ronit Dutta</a:t>
            </a:r>
            <a:endParaRPr b="0" i="0" sz="1800" u="none" cap="none" strike="noStrike">
              <a:solidFill>
                <a:schemeClr val="lt1"/>
              </a:solidFill>
              <a:latin typeface="Times New Roman"/>
              <a:ea typeface="Times New Roman"/>
              <a:cs typeface="Times New Roman"/>
              <a:sym typeface="Times New Roman"/>
            </a:endParaRPr>
          </a:p>
        </p:txBody>
      </p:sp>
      <p:pic>
        <p:nvPicPr>
          <p:cNvPr id="1233" name="Google Shape;1233;g3d1afc4545f_0_236"/>
          <p:cNvPicPr preferRelativeResize="0"/>
          <p:nvPr/>
        </p:nvPicPr>
        <p:blipFill rotWithShape="1">
          <a:blip r:embed="rId6">
            <a:alphaModFix/>
          </a:blip>
          <a:srcRect b="0" l="0" r="0" t="0"/>
          <a:stretch/>
        </p:blipFill>
        <p:spPr>
          <a:xfrm>
            <a:off x="10590875" y="6330524"/>
            <a:ext cx="1500023" cy="585000"/>
          </a:xfrm>
          <a:prstGeom prst="rect">
            <a:avLst/>
          </a:prstGeom>
          <a:noFill/>
          <a:ln>
            <a:noFill/>
          </a:ln>
        </p:spPr>
      </p:pic>
      <p:pic>
        <p:nvPicPr>
          <p:cNvPr id="1234" name="Google Shape;1234;g3d1afc4545f_0_236"/>
          <p:cNvPicPr preferRelativeResize="0"/>
          <p:nvPr/>
        </p:nvPicPr>
        <p:blipFill rotWithShape="1">
          <a:blip r:embed="rId4">
            <a:alphaModFix/>
          </a:blip>
          <a:srcRect b="0" l="0" r="0" t="0"/>
          <a:stretch/>
        </p:blipFill>
        <p:spPr>
          <a:xfrm>
            <a:off x="10590934" y="6330522"/>
            <a:ext cx="1499906" cy="585000"/>
          </a:xfrm>
          <a:prstGeom prst="rect">
            <a:avLst/>
          </a:prstGeom>
          <a:noFill/>
          <a:ln>
            <a:noFill/>
          </a:ln>
        </p:spPr>
      </p:pic>
      <p:sp>
        <p:nvSpPr>
          <p:cNvPr id="1235" name="Google Shape;1235;g3d1afc4545f_0_236"/>
          <p:cNvSpPr txBox="1"/>
          <p:nvPr/>
        </p:nvSpPr>
        <p:spPr>
          <a:xfrm>
            <a:off x="-1" y="6288587"/>
            <a:ext cx="5981100" cy="3693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chemeClr val="dk1"/>
              </a:buClr>
              <a:buSzPts val="1800"/>
              <a:buFont typeface="Arial"/>
              <a:buNone/>
            </a:pPr>
            <a:r>
              <a:rPr b="0" i="0" lang="en-US" sz="1800" u="none" cap="none" strike="noStrike">
                <a:solidFill>
                  <a:schemeClr val="lt1"/>
                </a:solidFill>
                <a:latin typeface="Times New Roman"/>
                <a:ea typeface="Times New Roman"/>
                <a:cs typeface="Times New Roman"/>
                <a:sym typeface="Times New Roman"/>
              </a:rPr>
              <a:t>Term Paper Presentation | Ronit Dutta</a:t>
            </a:r>
            <a:endParaRPr b="0" i="0" sz="1800" u="none" cap="none" strike="noStrike">
              <a:solidFill>
                <a:schemeClr val="lt1"/>
              </a:solidFill>
              <a:latin typeface="Times New Roman"/>
              <a:ea typeface="Times New Roman"/>
              <a:cs typeface="Times New Roman"/>
              <a:sym typeface="Times New Roman"/>
            </a:endParaRPr>
          </a:p>
        </p:txBody>
      </p:sp>
      <p:pic>
        <p:nvPicPr>
          <p:cNvPr id="1236" name="Google Shape;1236;g3d1afc4545f_0_236"/>
          <p:cNvPicPr preferRelativeResize="0"/>
          <p:nvPr/>
        </p:nvPicPr>
        <p:blipFill rotWithShape="1">
          <a:blip r:embed="rId4">
            <a:alphaModFix/>
          </a:blip>
          <a:srcRect b="0" l="0" r="0" t="0"/>
          <a:stretch/>
        </p:blipFill>
        <p:spPr>
          <a:xfrm>
            <a:off x="10590934" y="6330522"/>
            <a:ext cx="1499906" cy="585000"/>
          </a:xfrm>
          <a:prstGeom prst="rect">
            <a:avLst/>
          </a:prstGeom>
          <a:noFill/>
          <a:ln>
            <a:noFill/>
          </a:ln>
        </p:spPr>
      </p:pic>
      <p:sp>
        <p:nvSpPr>
          <p:cNvPr id="1237" name="Google Shape;1237;g3d1afc4545f_0_236"/>
          <p:cNvSpPr txBox="1"/>
          <p:nvPr/>
        </p:nvSpPr>
        <p:spPr>
          <a:xfrm>
            <a:off x="-1" y="6288587"/>
            <a:ext cx="5981100" cy="3693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chemeClr val="dk1"/>
              </a:buClr>
              <a:buSzPts val="1800"/>
              <a:buFont typeface="Arial"/>
              <a:buNone/>
            </a:pPr>
            <a:r>
              <a:rPr b="0" i="0" lang="en-US" sz="1800" u="none" cap="none" strike="noStrike">
                <a:solidFill>
                  <a:schemeClr val="lt1"/>
                </a:solidFill>
                <a:latin typeface="Times New Roman"/>
                <a:ea typeface="Times New Roman"/>
                <a:cs typeface="Times New Roman"/>
                <a:sym typeface="Times New Roman"/>
              </a:rPr>
              <a:t>Term Paper Presentation | Ronit Dutta</a:t>
            </a:r>
            <a:endParaRPr b="0" i="0" sz="1800" u="none" cap="none" strike="noStrike">
              <a:solidFill>
                <a:schemeClr val="lt1"/>
              </a:solidFill>
              <a:latin typeface="Times New Roman"/>
              <a:ea typeface="Times New Roman"/>
              <a:cs typeface="Times New Roman"/>
              <a:sym typeface="Times New Roman"/>
            </a:endParaRPr>
          </a:p>
        </p:txBody>
      </p:sp>
      <p:pic>
        <p:nvPicPr>
          <p:cNvPr id="1238" name="Google Shape;1238;g3d1afc4545f_0_236"/>
          <p:cNvPicPr preferRelativeResize="0"/>
          <p:nvPr/>
        </p:nvPicPr>
        <p:blipFill rotWithShape="1">
          <a:blip r:embed="rId4">
            <a:alphaModFix/>
          </a:blip>
          <a:srcRect b="0" l="0" r="0" t="0"/>
          <a:stretch/>
        </p:blipFill>
        <p:spPr>
          <a:xfrm>
            <a:off x="10590934" y="6330522"/>
            <a:ext cx="1499906" cy="585000"/>
          </a:xfrm>
          <a:prstGeom prst="rect">
            <a:avLst/>
          </a:prstGeom>
          <a:noFill/>
          <a:ln>
            <a:noFill/>
          </a:ln>
        </p:spPr>
      </p:pic>
      <p:sp>
        <p:nvSpPr>
          <p:cNvPr id="1239" name="Google Shape;1239;g3d1afc4545f_0_236"/>
          <p:cNvSpPr txBox="1"/>
          <p:nvPr/>
        </p:nvSpPr>
        <p:spPr>
          <a:xfrm>
            <a:off x="-1" y="6288587"/>
            <a:ext cx="5981100" cy="6465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chemeClr val="dk1"/>
              </a:buClr>
              <a:buSzPts val="1800"/>
              <a:buFont typeface="Arial"/>
              <a:buNone/>
            </a:pPr>
            <a:r>
              <a:rPr b="0" i="0" lang="en-US" sz="1800" u="none" cap="none" strike="noStrike">
                <a:solidFill>
                  <a:schemeClr val="lt1"/>
                </a:solidFill>
                <a:latin typeface="Times New Roman"/>
                <a:ea typeface="Times New Roman"/>
                <a:cs typeface="Times New Roman"/>
                <a:sym typeface="Times New Roman"/>
              </a:rPr>
              <a:t>Machine Learning Professional</a:t>
            </a:r>
            <a:br>
              <a:rPr b="0" i="0" lang="en-US" sz="1800" u="none" cap="none" strike="noStrike">
                <a:solidFill>
                  <a:schemeClr val="lt1"/>
                </a:solidFill>
                <a:latin typeface="Times New Roman"/>
                <a:ea typeface="Times New Roman"/>
                <a:cs typeface="Times New Roman"/>
                <a:sym typeface="Times New Roman"/>
              </a:rPr>
            </a:br>
            <a:r>
              <a:rPr b="0" i="0" lang="en-US" sz="1800" u="none" cap="none" strike="noStrike">
                <a:solidFill>
                  <a:schemeClr val="lt1"/>
                </a:solidFill>
                <a:latin typeface="Times New Roman"/>
                <a:ea typeface="Times New Roman"/>
                <a:cs typeface="Times New Roman"/>
                <a:sym typeface="Times New Roman"/>
              </a:rPr>
              <a:t>Project Presentation</a:t>
            </a:r>
            <a:endParaRPr b="0" i="0" sz="1800" u="none" cap="none" strike="noStrike">
              <a:solidFill>
                <a:schemeClr val="lt1"/>
              </a:solidFill>
              <a:latin typeface="Times New Roman"/>
              <a:ea typeface="Times New Roman"/>
              <a:cs typeface="Times New Roman"/>
              <a:sym typeface="Times New Roman"/>
            </a:endParaRPr>
          </a:p>
        </p:txBody>
      </p:sp>
      <p:pic>
        <p:nvPicPr>
          <p:cNvPr id="1240" name="Google Shape;1240;g3d1afc4545f_0_236"/>
          <p:cNvPicPr preferRelativeResize="0"/>
          <p:nvPr/>
        </p:nvPicPr>
        <p:blipFill rotWithShape="1">
          <a:blip r:embed="rId6">
            <a:alphaModFix/>
          </a:blip>
          <a:srcRect b="0" l="0" r="0" t="0"/>
          <a:stretch/>
        </p:blipFill>
        <p:spPr>
          <a:xfrm>
            <a:off x="10590875" y="6341462"/>
            <a:ext cx="1500023" cy="585000"/>
          </a:xfrm>
          <a:prstGeom prst="rect">
            <a:avLst/>
          </a:prstGeom>
          <a:noFill/>
          <a:ln>
            <a:noFill/>
          </a:ln>
        </p:spPr>
      </p:pic>
      <p:sp>
        <p:nvSpPr>
          <p:cNvPr id="1241" name="Google Shape;1241;g3d1afc4545f_0_236"/>
          <p:cNvSpPr txBox="1"/>
          <p:nvPr/>
        </p:nvSpPr>
        <p:spPr>
          <a:xfrm>
            <a:off x="-1" y="6288587"/>
            <a:ext cx="5981100" cy="6465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chemeClr val="dk1"/>
              </a:buClr>
              <a:buSzPts val="1800"/>
              <a:buFont typeface="Arial"/>
              <a:buNone/>
            </a:pPr>
            <a:r>
              <a:rPr b="0" i="0" lang="en-US" sz="1800" u="none" cap="none" strike="noStrike">
                <a:solidFill>
                  <a:schemeClr val="lt1"/>
                </a:solidFill>
                <a:latin typeface="Times New Roman"/>
                <a:ea typeface="Times New Roman"/>
                <a:cs typeface="Times New Roman"/>
                <a:sym typeface="Times New Roman"/>
              </a:rPr>
              <a:t>Machine Learning Professional</a:t>
            </a:r>
            <a:br>
              <a:rPr b="0" i="0" lang="en-US" sz="1800" u="none" cap="none" strike="noStrike">
                <a:solidFill>
                  <a:schemeClr val="lt1"/>
                </a:solidFill>
                <a:latin typeface="Times New Roman"/>
                <a:ea typeface="Times New Roman"/>
                <a:cs typeface="Times New Roman"/>
                <a:sym typeface="Times New Roman"/>
              </a:rPr>
            </a:br>
            <a:r>
              <a:rPr b="0" i="0" lang="en-US" sz="1800" u="none" cap="none" strike="noStrike">
                <a:solidFill>
                  <a:schemeClr val="lt1"/>
                </a:solidFill>
                <a:latin typeface="Times New Roman"/>
                <a:ea typeface="Times New Roman"/>
                <a:cs typeface="Times New Roman"/>
                <a:sym typeface="Times New Roman"/>
              </a:rPr>
              <a:t>Project Presentation</a:t>
            </a:r>
            <a:endParaRPr b="0" i="0" sz="1800" u="none" cap="none" strike="noStrike">
              <a:solidFill>
                <a:schemeClr val="lt1"/>
              </a:solidFill>
              <a:latin typeface="Times New Roman"/>
              <a:ea typeface="Times New Roman"/>
              <a:cs typeface="Times New Roman"/>
              <a:sym typeface="Times New Roman"/>
            </a:endParaRPr>
          </a:p>
        </p:txBody>
      </p:sp>
      <p:pic>
        <p:nvPicPr>
          <p:cNvPr id="1242" name="Google Shape;1242;g3d1afc4545f_0_236"/>
          <p:cNvPicPr preferRelativeResize="0"/>
          <p:nvPr/>
        </p:nvPicPr>
        <p:blipFill rotWithShape="1">
          <a:blip r:embed="rId6">
            <a:alphaModFix/>
          </a:blip>
          <a:srcRect b="0" l="0" r="0" t="0"/>
          <a:stretch/>
        </p:blipFill>
        <p:spPr>
          <a:xfrm>
            <a:off x="10590875" y="6330524"/>
            <a:ext cx="1500023" cy="585000"/>
          </a:xfrm>
          <a:prstGeom prst="rect">
            <a:avLst/>
          </a:prstGeom>
          <a:noFill/>
          <a:ln>
            <a:noFill/>
          </a:ln>
        </p:spPr>
      </p:pic>
      <p:sp>
        <p:nvSpPr>
          <p:cNvPr id="1243" name="Google Shape;1243;g3d1afc4545f_0_236"/>
          <p:cNvSpPr txBox="1"/>
          <p:nvPr/>
        </p:nvSpPr>
        <p:spPr>
          <a:xfrm>
            <a:off x="-1" y="6234672"/>
            <a:ext cx="5981100" cy="6465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chemeClr val="dk1"/>
              </a:buClr>
              <a:buSzPts val="1800"/>
              <a:buFont typeface="Arial"/>
              <a:buNone/>
            </a:pPr>
            <a:r>
              <a:rPr b="0" i="0" lang="en-US" sz="1800" u="none" cap="none" strike="noStrike">
                <a:solidFill>
                  <a:schemeClr val="lt1"/>
                </a:solidFill>
                <a:latin typeface="Times New Roman"/>
                <a:ea typeface="Times New Roman"/>
                <a:cs typeface="Times New Roman"/>
                <a:sym typeface="Times New Roman"/>
              </a:rPr>
              <a:t>Machine Learning Professional</a:t>
            </a:r>
            <a:br>
              <a:rPr b="0" i="0" lang="en-US" sz="1800" u="none" cap="none" strike="noStrike">
                <a:solidFill>
                  <a:schemeClr val="lt1"/>
                </a:solidFill>
                <a:latin typeface="Times New Roman"/>
                <a:ea typeface="Times New Roman"/>
                <a:cs typeface="Times New Roman"/>
                <a:sym typeface="Times New Roman"/>
              </a:rPr>
            </a:br>
            <a:r>
              <a:rPr b="0" i="0" lang="en-US" sz="1800" u="none" cap="none" strike="noStrike">
                <a:solidFill>
                  <a:schemeClr val="lt1"/>
                </a:solidFill>
                <a:latin typeface="Times New Roman"/>
                <a:ea typeface="Times New Roman"/>
                <a:cs typeface="Times New Roman"/>
                <a:sym typeface="Times New Roman"/>
              </a:rPr>
              <a:t>Project Presentation</a:t>
            </a:r>
            <a:endParaRPr b="0" i="0" sz="1800" u="none" cap="none" strike="noStrike">
              <a:solidFill>
                <a:schemeClr val="lt1"/>
              </a:solidFill>
              <a:latin typeface="Times New Roman"/>
              <a:ea typeface="Times New Roman"/>
              <a:cs typeface="Times New Roman"/>
              <a:sym typeface="Times New Roman"/>
            </a:endParaRPr>
          </a:p>
        </p:txBody>
      </p:sp>
      <p:pic>
        <p:nvPicPr>
          <p:cNvPr id="1244" name="Google Shape;1244;g3d1afc4545f_0_236"/>
          <p:cNvPicPr preferRelativeResize="0"/>
          <p:nvPr/>
        </p:nvPicPr>
        <p:blipFill rotWithShape="1">
          <a:blip r:embed="rId6">
            <a:alphaModFix/>
          </a:blip>
          <a:srcRect b="0" l="0" r="0" t="0"/>
          <a:stretch/>
        </p:blipFill>
        <p:spPr>
          <a:xfrm>
            <a:off x="10590875" y="6330524"/>
            <a:ext cx="1500023" cy="585000"/>
          </a:xfrm>
          <a:prstGeom prst="rect">
            <a:avLst/>
          </a:prstGeom>
          <a:noFill/>
          <a:ln>
            <a:noFill/>
          </a:ln>
        </p:spPr>
      </p:pic>
      <p:sp>
        <p:nvSpPr>
          <p:cNvPr id="1245" name="Google Shape;1245;g3d1afc4545f_0_236"/>
          <p:cNvSpPr txBox="1"/>
          <p:nvPr/>
        </p:nvSpPr>
        <p:spPr>
          <a:xfrm>
            <a:off x="-1" y="6234672"/>
            <a:ext cx="5981100" cy="6465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chemeClr val="dk1"/>
              </a:buClr>
              <a:buSzPts val="1800"/>
              <a:buFont typeface="Arial"/>
              <a:buNone/>
            </a:pPr>
            <a:r>
              <a:rPr b="0" i="0" lang="en-US" sz="1800" u="none" cap="none" strike="noStrike">
                <a:solidFill>
                  <a:schemeClr val="lt1"/>
                </a:solidFill>
                <a:latin typeface="Times New Roman"/>
                <a:ea typeface="Times New Roman"/>
                <a:cs typeface="Times New Roman"/>
                <a:sym typeface="Times New Roman"/>
              </a:rPr>
              <a:t>Machine Learning Professional</a:t>
            </a:r>
            <a:br>
              <a:rPr b="0" i="0" lang="en-US" sz="1800" u="none" cap="none" strike="noStrike">
                <a:solidFill>
                  <a:schemeClr val="lt1"/>
                </a:solidFill>
                <a:latin typeface="Times New Roman"/>
                <a:ea typeface="Times New Roman"/>
                <a:cs typeface="Times New Roman"/>
                <a:sym typeface="Times New Roman"/>
              </a:rPr>
            </a:br>
            <a:r>
              <a:rPr b="0" i="0" lang="en-US" sz="1800" u="none" cap="none" strike="noStrike">
                <a:solidFill>
                  <a:schemeClr val="lt1"/>
                </a:solidFill>
                <a:latin typeface="Times New Roman"/>
                <a:ea typeface="Times New Roman"/>
                <a:cs typeface="Times New Roman"/>
                <a:sym typeface="Times New Roman"/>
              </a:rPr>
              <a:t>Project Presentation</a:t>
            </a:r>
            <a:endParaRPr b="0" i="0" sz="1800" u="none" cap="none" strike="noStrike">
              <a:solidFill>
                <a:schemeClr val="lt1"/>
              </a:solidFill>
              <a:latin typeface="Times New Roman"/>
              <a:ea typeface="Times New Roman"/>
              <a:cs typeface="Times New Roman"/>
              <a:sym typeface="Times New Roman"/>
            </a:endParaRPr>
          </a:p>
        </p:txBody>
      </p:sp>
      <p:pic>
        <p:nvPicPr>
          <p:cNvPr id="1246" name="Google Shape;1246;g3d1afc4545f_0_236"/>
          <p:cNvPicPr preferRelativeResize="0"/>
          <p:nvPr/>
        </p:nvPicPr>
        <p:blipFill rotWithShape="1">
          <a:blip r:embed="rId6">
            <a:alphaModFix/>
          </a:blip>
          <a:srcRect b="0" l="0" r="0" t="0"/>
          <a:stretch/>
        </p:blipFill>
        <p:spPr>
          <a:xfrm>
            <a:off x="10590875" y="6330524"/>
            <a:ext cx="1500023" cy="585000"/>
          </a:xfrm>
          <a:prstGeom prst="rect">
            <a:avLst/>
          </a:prstGeom>
          <a:noFill/>
          <a:ln>
            <a:noFill/>
          </a:ln>
        </p:spPr>
      </p:pic>
      <p:sp>
        <p:nvSpPr>
          <p:cNvPr id="1247" name="Google Shape;1247;g3d1afc4545f_0_236"/>
          <p:cNvSpPr txBox="1"/>
          <p:nvPr/>
        </p:nvSpPr>
        <p:spPr>
          <a:xfrm>
            <a:off x="-1" y="6234672"/>
            <a:ext cx="5981100" cy="6465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chemeClr val="dk1"/>
              </a:buClr>
              <a:buSzPts val="1800"/>
              <a:buFont typeface="Arial"/>
              <a:buNone/>
            </a:pPr>
            <a:r>
              <a:rPr b="0" i="0" lang="en-US" sz="1800" u="none" cap="none" strike="noStrike">
                <a:solidFill>
                  <a:schemeClr val="lt1"/>
                </a:solidFill>
                <a:latin typeface="Times New Roman"/>
                <a:ea typeface="Times New Roman"/>
                <a:cs typeface="Times New Roman"/>
                <a:sym typeface="Times New Roman"/>
              </a:rPr>
              <a:t>Nanoelectronics - Seminar Presentation</a:t>
            </a:r>
            <a:br>
              <a:rPr b="0" i="0" lang="en-US" sz="1800" u="none" cap="none" strike="noStrike">
                <a:solidFill>
                  <a:schemeClr val="lt1"/>
                </a:solidFill>
                <a:latin typeface="Times New Roman"/>
                <a:ea typeface="Times New Roman"/>
                <a:cs typeface="Times New Roman"/>
                <a:sym typeface="Times New Roman"/>
              </a:rPr>
            </a:br>
            <a:r>
              <a:rPr b="0" i="0" lang="en-US" sz="1800" u="none" cap="none" strike="noStrike">
                <a:solidFill>
                  <a:schemeClr val="lt1"/>
                </a:solidFill>
                <a:latin typeface="Times New Roman"/>
                <a:ea typeface="Times New Roman"/>
                <a:cs typeface="Times New Roman"/>
                <a:sym typeface="Times New Roman"/>
              </a:rPr>
              <a:t>Ronit Dutta</a:t>
            </a:r>
            <a:endParaRPr b="0" i="0" sz="1800" u="none" cap="none" strike="noStrike">
              <a:solidFill>
                <a:schemeClr val="lt1"/>
              </a:solidFill>
              <a:latin typeface="Times New Roman"/>
              <a:ea typeface="Times New Roman"/>
              <a:cs typeface="Times New Roman"/>
              <a:sym typeface="Times New Roman"/>
            </a:endParaRPr>
          </a:p>
        </p:txBody>
      </p:sp>
      <p:pic>
        <p:nvPicPr>
          <p:cNvPr id="1248" name="Google Shape;1248;g3d1afc4545f_0_236"/>
          <p:cNvPicPr preferRelativeResize="0"/>
          <p:nvPr/>
        </p:nvPicPr>
        <p:blipFill rotWithShape="1">
          <a:blip r:embed="rId6">
            <a:alphaModFix/>
          </a:blip>
          <a:srcRect b="0" l="0" r="0" t="0"/>
          <a:stretch/>
        </p:blipFill>
        <p:spPr>
          <a:xfrm>
            <a:off x="10590875" y="6330524"/>
            <a:ext cx="1500023" cy="585000"/>
          </a:xfrm>
          <a:prstGeom prst="rect">
            <a:avLst/>
          </a:prstGeom>
          <a:noFill/>
          <a:ln>
            <a:noFill/>
          </a:ln>
        </p:spPr>
      </p:pic>
      <p:pic>
        <p:nvPicPr>
          <p:cNvPr id="1249" name="Google Shape;1249;g3d1afc4545f_0_236"/>
          <p:cNvPicPr preferRelativeResize="0"/>
          <p:nvPr/>
        </p:nvPicPr>
        <p:blipFill rotWithShape="1">
          <a:blip r:embed="rId9">
            <a:alphaModFix/>
          </a:blip>
          <a:srcRect b="0" l="0" r="0" t="0"/>
          <a:stretch/>
        </p:blipFill>
        <p:spPr>
          <a:xfrm>
            <a:off x="0" y="6234674"/>
            <a:ext cx="12192000" cy="1165875"/>
          </a:xfrm>
          <a:prstGeom prst="rect">
            <a:avLst/>
          </a:prstGeom>
          <a:noFill/>
          <a:ln>
            <a:noFill/>
          </a:ln>
        </p:spPr>
      </p:pic>
      <p:sp>
        <p:nvSpPr>
          <p:cNvPr id="1250" name="Google Shape;1250;g3d1afc4545f_0_236"/>
          <p:cNvSpPr txBox="1"/>
          <p:nvPr/>
        </p:nvSpPr>
        <p:spPr>
          <a:xfrm>
            <a:off x="-1" y="6310697"/>
            <a:ext cx="5981100" cy="6465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chemeClr val="dk1"/>
              </a:buClr>
              <a:buSzPts val="1800"/>
              <a:buFont typeface="Arial"/>
              <a:buNone/>
            </a:pPr>
            <a:r>
              <a:rPr lang="en-US" sz="1800">
                <a:solidFill>
                  <a:schemeClr val="lt1"/>
                </a:solidFill>
                <a:latin typeface="Times New Roman"/>
                <a:ea typeface="Times New Roman"/>
                <a:cs typeface="Times New Roman"/>
                <a:sym typeface="Times New Roman"/>
              </a:rPr>
              <a:t>Applied Mathematics for Engineering [MIDTERM PROJECT]</a:t>
            </a:r>
            <a:br>
              <a:rPr b="0" i="0" lang="en-US" sz="1800" u="none" cap="none" strike="noStrike">
                <a:solidFill>
                  <a:schemeClr val="lt1"/>
                </a:solidFill>
                <a:latin typeface="Times New Roman"/>
                <a:ea typeface="Times New Roman"/>
                <a:cs typeface="Times New Roman"/>
                <a:sym typeface="Times New Roman"/>
              </a:rPr>
            </a:br>
            <a:r>
              <a:rPr b="0" i="0" lang="en-US" sz="1800" u="none" cap="none" strike="noStrike">
                <a:solidFill>
                  <a:schemeClr val="lt1"/>
                </a:solidFill>
                <a:latin typeface="Times New Roman"/>
                <a:ea typeface="Times New Roman"/>
                <a:cs typeface="Times New Roman"/>
                <a:sym typeface="Times New Roman"/>
              </a:rPr>
              <a:t>Ronit Dutta</a:t>
            </a:r>
            <a:endParaRPr b="0" i="0" sz="1800" u="none" cap="none" strike="noStrike">
              <a:solidFill>
                <a:schemeClr val="lt1"/>
              </a:solidFill>
              <a:latin typeface="Times New Roman"/>
              <a:ea typeface="Times New Roman"/>
              <a:cs typeface="Times New Roman"/>
              <a:sym typeface="Times New Roman"/>
            </a:endParaRPr>
          </a:p>
        </p:txBody>
      </p:sp>
      <p:pic>
        <p:nvPicPr>
          <p:cNvPr id="1251" name="Google Shape;1251;g3d1afc4545f_0_236"/>
          <p:cNvPicPr preferRelativeResize="0"/>
          <p:nvPr/>
        </p:nvPicPr>
        <p:blipFill rotWithShape="1">
          <a:blip r:embed="rId6">
            <a:alphaModFix/>
          </a:blip>
          <a:srcRect b="0" l="0" r="0" t="0"/>
          <a:stretch/>
        </p:blipFill>
        <p:spPr>
          <a:xfrm>
            <a:off x="10579375" y="6341449"/>
            <a:ext cx="1500023" cy="585000"/>
          </a:xfrm>
          <a:prstGeom prst="rect">
            <a:avLst/>
          </a:prstGeom>
          <a:noFill/>
          <a:ln>
            <a:noFill/>
          </a:ln>
        </p:spPr>
      </p:pic>
      <p:pic>
        <p:nvPicPr>
          <p:cNvPr id="1252" name="Google Shape;1252;g3d1afc4545f_0_236"/>
          <p:cNvPicPr preferRelativeResize="0"/>
          <p:nvPr/>
        </p:nvPicPr>
        <p:blipFill rotWithShape="1">
          <a:blip r:embed="rId9">
            <a:alphaModFix/>
          </a:blip>
          <a:srcRect b="0" l="0" r="0" t="0"/>
          <a:stretch/>
        </p:blipFill>
        <p:spPr>
          <a:xfrm>
            <a:off x="0" y="6330524"/>
            <a:ext cx="12192000" cy="1165875"/>
          </a:xfrm>
          <a:prstGeom prst="rect">
            <a:avLst/>
          </a:prstGeom>
          <a:noFill/>
          <a:ln>
            <a:noFill/>
          </a:ln>
        </p:spPr>
      </p:pic>
      <p:sp>
        <p:nvSpPr>
          <p:cNvPr id="1253" name="Google Shape;1253;g3d1afc4545f_0_236"/>
          <p:cNvSpPr txBox="1"/>
          <p:nvPr/>
        </p:nvSpPr>
        <p:spPr>
          <a:xfrm>
            <a:off x="-1" y="6445547"/>
            <a:ext cx="5981100" cy="6465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chemeClr val="dk1"/>
              </a:buClr>
              <a:buSzPts val="1800"/>
              <a:buFont typeface="Arial"/>
              <a:buNone/>
            </a:pPr>
            <a:r>
              <a:rPr lang="en-US" sz="1800">
                <a:solidFill>
                  <a:schemeClr val="lt1"/>
                </a:solidFill>
                <a:latin typeface="Times New Roman"/>
                <a:ea typeface="Times New Roman"/>
                <a:cs typeface="Times New Roman"/>
                <a:sym typeface="Times New Roman"/>
              </a:rPr>
              <a:t>Applied Mathematics for Engineering [MIDTERM PROJECT]</a:t>
            </a:r>
            <a:br>
              <a:rPr b="0" i="0" lang="en-US" sz="1800" u="none" cap="none" strike="noStrike">
                <a:solidFill>
                  <a:schemeClr val="lt1"/>
                </a:solidFill>
                <a:latin typeface="Times New Roman"/>
                <a:ea typeface="Times New Roman"/>
                <a:cs typeface="Times New Roman"/>
                <a:sym typeface="Times New Roman"/>
              </a:rPr>
            </a:br>
            <a:r>
              <a:rPr b="0" i="0" lang="en-US" sz="1800" u="none" cap="none" strike="noStrike">
                <a:solidFill>
                  <a:schemeClr val="lt1"/>
                </a:solidFill>
                <a:latin typeface="Times New Roman"/>
                <a:ea typeface="Times New Roman"/>
                <a:cs typeface="Times New Roman"/>
                <a:sym typeface="Times New Roman"/>
              </a:rPr>
              <a:t>Ronit Dutta</a:t>
            </a:r>
            <a:endParaRPr b="0" i="0" sz="1800" u="none" cap="none" strike="noStrike">
              <a:solidFill>
                <a:schemeClr val="lt1"/>
              </a:solidFill>
              <a:latin typeface="Times New Roman"/>
              <a:ea typeface="Times New Roman"/>
              <a:cs typeface="Times New Roman"/>
              <a:sym typeface="Times New Roman"/>
            </a:endParaRPr>
          </a:p>
        </p:txBody>
      </p:sp>
      <p:pic>
        <p:nvPicPr>
          <p:cNvPr id="1254" name="Google Shape;1254;g3d1afc4545f_0_236"/>
          <p:cNvPicPr preferRelativeResize="0"/>
          <p:nvPr/>
        </p:nvPicPr>
        <p:blipFill rotWithShape="1">
          <a:blip r:embed="rId6">
            <a:alphaModFix/>
          </a:blip>
          <a:srcRect b="0" l="0" r="0" t="0"/>
          <a:stretch/>
        </p:blipFill>
        <p:spPr>
          <a:xfrm>
            <a:off x="10579375" y="6476299"/>
            <a:ext cx="1500023" cy="585000"/>
          </a:xfrm>
          <a:prstGeom prst="rect">
            <a:avLst/>
          </a:prstGeom>
          <a:noFill/>
          <a:ln>
            <a:noFill/>
          </a:ln>
        </p:spPr>
      </p:pic>
      <p:pic>
        <p:nvPicPr>
          <p:cNvPr id="1255" name="Google Shape;1255;g3d1afc4545f_0_236"/>
          <p:cNvPicPr preferRelativeResize="0"/>
          <p:nvPr/>
        </p:nvPicPr>
        <p:blipFill rotWithShape="1">
          <a:blip r:embed="rId4">
            <a:alphaModFix/>
          </a:blip>
          <a:srcRect b="0" l="0" r="0" t="0"/>
          <a:stretch/>
        </p:blipFill>
        <p:spPr>
          <a:xfrm>
            <a:off x="10590934" y="6330522"/>
            <a:ext cx="1499906" cy="585000"/>
          </a:xfrm>
          <a:prstGeom prst="rect">
            <a:avLst/>
          </a:prstGeom>
          <a:noFill/>
          <a:ln>
            <a:noFill/>
          </a:ln>
        </p:spPr>
      </p:pic>
      <p:sp>
        <p:nvSpPr>
          <p:cNvPr id="1256" name="Google Shape;1256;g3d1afc4545f_0_236"/>
          <p:cNvSpPr txBox="1"/>
          <p:nvPr/>
        </p:nvSpPr>
        <p:spPr>
          <a:xfrm>
            <a:off x="-1" y="6288587"/>
            <a:ext cx="5981100" cy="3693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chemeClr val="dk1"/>
              </a:buClr>
              <a:buSzPts val="1800"/>
              <a:buFont typeface="Arial"/>
              <a:buNone/>
            </a:pPr>
            <a:r>
              <a:rPr b="0" i="0" lang="en-US" sz="1800" u="none" cap="none" strike="noStrike">
                <a:solidFill>
                  <a:schemeClr val="lt1"/>
                </a:solidFill>
                <a:latin typeface="Times New Roman"/>
                <a:ea typeface="Times New Roman"/>
                <a:cs typeface="Times New Roman"/>
                <a:sym typeface="Times New Roman"/>
              </a:rPr>
              <a:t>Term Paper Presentation | Ronit Dutta</a:t>
            </a:r>
            <a:endParaRPr b="0" i="0" sz="1800" u="none" cap="none" strike="noStrike">
              <a:solidFill>
                <a:schemeClr val="lt1"/>
              </a:solidFill>
              <a:latin typeface="Times New Roman"/>
              <a:ea typeface="Times New Roman"/>
              <a:cs typeface="Times New Roman"/>
              <a:sym typeface="Times New Roman"/>
            </a:endParaRPr>
          </a:p>
        </p:txBody>
      </p:sp>
      <p:pic>
        <p:nvPicPr>
          <p:cNvPr id="1257" name="Google Shape;1257;g3d1afc4545f_0_236"/>
          <p:cNvPicPr preferRelativeResize="0"/>
          <p:nvPr/>
        </p:nvPicPr>
        <p:blipFill rotWithShape="1">
          <a:blip r:embed="rId4">
            <a:alphaModFix/>
          </a:blip>
          <a:srcRect b="0" l="0" r="0" t="0"/>
          <a:stretch/>
        </p:blipFill>
        <p:spPr>
          <a:xfrm>
            <a:off x="10590934" y="6330522"/>
            <a:ext cx="1499906" cy="585000"/>
          </a:xfrm>
          <a:prstGeom prst="rect">
            <a:avLst/>
          </a:prstGeom>
          <a:noFill/>
          <a:ln>
            <a:noFill/>
          </a:ln>
        </p:spPr>
      </p:pic>
      <p:sp>
        <p:nvSpPr>
          <p:cNvPr id="1258" name="Google Shape;1258;g3d1afc4545f_0_236"/>
          <p:cNvSpPr txBox="1"/>
          <p:nvPr/>
        </p:nvSpPr>
        <p:spPr>
          <a:xfrm>
            <a:off x="-1" y="6288587"/>
            <a:ext cx="5981100" cy="3693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chemeClr val="dk1"/>
              </a:buClr>
              <a:buSzPts val="1800"/>
              <a:buFont typeface="Arial"/>
              <a:buNone/>
            </a:pPr>
            <a:r>
              <a:rPr b="0" i="0" lang="en-US" sz="1800" u="none" cap="none" strike="noStrike">
                <a:solidFill>
                  <a:schemeClr val="lt1"/>
                </a:solidFill>
                <a:latin typeface="Times New Roman"/>
                <a:ea typeface="Times New Roman"/>
                <a:cs typeface="Times New Roman"/>
                <a:sym typeface="Times New Roman"/>
              </a:rPr>
              <a:t>Term Paper Presentation | Ronit Dutta</a:t>
            </a:r>
            <a:endParaRPr b="0" i="0" sz="1800" u="none" cap="none" strike="noStrike">
              <a:solidFill>
                <a:schemeClr val="lt1"/>
              </a:solidFill>
              <a:latin typeface="Times New Roman"/>
              <a:ea typeface="Times New Roman"/>
              <a:cs typeface="Times New Roman"/>
              <a:sym typeface="Times New Roman"/>
            </a:endParaRPr>
          </a:p>
        </p:txBody>
      </p:sp>
      <p:pic>
        <p:nvPicPr>
          <p:cNvPr id="1259" name="Google Shape;1259;g3d1afc4545f_0_236"/>
          <p:cNvPicPr preferRelativeResize="0"/>
          <p:nvPr/>
        </p:nvPicPr>
        <p:blipFill rotWithShape="1">
          <a:blip r:embed="rId4">
            <a:alphaModFix/>
          </a:blip>
          <a:srcRect b="0" l="0" r="0" t="0"/>
          <a:stretch/>
        </p:blipFill>
        <p:spPr>
          <a:xfrm>
            <a:off x="10590934" y="6330522"/>
            <a:ext cx="1499906" cy="585000"/>
          </a:xfrm>
          <a:prstGeom prst="rect">
            <a:avLst/>
          </a:prstGeom>
          <a:noFill/>
          <a:ln>
            <a:noFill/>
          </a:ln>
        </p:spPr>
      </p:pic>
      <p:sp>
        <p:nvSpPr>
          <p:cNvPr id="1260" name="Google Shape;1260;g3d1afc4545f_0_236"/>
          <p:cNvSpPr txBox="1"/>
          <p:nvPr/>
        </p:nvSpPr>
        <p:spPr>
          <a:xfrm>
            <a:off x="-1" y="6288587"/>
            <a:ext cx="5981100" cy="6465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chemeClr val="dk1"/>
              </a:buClr>
              <a:buSzPts val="1800"/>
              <a:buFont typeface="Arial"/>
              <a:buNone/>
            </a:pPr>
            <a:r>
              <a:rPr b="0" i="0" lang="en-US" sz="1800" u="none" cap="none" strike="noStrike">
                <a:solidFill>
                  <a:schemeClr val="lt1"/>
                </a:solidFill>
                <a:latin typeface="Times New Roman"/>
                <a:ea typeface="Times New Roman"/>
                <a:cs typeface="Times New Roman"/>
                <a:sym typeface="Times New Roman"/>
              </a:rPr>
              <a:t>Machine Learning Professional</a:t>
            </a:r>
            <a:br>
              <a:rPr b="0" i="0" lang="en-US" sz="1800" u="none" cap="none" strike="noStrike">
                <a:solidFill>
                  <a:schemeClr val="lt1"/>
                </a:solidFill>
                <a:latin typeface="Times New Roman"/>
                <a:ea typeface="Times New Roman"/>
                <a:cs typeface="Times New Roman"/>
                <a:sym typeface="Times New Roman"/>
              </a:rPr>
            </a:br>
            <a:r>
              <a:rPr b="0" i="0" lang="en-US" sz="1800" u="none" cap="none" strike="noStrike">
                <a:solidFill>
                  <a:schemeClr val="lt1"/>
                </a:solidFill>
                <a:latin typeface="Times New Roman"/>
                <a:ea typeface="Times New Roman"/>
                <a:cs typeface="Times New Roman"/>
                <a:sym typeface="Times New Roman"/>
              </a:rPr>
              <a:t>Project Presentation</a:t>
            </a:r>
            <a:endParaRPr b="0" i="0" sz="1800" u="none" cap="none" strike="noStrike">
              <a:solidFill>
                <a:schemeClr val="lt1"/>
              </a:solidFill>
              <a:latin typeface="Times New Roman"/>
              <a:ea typeface="Times New Roman"/>
              <a:cs typeface="Times New Roman"/>
              <a:sym typeface="Times New Roman"/>
            </a:endParaRPr>
          </a:p>
        </p:txBody>
      </p:sp>
      <p:pic>
        <p:nvPicPr>
          <p:cNvPr id="1261" name="Google Shape;1261;g3d1afc4545f_0_236"/>
          <p:cNvPicPr preferRelativeResize="0"/>
          <p:nvPr/>
        </p:nvPicPr>
        <p:blipFill rotWithShape="1">
          <a:blip r:embed="rId6">
            <a:alphaModFix/>
          </a:blip>
          <a:srcRect b="0" l="0" r="0" t="0"/>
          <a:stretch/>
        </p:blipFill>
        <p:spPr>
          <a:xfrm>
            <a:off x="10590875" y="6341462"/>
            <a:ext cx="1500023" cy="585000"/>
          </a:xfrm>
          <a:prstGeom prst="rect">
            <a:avLst/>
          </a:prstGeom>
          <a:noFill/>
          <a:ln>
            <a:noFill/>
          </a:ln>
        </p:spPr>
      </p:pic>
      <p:sp>
        <p:nvSpPr>
          <p:cNvPr id="1262" name="Google Shape;1262;g3d1afc4545f_0_236"/>
          <p:cNvSpPr txBox="1"/>
          <p:nvPr/>
        </p:nvSpPr>
        <p:spPr>
          <a:xfrm>
            <a:off x="-1" y="6288587"/>
            <a:ext cx="5981100" cy="6465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chemeClr val="dk1"/>
              </a:buClr>
              <a:buSzPts val="1800"/>
              <a:buFont typeface="Arial"/>
              <a:buNone/>
            </a:pPr>
            <a:r>
              <a:rPr b="0" i="0" lang="en-US" sz="1800" u="none" cap="none" strike="noStrike">
                <a:solidFill>
                  <a:schemeClr val="lt1"/>
                </a:solidFill>
                <a:latin typeface="Times New Roman"/>
                <a:ea typeface="Times New Roman"/>
                <a:cs typeface="Times New Roman"/>
                <a:sym typeface="Times New Roman"/>
              </a:rPr>
              <a:t>Machine Learning Professional</a:t>
            </a:r>
            <a:br>
              <a:rPr b="0" i="0" lang="en-US" sz="1800" u="none" cap="none" strike="noStrike">
                <a:solidFill>
                  <a:schemeClr val="lt1"/>
                </a:solidFill>
                <a:latin typeface="Times New Roman"/>
                <a:ea typeface="Times New Roman"/>
                <a:cs typeface="Times New Roman"/>
                <a:sym typeface="Times New Roman"/>
              </a:rPr>
            </a:br>
            <a:r>
              <a:rPr b="0" i="0" lang="en-US" sz="1800" u="none" cap="none" strike="noStrike">
                <a:solidFill>
                  <a:schemeClr val="lt1"/>
                </a:solidFill>
                <a:latin typeface="Times New Roman"/>
                <a:ea typeface="Times New Roman"/>
                <a:cs typeface="Times New Roman"/>
                <a:sym typeface="Times New Roman"/>
              </a:rPr>
              <a:t>Project Presentation</a:t>
            </a:r>
            <a:endParaRPr b="0" i="0" sz="1800" u="none" cap="none" strike="noStrike">
              <a:solidFill>
                <a:schemeClr val="lt1"/>
              </a:solidFill>
              <a:latin typeface="Times New Roman"/>
              <a:ea typeface="Times New Roman"/>
              <a:cs typeface="Times New Roman"/>
              <a:sym typeface="Times New Roman"/>
            </a:endParaRPr>
          </a:p>
        </p:txBody>
      </p:sp>
      <p:pic>
        <p:nvPicPr>
          <p:cNvPr id="1263" name="Google Shape;1263;g3d1afc4545f_0_236"/>
          <p:cNvPicPr preferRelativeResize="0"/>
          <p:nvPr/>
        </p:nvPicPr>
        <p:blipFill rotWithShape="1">
          <a:blip r:embed="rId6">
            <a:alphaModFix/>
          </a:blip>
          <a:srcRect b="0" l="0" r="0" t="0"/>
          <a:stretch/>
        </p:blipFill>
        <p:spPr>
          <a:xfrm>
            <a:off x="10590875" y="6330524"/>
            <a:ext cx="1500023" cy="585000"/>
          </a:xfrm>
          <a:prstGeom prst="rect">
            <a:avLst/>
          </a:prstGeom>
          <a:noFill/>
          <a:ln>
            <a:noFill/>
          </a:ln>
        </p:spPr>
      </p:pic>
      <p:sp>
        <p:nvSpPr>
          <p:cNvPr id="1264" name="Google Shape;1264;g3d1afc4545f_0_236"/>
          <p:cNvSpPr txBox="1"/>
          <p:nvPr/>
        </p:nvSpPr>
        <p:spPr>
          <a:xfrm>
            <a:off x="-1" y="6234672"/>
            <a:ext cx="5981100" cy="6465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chemeClr val="dk1"/>
              </a:buClr>
              <a:buSzPts val="1800"/>
              <a:buFont typeface="Arial"/>
              <a:buNone/>
            </a:pPr>
            <a:r>
              <a:rPr b="0" i="0" lang="en-US" sz="1800" u="none" cap="none" strike="noStrike">
                <a:solidFill>
                  <a:schemeClr val="lt1"/>
                </a:solidFill>
                <a:latin typeface="Times New Roman"/>
                <a:ea typeface="Times New Roman"/>
                <a:cs typeface="Times New Roman"/>
                <a:sym typeface="Times New Roman"/>
              </a:rPr>
              <a:t>Machine Learning Professional</a:t>
            </a:r>
            <a:br>
              <a:rPr b="0" i="0" lang="en-US" sz="1800" u="none" cap="none" strike="noStrike">
                <a:solidFill>
                  <a:schemeClr val="lt1"/>
                </a:solidFill>
                <a:latin typeface="Times New Roman"/>
                <a:ea typeface="Times New Roman"/>
                <a:cs typeface="Times New Roman"/>
                <a:sym typeface="Times New Roman"/>
              </a:rPr>
            </a:br>
            <a:r>
              <a:rPr b="0" i="0" lang="en-US" sz="1800" u="none" cap="none" strike="noStrike">
                <a:solidFill>
                  <a:schemeClr val="lt1"/>
                </a:solidFill>
                <a:latin typeface="Times New Roman"/>
                <a:ea typeface="Times New Roman"/>
                <a:cs typeface="Times New Roman"/>
                <a:sym typeface="Times New Roman"/>
              </a:rPr>
              <a:t>Project Presentation</a:t>
            </a:r>
            <a:endParaRPr b="0" i="0" sz="1800" u="none" cap="none" strike="noStrike">
              <a:solidFill>
                <a:schemeClr val="lt1"/>
              </a:solidFill>
              <a:latin typeface="Times New Roman"/>
              <a:ea typeface="Times New Roman"/>
              <a:cs typeface="Times New Roman"/>
              <a:sym typeface="Times New Roman"/>
            </a:endParaRPr>
          </a:p>
        </p:txBody>
      </p:sp>
      <p:pic>
        <p:nvPicPr>
          <p:cNvPr id="1265" name="Google Shape;1265;g3d1afc4545f_0_236"/>
          <p:cNvPicPr preferRelativeResize="0"/>
          <p:nvPr/>
        </p:nvPicPr>
        <p:blipFill rotWithShape="1">
          <a:blip r:embed="rId6">
            <a:alphaModFix/>
          </a:blip>
          <a:srcRect b="0" l="0" r="0" t="0"/>
          <a:stretch/>
        </p:blipFill>
        <p:spPr>
          <a:xfrm>
            <a:off x="10590875" y="6330524"/>
            <a:ext cx="1500023" cy="585000"/>
          </a:xfrm>
          <a:prstGeom prst="rect">
            <a:avLst/>
          </a:prstGeom>
          <a:noFill/>
          <a:ln>
            <a:noFill/>
          </a:ln>
        </p:spPr>
      </p:pic>
      <p:sp>
        <p:nvSpPr>
          <p:cNvPr id="1266" name="Google Shape;1266;g3d1afc4545f_0_236"/>
          <p:cNvSpPr txBox="1"/>
          <p:nvPr/>
        </p:nvSpPr>
        <p:spPr>
          <a:xfrm>
            <a:off x="-1" y="6234672"/>
            <a:ext cx="5981100" cy="6465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chemeClr val="dk1"/>
              </a:buClr>
              <a:buSzPts val="1800"/>
              <a:buFont typeface="Arial"/>
              <a:buNone/>
            </a:pPr>
            <a:r>
              <a:rPr b="0" i="0" lang="en-US" sz="1800" u="none" cap="none" strike="noStrike">
                <a:solidFill>
                  <a:schemeClr val="lt1"/>
                </a:solidFill>
                <a:latin typeface="Times New Roman"/>
                <a:ea typeface="Times New Roman"/>
                <a:cs typeface="Times New Roman"/>
                <a:sym typeface="Times New Roman"/>
              </a:rPr>
              <a:t>Machine Learning Professional</a:t>
            </a:r>
            <a:br>
              <a:rPr b="0" i="0" lang="en-US" sz="1800" u="none" cap="none" strike="noStrike">
                <a:solidFill>
                  <a:schemeClr val="lt1"/>
                </a:solidFill>
                <a:latin typeface="Times New Roman"/>
                <a:ea typeface="Times New Roman"/>
                <a:cs typeface="Times New Roman"/>
                <a:sym typeface="Times New Roman"/>
              </a:rPr>
            </a:br>
            <a:r>
              <a:rPr b="0" i="0" lang="en-US" sz="1800" u="none" cap="none" strike="noStrike">
                <a:solidFill>
                  <a:schemeClr val="lt1"/>
                </a:solidFill>
                <a:latin typeface="Times New Roman"/>
                <a:ea typeface="Times New Roman"/>
                <a:cs typeface="Times New Roman"/>
                <a:sym typeface="Times New Roman"/>
              </a:rPr>
              <a:t>Project Presentation</a:t>
            </a:r>
            <a:endParaRPr b="0" i="0" sz="1800" u="none" cap="none" strike="noStrike">
              <a:solidFill>
                <a:schemeClr val="lt1"/>
              </a:solidFill>
              <a:latin typeface="Times New Roman"/>
              <a:ea typeface="Times New Roman"/>
              <a:cs typeface="Times New Roman"/>
              <a:sym typeface="Times New Roman"/>
            </a:endParaRPr>
          </a:p>
        </p:txBody>
      </p:sp>
      <p:pic>
        <p:nvPicPr>
          <p:cNvPr id="1267" name="Google Shape;1267;g3d1afc4545f_0_236"/>
          <p:cNvPicPr preferRelativeResize="0"/>
          <p:nvPr/>
        </p:nvPicPr>
        <p:blipFill rotWithShape="1">
          <a:blip r:embed="rId6">
            <a:alphaModFix/>
          </a:blip>
          <a:srcRect b="0" l="0" r="0" t="0"/>
          <a:stretch/>
        </p:blipFill>
        <p:spPr>
          <a:xfrm>
            <a:off x="10590875" y="6330524"/>
            <a:ext cx="1500023" cy="585000"/>
          </a:xfrm>
          <a:prstGeom prst="rect">
            <a:avLst/>
          </a:prstGeom>
          <a:noFill/>
          <a:ln>
            <a:noFill/>
          </a:ln>
        </p:spPr>
      </p:pic>
      <p:sp>
        <p:nvSpPr>
          <p:cNvPr id="1268" name="Google Shape;1268;g3d1afc4545f_0_236"/>
          <p:cNvSpPr txBox="1"/>
          <p:nvPr/>
        </p:nvSpPr>
        <p:spPr>
          <a:xfrm>
            <a:off x="-1" y="6234672"/>
            <a:ext cx="5981100" cy="6465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chemeClr val="dk1"/>
              </a:buClr>
              <a:buSzPts val="1800"/>
              <a:buFont typeface="Arial"/>
              <a:buNone/>
            </a:pPr>
            <a:r>
              <a:rPr b="0" i="0" lang="en-US" sz="1800" u="none" cap="none" strike="noStrike">
                <a:solidFill>
                  <a:schemeClr val="lt1"/>
                </a:solidFill>
                <a:latin typeface="Times New Roman"/>
                <a:ea typeface="Times New Roman"/>
                <a:cs typeface="Times New Roman"/>
                <a:sym typeface="Times New Roman"/>
              </a:rPr>
              <a:t>Nanoelectronics - Seminar Presentation</a:t>
            </a:r>
            <a:br>
              <a:rPr b="0" i="0" lang="en-US" sz="1800" u="none" cap="none" strike="noStrike">
                <a:solidFill>
                  <a:schemeClr val="lt1"/>
                </a:solidFill>
                <a:latin typeface="Times New Roman"/>
                <a:ea typeface="Times New Roman"/>
                <a:cs typeface="Times New Roman"/>
                <a:sym typeface="Times New Roman"/>
              </a:rPr>
            </a:br>
            <a:r>
              <a:rPr b="0" i="0" lang="en-US" sz="1800" u="none" cap="none" strike="noStrike">
                <a:solidFill>
                  <a:schemeClr val="lt1"/>
                </a:solidFill>
                <a:latin typeface="Times New Roman"/>
                <a:ea typeface="Times New Roman"/>
                <a:cs typeface="Times New Roman"/>
                <a:sym typeface="Times New Roman"/>
              </a:rPr>
              <a:t>Ronit Dutta</a:t>
            </a:r>
            <a:endParaRPr b="0" i="0" sz="1800" u="none" cap="none" strike="noStrike">
              <a:solidFill>
                <a:schemeClr val="lt1"/>
              </a:solidFill>
              <a:latin typeface="Times New Roman"/>
              <a:ea typeface="Times New Roman"/>
              <a:cs typeface="Times New Roman"/>
              <a:sym typeface="Times New Roman"/>
            </a:endParaRPr>
          </a:p>
        </p:txBody>
      </p:sp>
      <p:pic>
        <p:nvPicPr>
          <p:cNvPr id="1269" name="Google Shape;1269;g3d1afc4545f_0_236"/>
          <p:cNvPicPr preferRelativeResize="0"/>
          <p:nvPr/>
        </p:nvPicPr>
        <p:blipFill rotWithShape="1">
          <a:blip r:embed="rId6">
            <a:alphaModFix/>
          </a:blip>
          <a:srcRect b="0" l="0" r="0" t="0"/>
          <a:stretch/>
        </p:blipFill>
        <p:spPr>
          <a:xfrm>
            <a:off x="10590875" y="6330524"/>
            <a:ext cx="1500023" cy="585000"/>
          </a:xfrm>
          <a:prstGeom prst="rect">
            <a:avLst/>
          </a:prstGeom>
          <a:noFill/>
          <a:ln>
            <a:noFill/>
          </a:ln>
        </p:spPr>
      </p:pic>
      <p:pic>
        <p:nvPicPr>
          <p:cNvPr id="1270" name="Google Shape;1270;g3d1afc4545f_0_236"/>
          <p:cNvPicPr preferRelativeResize="0"/>
          <p:nvPr/>
        </p:nvPicPr>
        <p:blipFill rotWithShape="1">
          <a:blip r:embed="rId4">
            <a:alphaModFix/>
          </a:blip>
          <a:srcRect b="0" l="0" r="0" t="0"/>
          <a:stretch/>
        </p:blipFill>
        <p:spPr>
          <a:xfrm>
            <a:off x="10590934" y="6330522"/>
            <a:ext cx="1499906" cy="585000"/>
          </a:xfrm>
          <a:prstGeom prst="rect">
            <a:avLst/>
          </a:prstGeom>
          <a:noFill/>
          <a:ln>
            <a:noFill/>
          </a:ln>
        </p:spPr>
      </p:pic>
      <p:sp>
        <p:nvSpPr>
          <p:cNvPr id="1271" name="Google Shape;1271;g3d1afc4545f_0_236"/>
          <p:cNvSpPr txBox="1"/>
          <p:nvPr/>
        </p:nvSpPr>
        <p:spPr>
          <a:xfrm>
            <a:off x="-1" y="6288587"/>
            <a:ext cx="5981100" cy="3693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chemeClr val="dk1"/>
              </a:buClr>
              <a:buSzPts val="1800"/>
              <a:buFont typeface="Arial"/>
              <a:buNone/>
            </a:pPr>
            <a:r>
              <a:rPr b="0" i="0" lang="en-US" sz="1800" u="none" cap="none" strike="noStrike">
                <a:solidFill>
                  <a:schemeClr val="lt1"/>
                </a:solidFill>
                <a:latin typeface="Times New Roman"/>
                <a:ea typeface="Times New Roman"/>
                <a:cs typeface="Times New Roman"/>
                <a:sym typeface="Times New Roman"/>
              </a:rPr>
              <a:t>Term Paper Presentation | Ronit Dutta</a:t>
            </a:r>
            <a:endParaRPr b="0" i="0" sz="1800" u="none" cap="none" strike="noStrike">
              <a:solidFill>
                <a:schemeClr val="lt1"/>
              </a:solidFill>
              <a:latin typeface="Times New Roman"/>
              <a:ea typeface="Times New Roman"/>
              <a:cs typeface="Times New Roman"/>
              <a:sym typeface="Times New Roman"/>
            </a:endParaRPr>
          </a:p>
        </p:txBody>
      </p:sp>
      <p:pic>
        <p:nvPicPr>
          <p:cNvPr id="1272" name="Google Shape;1272;g3d1afc4545f_0_236"/>
          <p:cNvPicPr preferRelativeResize="0"/>
          <p:nvPr/>
        </p:nvPicPr>
        <p:blipFill rotWithShape="1">
          <a:blip r:embed="rId4">
            <a:alphaModFix/>
          </a:blip>
          <a:srcRect b="0" l="0" r="0" t="0"/>
          <a:stretch/>
        </p:blipFill>
        <p:spPr>
          <a:xfrm>
            <a:off x="10590934" y="6330522"/>
            <a:ext cx="1499906" cy="585000"/>
          </a:xfrm>
          <a:prstGeom prst="rect">
            <a:avLst/>
          </a:prstGeom>
          <a:noFill/>
          <a:ln>
            <a:noFill/>
          </a:ln>
        </p:spPr>
      </p:pic>
      <p:sp>
        <p:nvSpPr>
          <p:cNvPr id="1273" name="Google Shape;1273;g3d1afc4545f_0_236"/>
          <p:cNvSpPr txBox="1"/>
          <p:nvPr/>
        </p:nvSpPr>
        <p:spPr>
          <a:xfrm>
            <a:off x="-1" y="6288587"/>
            <a:ext cx="5981100" cy="3693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chemeClr val="dk1"/>
              </a:buClr>
              <a:buSzPts val="1800"/>
              <a:buFont typeface="Arial"/>
              <a:buNone/>
            </a:pPr>
            <a:r>
              <a:rPr b="0" i="0" lang="en-US" sz="1800" u="none" cap="none" strike="noStrike">
                <a:solidFill>
                  <a:schemeClr val="lt1"/>
                </a:solidFill>
                <a:latin typeface="Times New Roman"/>
                <a:ea typeface="Times New Roman"/>
                <a:cs typeface="Times New Roman"/>
                <a:sym typeface="Times New Roman"/>
              </a:rPr>
              <a:t>Term Paper Presentation | Ronit Dutta</a:t>
            </a:r>
            <a:endParaRPr b="0" i="0" sz="1800" u="none" cap="none" strike="noStrike">
              <a:solidFill>
                <a:schemeClr val="lt1"/>
              </a:solidFill>
              <a:latin typeface="Times New Roman"/>
              <a:ea typeface="Times New Roman"/>
              <a:cs typeface="Times New Roman"/>
              <a:sym typeface="Times New Roman"/>
            </a:endParaRPr>
          </a:p>
        </p:txBody>
      </p:sp>
      <p:pic>
        <p:nvPicPr>
          <p:cNvPr id="1274" name="Google Shape;1274;g3d1afc4545f_0_236"/>
          <p:cNvPicPr preferRelativeResize="0"/>
          <p:nvPr/>
        </p:nvPicPr>
        <p:blipFill rotWithShape="1">
          <a:blip r:embed="rId4">
            <a:alphaModFix/>
          </a:blip>
          <a:srcRect b="0" l="0" r="0" t="0"/>
          <a:stretch/>
        </p:blipFill>
        <p:spPr>
          <a:xfrm>
            <a:off x="10590934" y="6330522"/>
            <a:ext cx="1499906" cy="585000"/>
          </a:xfrm>
          <a:prstGeom prst="rect">
            <a:avLst/>
          </a:prstGeom>
          <a:noFill/>
          <a:ln>
            <a:noFill/>
          </a:ln>
        </p:spPr>
      </p:pic>
      <p:sp>
        <p:nvSpPr>
          <p:cNvPr id="1275" name="Google Shape;1275;g3d1afc4545f_0_236"/>
          <p:cNvSpPr txBox="1"/>
          <p:nvPr/>
        </p:nvSpPr>
        <p:spPr>
          <a:xfrm>
            <a:off x="-1" y="6288587"/>
            <a:ext cx="5981100" cy="6465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chemeClr val="dk1"/>
              </a:buClr>
              <a:buSzPts val="1800"/>
              <a:buFont typeface="Arial"/>
              <a:buNone/>
            </a:pPr>
            <a:r>
              <a:rPr b="0" i="0" lang="en-US" sz="1800" u="none" cap="none" strike="noStrike">
                <a:solidFill>
                  <a:schemeClr val="lt1"/>
                </a:solidFill>
                <a:latin typeface="Times New Roman"/>
                <a:ea typeface="Times New Roman"/>
                <a:cs typeface="Times New Roman"/>
                <a:sym typeface="Times New Roman"/>
              </a:rPr>
              <a:t>Machine Learning Professional</a:t>
            </a:r>
            <a:br>
              <a:rPr b="0" i="0" lang="en-US" sz="1800" u="none" cap="none" strike="noStrike">
                <a:solidFill>
                  <a:schemeClr val="lt1"/>
                </a:solidFill>
                <a:latin typeface="Times New Roman"/>
                <a:ea typeface="Times New Roman"/>
                <a:cs typeface="Times New Roman"/>
                <a:sym typeface="Times New Roman"/>
              </a:rPr>
            </a:br>
            <a:r>
              <a:rPr b="0" i="0" lang="en-US" sz="1800" u="none" cap="none" strike="noStrike">
                <a:solidFill>
                  <a:schemeClr val="lt1"/>
                </a:solidFill>
                <a:latin typeface="Times New Roman"/>
                <a:ea typeface="Times New Roman"/>
                <a:cs typeface="Times New Roman"/>
                <a:sym typeface="Times New Roman"/>
              </a:rPr>
              <a:t>Project Presentation</a:t>
            </a:r>
            <a:endParaRPr b="0" i="0" sz="1800" u="none" cap="none" strike="noStrike">
              <a:solidFill>
                <a:schemeClr val="lt1"/>
              </a:solidFill>
              <a:latin typeface="Times New Roman"/>
              <a:ea typeface="Times New Roman"/>
              <a:cs typeface="Times New Roman"/>
              <a:sym typeface="Times New Roman"/>
            </a:endParaRPr>
          </a:p>
        </p:txBody>
      </p:sp>
      <p:pic>
        <p:nvPicPr>
          <p:cNvPr id="1276" name="Google Shape;1276;g3d1afc4545f_0_236"/>
          <p:cNvPicPr preferRelativeResize="0"/>
          <p:nvPr/>
        </p:nvPicPr>
        <p:blipFill rotWithShape="1">
          <a:blip r:embed="rId6">
            <a:alphaModFix/>
          </a:blip>
          <a:srcRect b="0" l="0" r="0" t="0"/>
          <a:stretch/>
        </p:blipFill>
        <p:spPr>
          <a:xfrm>
            <a:off x="10590875" y="6341462"/>
            <a:ext cx="1500023" cy="585000"/>
          </a:xfrm>
          <a:prstGeom prst="rect">
            <a:avLst/>
          </a:prstGeom>
          <a:noFill/>
          <a:ln>
            <a:noFill/>
          </a:ln>
        </p:spPr>
      </p:pic>
      <p:sp>
        <p:nvSpPr>
          <p:cNvPr id="1277" name="Google Shape;1277;g3d1afc4545f_0_236"/>
          <p:cNvSpPr txBox="1"/>
          <p:nvPr/>
        </p:nvSpPr>
        <p:spPr>
          <a:xfrm>
            <a:off x="-1" y="6288587"/>
            <a:ext cx="5981100" cy="6465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chemeClr val="dk1"/>
              </a:buClr>
              <a:buSzPts val="1800"/>
              <a:buFont typeface="Arial"/>
              <a:buNone/>
            </a:pPr>
            <a:r>
              <a:rPr b="0" i="0" lang="en-US" sz="1800" u="none" cap="none" strike="noStrike">
                <a:solidFill>
                  <a:schemeClr val="lt1"/>
                </a:solidFill>
                <a:latin typeface="Times New Roman"/>
                <a:ea typeface="Times New Roman"/>
                <a:cs typeface="Times New Roman"/>
                <a:sym typeface="Times New Roman"/>
              </a:rPr>
              <a:t>Machine Learning Professional</a:t>
            </a:r>
            <a:br>
              <a:rPr b="0" i="0" lang="en-US" sz="1800" u="none" cap="none" strike="noStrike">
                <a:solidFill>
                  <a:schemeClr val="lt1"/>
                </a:solidFill>
                <a:latin typeface="Times New Roman"/>
                <a:ea typeface="Times New Roman"/>
                <a:cs typeface="Times New Roman"/>
                <a:sym typeface="Times New Roman"/>
              </a:rPr>
            </a:br>
            <a:r>
              <a:rPr b="0" i="0" lang="en-US" sz="1800" u="none" cap="none" strike="noStrike">
                <a:solidFill>
                  <a:schemeClr val="lt1"/>
                </a:solidFill>
                <a:latin typeface="Times New Roman"/>
                <a:ea typeface="Times New Roman"/>
                <a:cs typeface="Times New Roman"/>
                <a:sym typeface="Times New Roman"/>
              </a:rPr>
              <a:t>Project Presentation</a:t>
            </a:r>
            <a:endParaRPr b="0" i="0" sz="1800" u="none" cap="none" strike="noStrike">
              <a:solidFill>
                <a:schemeClr val="lt1"/>
              </a:solidFill>
              <a:latin typeface="Times New Roman"/>
              <a:ea typeface="Times New Roman"/>
              <a:cs typeface="Times New Roman"/>
              <a:sym typeface="Times New Roman"/>
            </a:endParaRPr>
          </a:p>
        </p:txBody>
      </p:sp>
      <p:pic>
        <p:nvPicPr>
          <p:cNvPr id="1278" name="Google Shape;1278;g3d1afc4545f_0_236"/>
          <p:cNvPicPr preferRelativeResize="0"/>
          <p:nvPr/>
        </p:nvPicPr>
        <p:blipFill rotWithShape="1">
          <a:blip r:embed="rId6">
            <a:alphaModFix/>
          </a:blip>
          <a:srcRect b="0" l="0" r="0" t="0"/>
          <a:stretch/>
        </p:blipFill>
        <p:spPr>
          <a:xfrm>
            <a:off x="10590875" y="6330524"/>
            <a:ext cx="1500023" cy="585000"/>
          </a:xfrm>
          <a:prstGeom prst="rect">
            <a:avLst/>
          </a:prstGeom>
          <a:noFill/>
          <a:ln>
            <a:noFill/>
          </a:ln>
        </p:spPr>
      </p:pic>
      <p:sp>
        <p:nvSpPr>
          <p:cNvPr id="1279" name="Google Shape;1279;g3d1afc4545f_0_236"/>
          <p:cNvSpPr txBox="1"/>
          <p:nvPr/>
        </p:nvSpPr>
        <p:spPr>
          <a:xfrm>
            <a:off x="-1" y="6234672"/>
            <a:ext cx="5981100" cy="6465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chemeClr val="dk1"/>
              </a:buClr>
              <a:buSzPts val="1800"/>
              <a:buFont typeface="Arial"/>
              <a:buNone/>
            </a:pPr>
            <a:r>
              <a:rPr b="0" i="0" lang="en-US" sz="1800" u="none" cap="none" strike="noStrike">
                <a:solidFill>
                  <a:schemeClr val="lt1"/>
                </a:solidFill>
                <a:latin typeface="Times New Roman"/>
                <a:ea typeface="Times New Roman"/>
                <a:cs typeface="Times New Roman"/>
                <a:sym typeface="Times New Roman"/>
              </a:rPr>
              <a:t>Machine Learning Professional</a:t>
            </a:r>
            <a:br>
              <a:rPr b="0" i="0" lang="en-US" sz="1800" u="none" cap="none" strike="noStrike">
                <a:solidFill>
                  <a:schemeClr val="lt1"/>
                </a:solidFill>
                <a:latin typeface="Times New Roman"/>
                <a:ea typeface="Times New Roman"/>
                <a:cs typeface="Times New Roman"/>
                <a:sym typeface="Times New Roman"/>
              </a:rPr>
            </a:br>
            <a:r>
              <a:rPr b="0" i="0" lang="en-US" sz="1800" u="none" cap="none" strike="noStrike">
                <a:solidFill>
                  <a:schemeClr val="lt1"/>
                </a:solidFill>
                <a:latin typeface="Times New Roman"/>
                <a:ea typeface="Times New Roman"/>
                <a:cs typeface="Times New Roman"/>
                <a:sym typeface="Times New Roman"/>
              </a:rPr>
              <a:t>Project Presentation</a:t>
            </a:r>
            <a:endParaRPr b="0" i="0" sz="1800" u="none" cap="none" strike="noStrike">
              <a:solidFill>
                <a:schemeClr val="lt1"/>
              </a:solidFill>
              <a:latin typeface="Times New Roman"/>
              <a:ea typeface="Times New Roman"/>
              <a:cs typeface="Times New Roman"/>
              <a:sym typeface="Times New Roman"/>
            </a:endParaRPr>
          </a:p>
        </p:txBody>
      </p:sp>
      <p:pic>
        <p:nvPicPr>
          <p:cNvPr id="1280" name="Google Shape;1280;g3d1afc4545f_0_236"/>
          <p:cNvPicPr preferRelativeResize="0"/>
          <p:nvPr/>
        </p:nvPicPr>
        <p:blipFill rotWithShape="1">
          <a:blip r:embed="rId6">
            <a:alphaModFix/>
          </a:blip>
          <a:srcRect b="0" l="0" r="0" t="0"/>
          <a:stretch/>
        </p:blipFill>
        <p:spPr>
          <a:xfrm>
            <a:off x="10590875" y="6330524"/>
            <a:ext cx="1500023" cy="585000"/>
          </a:xfrm>
          <a:prstGeom prst="rect">
            <a:avLst/>
          </a:prstGeom>
          <a:noFill/>
          <a:ln>
            <a:noFill/>
          </a:ln>
        </p:spPr>
      </p:pic>
      <p:sp>
        <p:nvSpPr>
          <p:cNvPr id="1281" name="Google Shape;1281;g3d1afc4545f_0_236"/>
          <p:cNvSpPr txBox="1"/>
          <p:nvPr/>
        </p:nvSpPr>
        <p:spPr>
          <a:xfrm>
            <a:off x="-1" y="6234672"/>
            <a:ext cx="5981100" cy="6465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chemeClr val="dk1"/>
              </a:buClr>
              <a:buSzPts val="1800"/>
              <a:buFont typeface="Arial"/>
              <a:buNone/>
            </a:pPr>
            <a:r>
              <a:rPr b="0" i="0" lang="en-US" sz="1800" u="none" cap="none" strike="noStrike">
                <a:solidFill>
                  <a:schemeClr val="lt1"/>
                </a:solidFill>
                <a:latin typeface="Times New Roman"/>
                <a:ea typeface="Times New Roman"/>
                <a:cs typeface="Times New Roman"/>
                <a:sym typeface="Times New Roman"/>
              </a:rPr>
              <a:t>Machine Learning Professional</a:t>
            </a:r>
            <a:br>
              <a:rPr b="0" i="0" lang="en-US" sz="1800" u="none" cap="none" strike="noStrike">
                <a:solidFill>
                  <a:schemeClr val="lt1"/>
                </a:solidFill>
                <a:latin typeface="Times New Roman"/>
                <a:ea typeface="Times New Roman"/>
                <a:cs typeface="Times New Roman"/>
                <a:sym typeface="Times New Roman"/>
              </a:rPr>
            </a:br>
            <a:r>
              <a:rPr b="0" i="0" lang="en-US" sz="1800" u="none" cap="none" strike="noStrike">
                <a:solidFill>
                  <a:schemeClr val="lt1"/>
                </a:solidFill>
                <a:latin typeface="Times New Roman"/>
                <a:ea typeface="Times New Roman"/>
                <a:cs typeface="Times New Roman"/>
                <a:sym typeface="Times New Roman"/>
              </a:rPr>
              <a:t>Project Presentation</a:t>
            </a:r>
            <a:endParaRPr b="0" i="0" sz="1800" u="none" cap="none" strike="noStrike">
              <a:solidFill>
                <a:schemeClr val="lt1"/>
              </a:solidFill>
              <a:latin typeface="Times New Roman"/>
              <a:ea typeface="Times New Roman"/>
              <a:cs typeface="Times New Roman"/>
              <a:sym typeface="Times New Roman"/>
            </a:endParaRPr>
          </a:p>
        </p:txBody>
      </p:sp>
      <p:pic>
        <p:nvPicPr>
          <p:cNvPr id="1282" name="Google Shape;1282;g3d1afc4545f_0_236"/>
          <p:cNvPicPr preferRelativeResize="0"/>
          <p:nvPr/>
        </p:nvPicPr>
        <p:blipFill rotWithShape="1">
          <a:blip r:embed="rId6">
            <a:alphaModFix/>
          </a:blip>
          <a:srcRect b="0" l="0" r="0" t="0"/>
          <a:stretch/>
        </p:blipFill>
        <p:spPr>
          <a:xfrm>
            <a:off x="10590875" y="6330524"/>
            <a:ext cx="1500023" cy="585000"/>
          </a:xfrm>
          <a:prstGeom prst="rect">
            <a:avLst/>
          </a:prstGeom>
          <a:noFill/>
          <a:ln>
            <a:noFill/>
          </a:ln>
        </p:spPr>
      </p:pic>
      <p:sp>
        <p:nvSpPr>
          <p:cNvPr id="1283" name="Google Shape;1283;g3d1afc4545f_0_236"/>
          <p:cNvSpPr txBox="1"/>
          <p:nvPr/>
        </p:nvSpPr>
        <p:spPr>
          <a:xfrm>
            <a:off x="-1" y="6234672"/>
            <a:ext cx="5981100" cy="6465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chemeClr val="dk1"/>
              </a:buClr>
              <a:buSzPts val="1800"/>
              <a:buFont typeface="Arial"/>
              <a:buNone/>
            </a:pPr>
            <a:r>
              <a:rPr b="0" i="0" lang="en-US" sz="1800" u="none" cap="none" strike="noStrike">
                <a:solidFill>
                  <a:schemeClr val="lt1"/>
                </a:solidFill>
                <a:latin typeface="Times New Roman"/>
                <a:ea typeface="Times New Roman"/>
                <a:cs typeface="Times New Roman"/>
                <a:sym typeface="Times New Roman"/>
              </a:rPr>
              <a:t>Nanoelectronics - Seminar Presentation</a:t>
            </a:r>
            <a:br>
              <a:rPr b="0" i="0" lang="en-US" sz="1800" u="none" cap="none" strike="noStrike">
                <a:solidFill>
                  <a:schemeClr val="lt1"/>
                </a:solidFill>
                <a:latin typeface="Times New Roman"/>
                <a:ea typeface="Times New Roman"/>
                <a:cs typeface="Times New Roman"/>
                <a:sym typeface="Times New Roman"/>
              </a:rPr>
            </a:br>
            <a:r>
              <a:rPr b="0" i="0" lang="en-US" sz="1800" u="none" cap="none" strike="noStrike">
                <a:solidFill>
                  <a:schemeClr val="lt1"/>
                </a:solidFill>
                <a:latin typeface="Times New Roman"/>
                <a:ea typeface="Times New Roman"/>
                <a:cs typeface="Times New Roman"/>
                <a:sym typeface="Times New Roman"/>
              </a:rPr>
              <a:t>Ronit Dutta</a:t>
            </a:r>
            <a:endParaRPr b="0" i="0" sz="1800" u="none" cap="none" strike="noStrike">
              <a:solidFill>
                <a:schemeClr val="lt1"/>
              </a:solidFill>
              <a:latin typeface="Times New Roman"/>
              <a:ea typeface="Times New Roman"/>
              <a:cs typeface="Times New Roman"/>
              <a:sym typeface="Times New Roman"/>
            </a:endParaRPr>
          </a:p>
        </p:txBody>
      </p:sp>
      <p:pic>
        <p:nvPicPr>
          <p:cNvPr id="1284" name="Google Shape;1284;g3d1afc4545f_0_236"/>
          <p:cNvPicPr preferRelativeResize="0"/>
          <p:nvPr/>
        </p:nvPicPr>
        <p:blipFill rotWithShape="1">
          <a:blip r:embed="rId6">
            <a:alphaModFix/>
          </a:blip>
          <a:srcRect b="0" l="0" r="0" t="0"/>
          <a:stretch/>
        </p:blipFill>
        <p:spPr>
          <a:xfrm>
            <a:off x="10590875" y="6330524"/>
            <a:ext cx="1500023" cy="585000"/>
          </a:xfrm>
          <a:prstGeom prst="rect">
            <a:avLst/>
          </a:prstGeom>
          <a:noFill/>
          <a:ln>
            <a:noFill/>
          </a:ln>
        </p:spPr>
      </p:pic>
      <p:pic>
        <p:nvPicPr>
          <p:cNvPr id="1285" name="Google Shape;1285;g3d1afc4545f_0_236"/>
          <p:cNvPicPr preferRelativeResize="0"/>
          <p:nvPr/>
        </p:nvPicPr>
        <p:blipFill rotWithShape="1">
          <a:blip r:embed="rId10">
            <a:alphaModFix/>
          </a:blip>
          <a:srcRect b="0" l="0" r="0" t="0"/>
          <a:stretch/>
        </p:blipFill>
        <p:spPr>
          <a:xfrm>
            <a:off x="0" y="6234674"/>
            <a:ext cx="12192000" cy="1165875"/>
          </a:xfrm>
          <a:prstGeom prst="rect">
            <a:avLst/>
          </a:prstGeom>
          <a:noFill/>
          <a:ln>
            <a:noFill/>
          </a:ln>
        </p:spPr>
      </p:pic>
      <p:sp>
        <p:nvSpPr>
          <p:cNvPr id="1286" name="Google Shape;1286;g3d1afc4545f_0_236"/>
          <p:cNvSpPr txBox="1"/>
          <p:nvPr/>
        </p:nvSpPr>
        <p:spPr>
          <a:xfrm>
            <a:off x="-1" y="6310697"/>
            <a:ext cx="5981100" cy="6465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chemeClr val="dk1"/>
              </a:buClr>
              <a:buSzPts val="1800"/>
              <a:buFont typeface="Arial"/>
              <a:buNone/>
            </a:pPr>
            <a:r>
              <a:rPr lang="en-US" sz="1800">
                <a:solidFill>
                  <a:schemeClr val="lt1"/>
                </a:solidFill>
                <a:latin typeface="Times New Roman"/>
                <a:ea typeface="Times New Roman"/>
                <a:cs typeface="Times New Roman"/>
                <a:sym typeface="Times New Roman"/>
              </a:rPr>
              <a:t>Applied Mathematics for Engineering [MIDTERM PROJECT]</a:t>
            </a:r>
            <a:br>
              <a:rPr b="0" i="0" lang="en-US" sz="1800" u="none" cap="none" strike="noStrike">
                <a:solidFill>
                  <a:schemeClr val="lt1"/>
                </a:solidFill>
                <a:latin typeface="Times New Roman"/>
                <a:ea typeface="Times New Roman"/>
                <a:cs typeface="Times New Roman"/>
                <a:sym typeface="Times New Roman"/>
              </a:rPr>
            </a:br>
            <a:r>
              <a:rPr b="0" i="0" lang="en-US" sz="1800" u="none" cap="none" strike="noStrike">
                <a:solidFill>
                  <a:schemeClr val="lt1"/>
                </a:solidFill>
                <a:latin typeface="Times New Roman"/>
                <a:ea typeface="Times New Roman"/>
                <a:cs typeface="Times New Roman"/>
                <a:sym typeface="Times New Roman"/>
              </a:rPr>
              <a:t>Ronit Dutta</a:t>
            </a:r>
            <a:endParaRPr b="0" i="0" sz="1800" u="none" cap="none" strike="noStrike">
              <a:solidFill>
                <a:schemeClr val="lt1"/>
              </a:solidFill>
              <a:latin typeface="Times New Roman"/>
              <a:ea typeface="Times New Roman"/>
              <a:cs typeface="Times New Roman"/>
              <a:sym typeface="Times New Roman"/>
            </a:endParaRPr>
          </a:p>
        </p:txBody>
      </p:sp>
      <p:pic>
        <p:nvPicPr>
          <p:cNvPr id="1287" name="Google Shape;1287;g3d1afc4545f_0_236"/>
          <p:cNvPicPr preferRelativeResize="0"/>
          <p:nvPr/>
        </p:nvPicPr>
        <p:blipFill rotWithShape="1">
          <a:blip r:embed="rId6">
            <a:alphaModFix/>
          </a:blip>
          <a:srcRect b="0" l="0" r="0" t="0"/>
          <a:stretch/>
        </p:blipFill>
        <p:spPr>
          <a:xfrm>
            <a:off x="10579375" y="6341449"/>
            <a:ext cx="1500023" cy="585000"/>
          </a:xfrm>
          <a:prstGeom prst="rect">
            <a:avLst/>
          </a:prstGeom>
          <a:noFill/>
          <a:ln>
            <a:noFill/>
          </a:ln>
        </p:spPr>
      </p:pic>
      <p:pic>
        <p:nvPicPr>
          <p:cNvPr id="1288" name="Google Shape;1288;g3d1afc4545f_0_236"/>
          <p:cNvPicPr preferRelativeResize="0"/>
          <p:nvPr/>
        </p:nvPicPr>
        <p:blipFill>
          <a:blip r:embed="rId11">
            <a:alphaModFix/>
          </a:blip>
          <a:stretch>
            <a:fillRect/>
          </a:stretch>
        </p:blipFill>
        <p:spPr>
          <a:xfrm>
            <a:off x="8835578" y="1"/>
            <a:ext cx="3356425" cy="2843525"/>
          </a:xfrm>
          <a:prstGeom prst="rect">
            <a:avLst/>
          </a:prstGeom>
          <a:noFill/>
          <a:ln cap="flat" cmpd="sng" w="19050">
            <a:solidFill>
              <a:schemeClr val="dk1"/>
            </a:solidFill>
            <a:prstDash val="solid"/>
            <a:round/>
            <a:headEnd len="sm" w="sm" type="none"/>
            <a:tailEnd len="sm" w="sm" type="none"/>
          </a:ln>
        </p:spPr>
      </p:pic>
      <p:pic>
        <p:nvPicPr>
          <p:cNvPr id="1289" name="Google Shape;1289;g3d1afc4545f_0_236"/>
          <p:cNvPicPr preferRelativeResize="0"/>
          <p:nvPr/>
        </p:nvPicPr>
        <p:blipFill>
          <a:blip r:embed="rId12">
            <a:alphaModFix/>
          </a:blip>
          <a:stretch>
            <a:fillRect/>
          </a:stretch>
        </p:blipFill>
        <p:spPr>
          <a:xfrm>
            <a:off x="5" y="1154954"/>
            <a:ext cx="5267822" cy="738842"/>
          </a:xfrm>
          <a:prstGeom prst="rect">
            <a:avLst/>
          </a:prstGeom>
          <a:noFill/>
          <a:ln cap="flat" cmpd="sng" w="8975">
            <a:solidFill>
              <a:schemeClr val="dk1"/>
            </a:solidFill>
            <a:prstDash val="solid"/>
            <a:round/>
            <a:headEnd len="sm" w="sm" type="none"/>
            <a:tailEnd len="sm" w="sm" type="none"/>
          </a:ln>
        </p:spPr>
      </p:pic>
      <p:pic>
        <p:nvPicPr>
          <p:cNvPr id="1290" name="Google Shape;1290;g3d1afc4545f_0_236"/>
          <p:cNvPicPr preferRelativeResize="0"/>
          <p:nvPr/>
        </p:nvPicPr>
        <p:blipFill>
          <a:blip r:embed="rId13">
            <a:alphaModFix/>
          </a:blip>
          <a:stretch>
            <a:fillRect/>
          </a:stretch>
        </p:blipFill>
        <p:spPr>
          <a:xfrm>
            <a:off x="0" y="737900"/>
            <a:ext cx="7883498" cy="336536"/>
          </a:xfrm>
          <a:prstGeom prst="rect">
            <a:avLst/>
          </a:prstGeom>
          <a:noFill/>
          <a:ln cap="flat" cmpd="sng" w="8975">
            <a:solidFill>
              <a:schemeClr val="dk1"/>
            </a:solidFill>
            <a:prstDash val="solid"/>
            <a:round/>
            <a:headEnd len="sm" w="sm" type="none"/>
            <a:tailEnd len="sm" w="sm" type="none"/>
          </a:ln>
        </p:spPr>
      </p:pic>
      <p:pic>
        <p:nvPicPr>
          <p:cNvPr id="1291" name="Google Shape;1291;g3d1afc4545f_0_236"/>
          <p:cNvPicPr preferRelativeResize="0"/>
          <p:nvPr/>
        </p:nvPicPr>
        <p:blipFill rotWithShape="1">
          <a:blip r:embed="rId14">
            <a:alphaModFix/>
          </a:blip>
          <a:srcRect b="48221" l="0" r="0" t="0"/>
          <a:stretch/>
        </p:blipFill>
        <p:spPr>
          <a:xfrm>
            <a:off x="-12" y="1971075"/>
            <a:ext cx="3792101" cy="1002538"/>
          </a:xfrm>
          <a:prstGeom prst="rect">
            <a:avLst/>
          </a:prstGeom>
          <a:noFill/>
          <a:ln cap="flat" cmpd="sng" w="9525">
            <a:solidFill>
              <a:schemeClr val="dk1"/>
            </a:solidFill>
            <a:prstDash val="solid"/>
            <a:round/>
            <a:headEnd len="sm" w="sm" type="none"/>
            <a:tailEnd len="sm" w="sm" type="none"/>
          </a:ln>
        </p:spPr>
      </p:pic>
      <p:pic>
        <p:nvPicPr>
          <p:cNvPr id="1292" name="Google Shape;1292;g3d1afc4545f_0_236"/>
          <p:cNvPicPr preferRelativeResize="0"/>
          <p:nvPr/>
        </p:nvPicPr>
        <p:blipFill rotWithShape="1">
          <a:blip r:embed="rId15">
            <a:alphaModFix/>
          </a:blip>
          <a:srcRect b="52600" l="0" r="0" t="0"/>
          <a:stretch/>
        </p:blipFill>
        <p:spPr>
          <a:xfrm>
            <a:off x="0" y="4044825"/>
            <a:ext cx="4084501" cy="1165875"/>
          </a:xfrm>
          <a:prstGeom prst="rect">
            <a:avLst/>
          </a:prstGeom>
          <a:noFill/>
          <a:ln cap="flat" cmpd="sng" w="9525">
            <a:solidFill>
              <a:schemeClr val="dk1"/>
            </a:solidFill>
            <a:prstDash val="solid"/>
            <a:round/>
            <a:headEnd len="sm" w="sm" type="none"/>
            <a:tailEnd len="sm" w="sm" type="none"/>
          </a:ln>
        </p:spPr>
      </p:pic>
      <p:pic>
        <p:nvPicPr>
          <p:cNvPr id="1293" name="Google Shape;1293;g3d1afc4545f_0_236"/>
          <p:cNvPicPr preferRelativeResize="0"/>
          <p:nvPr/>
        </p:nvPicPr>
        <p:blipFill rotWithShape="1">
          <a:blip r:embed="rId14">
            <a:alphaModFix/>
          </a:blip>
          <a:srcRect b="0" l="0" r="43423" t="63882"/>
          <a:stretch/>
        </p:blipFill>
        <p:spPr>
          <a:xfrm>
            <a:off x="3916688" y="2122688"/>
            <a:ext cx="2145400" cy="699325"/>
          </a:xfrm>
          <a:prstGeom prst="rect">
            <a:avLst/>
          </a:prstGeom>
          <a:noFill/>
          <a:ln cap="flat" cmpd="sng" w="9525">
            <a:solidFill>
              <a:schemeClr val="dk1"/>
            </a:solidFill>
            <a:prstDash val="solid"/>
            <a:round/>
            <a:headEnd len="sm" w="sm" type="none"/>
            <a:tailEnd len="sm" w="sm" type="none"/>
          </a:ln>
        </p:spPr>
      </p:pic>
      <p:pic>
        <p:nvPicPr>
          <p:cNvPr id="1294" name="Google Shape;1294;g3d1afc4545f_0_236"/>
          <p:cNvPicPr preferRelativeResize="0"/>
          <p:nvPr/>
        </p:nvPicPr>
        <p:blipFill rotWithShape="1">
          <a:blip r:embed="rId15">
            <a:alphaModFix/>
          </a:blip>
          <a:srcRect b="3944" l="0" r="0" t="55855"/>
          <a:stretch/>
        </p:blipFill>
        <p:spPr>
          <a:xfrm>
            <a:off x="12475" y="5266689"/>
            <a:ext cx="3767150" cy="911987"/>
          </a:xfrm>
          <a:prstGeom prst="rect">
            <a:avLst/>
          </a:prstGeom>
          <a:noFill/>
          <a:ln cap="flat" cmpd="sng" w="9525">
            <a:solidFill>
              <a:schemeClr val="dk1"/>
            </a:solidFill>
            <a:prstDash val="solid"/>
            <a:round/>
            <a:headEnd len="sm" w="sm" type="none"/>
            <a:tailEnd len="sm" w="sm" type="none"/>
          </a:ln>
        </p:spPr>
      </p:pic>
      <p:pic>
        <p:nvPicPr>
          <p:cNvPr id="1295" name="Google Shape;1295;g3d1afc4545f_0_236"/>
          <p:cNvPicPr preferRelativeResize="0"/>
          <p:nvPr/>
        </p:nvPicPr>
        <p:blipFill>
          <a:blip r:embed="rId16">
            <a:alphaModFix/>
          </a:blip>
          <a:stretch>
            <a:fillRect/>
          </a:stretch>
        </p:blipFill>
        <p:spPr>
          <a:xfrm>
            <a:off x="0" y="3037050"/>
            <a:ext cx="3659101" cy="949300"/>
          </a:xfrm>
          <a:prstGeom prst="rect">
            <a:avLst/>
          </a:prstGeom>
          <a:noFill/>
          <a:ln cap="flat" cmpd="sng" w="9525">
            <a:solidFill>
              <a:schemeClr val="dk1"/>
            </a:solidFill>
            <a:prstDash val="solid"/>
            <a:round/>
            <a:headEnd len="sm" w="sm" type="none"/>
            <a:tailEnd len="sm" w="sm" type="none"/>
          </a:ln>
        </p:spPr>
      </p:pic>
      <p:pic>
        <p:nvPicPr>
          <p:cNvPr id="1296" name="Google Shape;1296;g3d1afc4545f_0_236"/>
          <p:cNvPicPr preferRelativeResize="0"/>
          <p:nvPr/>
        </p:nvPicPr>
        <p:blipFill rotWithShape="1">
          <a:blip r:embed="rId17">
            <a:alphaModFix/>
          </a:blip>
          <a:srcRect b="90215" l="0" r="6621" t="0"/>
          <a:stretch/>
        </p:blipFill>
        <p:spPr>
          <a:xfrm>
            <a:off x="8167475" y="2909994"/>
            <a:ext cx="4002076" cy="509825"/>
          </a:xfrm>
          <a:prstGeom prst="rect">
            <a:avLst/>
          </a:prstGeom>
          <a:noFill/>
          <a:ln cap="flat" cmpd="sng" w="9525">
            <a:solidFill>
              <a:schemeClr val="dk1"/>
            </a:solidFill>
            <a:prstDash val="solid"/>
            <a:round/>
            <a:headEnd len="sm" w="sm" type="none"/>
            <a:tailEnd len="sm" w="sm" type="none"/>
          </a:ln>
        </p:spPr>
      </p:pic>
      <p:pic>
        <p:nvPicPr>
          <p:cNvPr id="1297" name="Google Shape;1297;g3d1afc4545f_0_236"/>
          <p:cNvPicPr preferRelativeResize="0"/>
          <p:nvPr/>
        </p:nvPicPr>
        <p:blipFill rotWithShape="1">
          <a:blip r:embed="rId17">
            <a:alphaModFix/>
          </a:blip>
          <a:srcRect b="39609" l="0" r="29503" t="47093"/>
          <a:stretch/>
        </p:blipFill>
        <p:spPr>
          <a:xfrm>
            <a:off x="6567425" y="4637713"/>
            <a:ext cx="2832399" cy="649526"/>
          </a:xfrm>
          <a:prstGeom prst="rect">
            <a:avLst/>
          </a:prstGeom>
          <a:noFill/>
          <a:ln cap="flat" cmpd="sng" w="9525">
            <a:solidFill>
              <a:schemeClr val="dk1"/>
            </a:solidFill>
            <a:prstDash val="solid"/>
            <a:round/>
            <a:headEnd len="sm" w="sm" type="none"/>
            <a:tailEnd len="sm" w="sm" type="none"/>
          </a:ln>
        </p:spPr>
      </p:pic>
      <p:pic>
        <p:nvPicPr>
          <p:cNvPr id="1298" name="Google Shape;1298;g3d1afc4545f_0_236"/>
          <p:cNvPicPr preferRelativeResize="0"/>
          <p:nvPr/>
        </p:nvPicPr>
        <p:blipFill rotWithShape="1">
          <a:blip r:embed="rId17">
            <a:alphaModFix/>
          </a:blip>
          <a:srcRect b="20327" l="0" r="36861" t="66376"/>
          <a:stretch/>
        </p:blipFill>
        <p:spPr>
          <a:xfrm>
            <a:off x="9464650" y="4591800"/>
            <a:ext cx="2716126" cy="695424"/>
          </a:xfrm>
          <a:prstGeom prst="rect">
            <a:avLst/>
          </a:prstGeom>
          <a:noFill/>
          <a:ln cap="flat" cmpd="sng" w="9525">
            <a:solidFill>
              <a:schemeClr val="dk1"/>
            </a:solidFill>
            <a:prstDash val="solid"/>
            <a:round/>
            <a:headEnd len="sm" w="sm" type="none"/>
            <a:tailEnd len="sm" w="sm" type="none"/>
          </a:ln>
        </p:spPr>
      </p:pic>
      <p:pic>
        <p:nvPicPr>
          <p:cNvPr id="1299" name="Google Shape;1299;g3d1afc4545f_0_236"/>
          <p:cNvPicPr preferRelativeResize="0"/>
          <p:nvPr/>
        </p:nvPicPr>
        <p:blipFill rotWithShape="1">
          <a:blip r:embed="rId17">
            <a:alphaModFix/>
          </a:blip>
          <a:srcRect b="0" l="0" r="80264" t="90680"/>
          <a:stretch/>
        </p:blipFill>
        <p:spPr>
          <a:xfrm>
            <a:off x="10443375" y="5459125"/>
            <a:ext cx="1051424" cy="603650"/>
          </a:xfrm>
          <a:prstGeom prst="rect">
            <a:avLst/>
          </a:prstGeom>
          <a:noFill/>
          <a:ln cap="flat" cmpd="sng" w="9525">
            <a:solidFill>
              <a:schemeClr val="dk1"/>
            </a:solidFill>
            <a:prstDash val="solid"/>
            <a:round/>
            <a:headEnd len="sm" w="sm" type="none"/>
            <a:tailEnd len="sm" w="sm" type="none"/>
          </a:ln>
        </p:spPr>
      </p:pic>
      <p:pic>
        <p:nvPicPr>
          <p:cNvPr id="1300" name="Google Shape;1300;g3d1afc4545f_0_236"/>
          <p:cNvPicPr preferRelativeResize="0"/>
          <p:nvPr/>
        </p:nvPicPr>
        <p:blipFill rotWithShape="1">
          <a:blip r:embed="rId18">
            <a:alphaModFix/>
          </a:blip>
          <a:srcRect b="0" l="0" r="84559" t="29918"/>
          <a:stretch/>
        </p:blipFill>
        <p:spPr>
          <a:xfrm>
            <a:off x="10895400" y="4044825"/>
            <a:ext cx="1108401" cy="409950"/>
          </a:xfrm>
          <a:prstGeom prst="rect">
            <a:avLst/>
          </a:prstGeom>
          <a:noFill/>
          <a:ln cap="flat" cmpd="sng" w="9525">
            <a:solidFill>
              <a:schemeClr val="dk1"/>
            </a:solidFill>
            <a:prstDash val="solid"/>
            <a:round/>
            <a:headEnd len="sm" w="sm" type="none"/>
            <a:tailEnd len="sm" w="sm" type="none"/>
          </a:ln>
        </p:spPr>
      </p:pic>
      <p:sp>
        <p:nvSpPr>
          <p:cNvPr id="1301" name="Google Shape;1301;g3d1afc4545f_0_236"/>
          <p:cNvSpPr txBox="1"/>
          <p:nvPr/>
        </p:nvSpPr>
        <p:spPr>
          <a:xfrm>
            <a:off x="4577400" y="4093000"/>
            <a:ext cx="6318000" cy="369300"/>
          </a:xfrm>
          <a:prstGeom prst="rect">
            <a:avLst/>
          </a:prstGeom>
          <a:noFill/>
          <a:ln>
            <a:noFill/>
          </a:ln>
        </p:spPr>
        <p:txBody>
          <a:bodyPr anchorCtr="0" anchor="t" bIns="91425" lIns="91425" spcFirstLastPara="1" rIns="91425" wrap="square" tIns="91425">
            <a:spAutoFit/>
          </a:bodyPr>
          <a:lstStyle/>
          <a:p>
            <a:pPr indent="0" lvl="0" marL="0" rtl="0" algn="l">
              <a:lnSpc>
                <a:spcPct val="115000"/>
              </a:lnSpc>
              <a:spcBef>
                <a:spcPts val="1200"/>
              </a:spcBef>
              <a:spcAft>
                <a:spcPts val="1200"/>
              </a:spcAft>
              <a:buNone/>
            </a:pPr>
            <a:r>
              <a:rPr lang="en-US" sz="1200">
                <a:solidFill>
                  <a:schemeClr val="dk1"/>
                </a:solidFill>
                <a:latin typeface="Georgia"/>
                <a:ea typeface="Georgia"/>
                <a:cs typeface="Georgia"/>
                <a:sym typeface="Georgia"/>
              </a:rPr>
              <a:t>The bound-state wavefunction decays exponentially on both sides of the origin and is even:</a:t>
            </a:r>
            <a:endParaRPr sz="1200">
              <a:solidFill>
                <a:schemeClr val="dk1"/>
              </a:solidFill>
              <a:latin typeface="Georgia"/>
              <a:ea typeface="Georgia"/>
              <a:cs typeface="Georgia"/>
              <a:sym typeface="Georgia"/>
            </a:endParaRPr>
          </a:p>
        </p:txBody>
      </p:sp>
      <p:pic>
        <p:nvPicPr>
          <p:cNvPr id="1302" name="Google Shape;1302;g3d1afc4545f_0_236"/>
          <p:cNvPicPr preferRelativeResize="0"/>
          <p:nvPr/>
        </p:nvPicPr>
        <p:blipFill rotWithShape="1">
          <a:blip r:embed="rId17">
            <a:alphaModFix/>
          </a:blip>
          <a:srcRect b="81262" l="0" r="76700" t="9864"/>
          <a:stretch/>
        </p:blipFill>
        <p:spPr>
          <a:xfrm>
            <a:off x="10014500" y="3501150"/>
            <a:ext cx="998575" cy="462350"/>
          </a:xfrm>
          <a:prstGeom prst="rect">
            <a:avLst/>
          </a:prstGeom>
          <a:noFill/>
          <a:ln cap="flat" cmpd="sng" w="9525">
            <a:solidFill>
              <a:schemeClr val="dk1"/>
            </a:solidFill>
            <a:prstDash val="solid"/>
            <a:round/>
            <a:headEnd len="sm" w="sm" type="none"/>
            <a:tailEnd len="sm" w="sm" type="none"/>
          </a:ln>
        </p:spPr>
      </p:pic>
      <p:sp>
        <p:nvSpPr>
          <p:cNvPr id="1303" name="Google Shape;1303;g3d1afc4545f_0_236"/>
          <p:cNvSpPr txBox="1"/>
          <p:nvPr/>
        </p:nvSpPr>
        <p:spPr>
          <a:xfrm>
            <a:off x="6198975" y="5576313"/>
            <a:ext cx="4244400" cy="369300"/>
          </a:xfrm>
          <a:prstGeom prst="rect">
            <a:avLst/>
          </a:prstGeom>
          <a:noFill/>
          <a:ln>
            <a:noFill/>
          </a:ln>
        </p:spPr>
        <p:txBody>
          <a:bodyPr anchorCtr="0" anchor="t" bIns="91425" lIns="91425" spcFirstLastPara="1" rIns="91425" wrap="square" tIns="91425">
            <a:spAutoFit/>
          </a:bodyPr>
          <a:lstStyle/>
          <a:p>
            <a:pPr indent="0" lvl="0" marL="0" rtl="0" algn="l">
              <a:lnSpc>
                <a:spcPct val="115000"/>
              </a:lnSpc>
              <a:spcBef>
                <a:spcPts val="1200"/>
              </a:spcBef>
              <a:spcAft>
                <a:spcPts val="1200"/>
              </a:spcAft>
              <a:buNone/>
            </a:pPr>
            <a:r>
              <a:rPr lang="en-US" sz="1200">
                <a:solidFill>
                  <a:schemeClr val="dk1"/>
                </a:solidFill>
                <a:latin typeface="Georgia"/>
                <a:ea typeface="Georgia"/>
                <a:cs typeface="Georgia"/>
                <a:sym typeface="Georgia"/>
              </a:rPr>
              <a:t>Therefore only single energy eigenstate exists with energy:</a:t>
            </a:r>
            <a:endParaRPr sz="1200">
              <a:solidFill>
                <a:schemeClr val="dk1"/>
              </a:solidFill>
              <a:latin typeface="Georgia"/>
              <a:ea typeface="Georgia"/>
              <a:cs typeface="Georgia"/>
              <a:sym typeface="Georgia"/>
            </a:endParaRPr>
          </a:p>
        </p:txBody>
      </p:sp>
    </p:spTree>
  </p:cSld>
  <p:clrMapOvr>
    <a:masterClrMapping/>
  </p:clrMapOvr>
</p:sld>
</file>

<file path=ppt/slides/slide1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307" name="Shape 1307"/>
        <p:cNvGrpSpPr/>
        <p:nvPr/>
      </p:nvGrpSpPr>
      <p:grpSpPr>
        <a:xfrm>
          <a:off x="0" y="0"/>
          <a:ext cx="0" cy="0"/>
          <a:chOff x="0" y="0"/>
          <a:chExt cx="0" cy="0"/>
        </a:xfrm>
      </p:grpSpPr>
      <p:pic>
        <p:nvPicPr>
          <p:cNvPr id="1308" name="Google Shape;1308;g3da1138a163_0_1"/>
          <p:cNvPicPr preferRelativeResize="0"/>
          <p:nvPr/>
        </p:nvPicPr>
        <p:blipFill rotWithShape="1">
          <a:blip r:embed="rId3">
            <a:alphaModFix/>
          </a:blip>
          <a:srcRect b="0" l="0" r="0" t="0"/>
          <a:stretch/>
        </p:blipFill>
        <p:spPr>
          <a:xfrm>
            <a:off x="10590934" y="6330522"/>
            <a:ext cx="1499906" cy="585000"/>
          </a:xfrm>
          <a:prstGeom prst="rect">
            <a:avLst/>
          </a:prstGeom>
          <a:noFill/>
          <a:ln>
            <a:noFill/>
          </a:ln>
        </p:spPr>
      </p:pic>
      <p:sp>
        <p:nvSpPr>
          <p:cNvPr id="1309" name="Google Shape;1309;g3da1138a163_0_1"/>
          <p:cNvSpPr txBox="1"/>
          <p:nvPr/>
        </p:nvSpPr>
        <p:spPr>
          <a:xfrm>
            <a:off x="-1" y="6288587"/>
            <a:ext cx="5981100" cy="3693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chemeClr val="dk1"/>
              </a:buClr>
              <a:buSzPts val="1800"/>
              <a:buFont typeface="Arial"/>
              <a:buNone/>
            </a:pPr>
            <a:r>
              <a:rPr b="0" i="0" lang="en-US" sz="1800" u="none" cap="none" strike="noStrike">
                <a:solidFill>
                  <a:schemeClr val="lt1"/>
                </a:solidFill>
                <a:latin typeface="Times New Roman"/>
                <a:ea typeface="Times New Roman"/>
                <a:cs typeface="Times New Roman"/>
                <a:sym typeface="Times New Roman"/>
              </a:rPr>
              <a:t>Term Paper Presentation | Ronit Dutta</a:t>
            </a:r>
            <a:endParaRPr b="0" i="0" sz="1800" u="none" cap="none" strike="noStrike">
              <a:solidFill>
                <a:schemeClr val="lt1"/>
              </a:solidFill>
              <a:latin typeface="Times New Roman"/>
              <a:ea typeface="Times New Roman"/>
              <a:cs typeface="Times New Roman"/>
              <a:sym typeface="Times New Roman"/>
            </a:endParaRPr>
          </a:p>
        </p:txBody>
      </p:sp>
      <p:sp>
        <p:nvSpPr>
          <p:cNvPr id="1310" name="Google Shape;1310;g3da1138a163_0_1"/>
          <p:cNvSpPr txBox="1"/>
          <p:nvPr/>
        </p:nvSpPr>
        <p:spPr>
          <a:xfrm>
            <a:off x="0" y="0"/>
            <a:ext cx="12192000" cy="6309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3200"/>
              <a:buFont typeface="Arial"/>
              <a:buNone/>
            </a:pPr>
            <a:r>
              <a:rPr b="0" i="0" lang="en-US" sz="3500" u="none" cap="none" strike="noStrike">
                <a:solidFill>
                  <a:schemeClr val="dk1"/>
                </a:solidFill>
                <a:latin typeface="Times New Roman"/>
                <a:ea typeface="Times New Roman"/>
                <a:cs typeface="Times New Roman"/>
                <a:sym typeface="Times New Roman"/>
              </a:rPr>
              <a:t>OUTLINE</a:t>
            </a:r>
            <a:endParaRPr b="0" i="0" sz="3500" u="none" cap="none" strike="noStrike">
              <a:solidFill>
                <a:schemeClr val="dk1"/>
              </a:solidFill>
              <a:latin typeface="Times New Roman"/>
              <a:ea typeface="Times New Roman"/>
              <a:cs typeface="Times New Roman"/>
              <a:sym typeface="Times New Roman"/>
            </a:endParaRPr>
          </a:p>
        </p:txBody>
      </p:sp>
      <p:cxnSp>
        <p:nvCxnSpPr>
          <p:cNvPr id="1311" name="Google Shape;1311;g3da1138a163_0_1"/>
          <p:cNvCxnSpPr/>
          <p:nvPr/>
        </p:nvCxnSpPr>
        <p:spPr>
          <a:xfrm flipH="1" rot="10800000">
            <a:off x="6" y="654189"/>
            <a:ext cx="6318000" cy="30600"/>
          </a:xfrm>
          <a:prstGeom prst="straightConnector1">
            <a:avLst/>
          </a:prstGeom>
          <a:noFill/>
          <a:ln cap="flat" cmpd="sng" w="9525">
            <a:solidFill>
              <a:srgbClr val="0E4D3B"/>
            </a:solidFill>
            <a:prstDash val="solid"/>
            <a:miter lim="800000"/>
            <a:headEnd len="sm" w="sm" type="none"/>
            <a:tailEnd len="sm" w="sm" type="none"/>
          </a:ln>
        </p:spPr>
      </p:cxnSp>
      <p:pic>
        <p:nvPicPr>
          <p:cNvPr id="1312" name="Google Shape;1312;g3da1138a163_0_1"/>
          <p:cNvPicPr preferRelativeResize="0"/>
          <p:nvPr/>
        </p:nvPicPr>
        <p:blipFill rotWithShape="1">
          <a:blip r:embed="rId3">
            <a:alphaModFix/>
          </a:blip>
          <a:srcRect b="0" l="0" r="0" t="0"/>
          <a:stretch/>
        </p:blipFill>
        <p:spPr>
          <a:xfrm>
            <a:off x="10590934" y="6330522"/>
            <a:ext cx="1499906" cy="585000"/>
          </a:xfrm>
          <a:prstGeom prst="rect">
            <a:avLst/>
          </a:prstGeom>
          <a:noFill/>
          <a:ln>
            <a:noFill/>
          </a:ln>
        </p:spPr>
      </p:pic>
      <p:sp>
        <p:nvSpPr>
          <p:cNvPr id="1313" name="Google Shape;1313;g3da1138a163_0_1"/>
          <p:cNvSpPr txBox="1"/>
          <p:nvPr/>
        </p:nvSpPr>
        <p:spPr>
          <a:xfrm>
            <a:off x="-1" y="6288587"/>
            <a:ext cx="5981100" cy="3693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chemeClr val="dk1"/>
              </a:buClr>
              <a:buSzPts val="1800"/>
              <a:buFont typeface="Arial"/>
              <a:buNone/>
            </a:pPr>
            <a:r>
              <a:rPr b="0" i="0" lang="en-US" sz="1800" u="none" cap="none" strike="noStrike">
                <a:solidFill>
                  <a:schemeClr val="lt1"/>
                </a:solidFill>
                <a:latin typeface="Times New Roman"/>
                <a:ea typeface="Times New Roman"/>
                <a:cs typeface="Times New Roman"/>
                <a:sym typeface="Times New Roman"/>
              </a:rPr>
              <a:t>Term Paper Presentation | Ronit Dutta</a:t>
            </a:r>
            <a:endParaRPr b="0" i="0" sz="1800" u="none" cap="none" strike="noStrike">
              <a:solidFill>
                <a:schemeClr val="lt1"/>
              </a:solidFill>
              <a:latin typeface="Times New Roman"/>
              <a:ea typeface="Times New Roman"/>
              <a:cs typeface="Times New Roman"/>
              <a:sym typeface="Times New Roman"/>
            </a:endParaRPr>
          </a:p>
        </p:txBody>
      </p:sp>
      <p:pic>
        <p:nvPicPr>
          <p:cNvPr id="1314" name="Google Shape;1314;g3da1138a163_0_1"/>
          <p:cNvPicPr preferRelativeResize="0"/>
          <p:nvPr/>
        </p:nvPicPr>
        <p:blipFill rotWithShape="1">
          <a:blip r:embed="rId3">
            <a:alphaModFix/>
          </a:blip>
          <a:srcRect b="0" l="0" r="0" t="0"/>
          <a:stretch/>
        </p:blipFill>
        <p:spPr>
          <a:xfrm>
            <a:off x="10590934" y="6330522"/>
            <a:ext cx="1499906" cy="585000"/>
          </a:xfrm>
          <a:prstGeom prst="rect">
            <a:avLst/>
          </a:prstGeom>
          <a:noFill/>
          <a:ln>
            <a:noFill/>
          </a:ln>
        </p:spPr>
      </p:pic>
      <p:sp>
        <p:nvSpPr>
          <p:cNvPr id="1315" name="Google Shape;1315;g3da1138a163_0_1"/>
          <p:cNvSpPr txBox="1"/>
          <p:nvPr/>
        </p:nvSpPr>
        <p:spPr>
          <a:xfrm>
            <a:off x="-1" y="6288587"/>
            <a:ext cx="5981100" cy="6465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chemeClr val="dk1"/>
              </a:buClr>
              <a:buSzPts val="1800"/>
              <a:buFont typeface="Arial"/>
              <a:buNone/>
            </a:pPr>
            <a:r>
              <a:rPr b="0" i="0" lang="en-US" sz="1800" u="none" cap="none" strike="noStrike">
                <a:solidFill>
                  <a:schemeClr val="lt1"/>
                </a:solidFill>
                <a:latin typeface="Times New Roman"/>
                <a:ea typeface="Times New Roman"/>
                <a:cs typeface="Times New Roman"/>
                <a:sym typeface="Times New Roman"/>
              </a:rPr>
              <a:t>Machine Learning Professional</a:t>
            </a:r>
            <a:br>
              <a:rPr b="0" i="0" lang="en-US" sz="1800" u="none" cap="none" strike="noStrike">
                <a:solidFill>
                  <a:schemeClr val="lt1"/>
                </a:solidFill>
                <a:latin typeface="Times New Roman"/>
                <a:ea typeface="Times New Roman"/>
                <a:cs typeface="Times New Roman"/>
                <a:sym typeface="Times New Roman"/>
              </a:rPr>
            </a:br>
            <a:r>
              <a:rPr b="0" i="0" lang="en-US" sz="1800" u="none" cap="none" strike="noStrike">
                <a:solidFill>
                  <a:schemeClr val="lt1"/>
                </a:solidFill>
                <a:latin typeface="Times New Roman"/>
                <a:ea typeface="Times New Roman"/>
                <a:cs typeface="Times New Roman"/>
                <a:sym typeface="Times New Roman"/>
              </a:rPr>
              <a:t>Project Presentation</a:t>
            </a:r>
            <a:endParaRPr b="0" i="0" sz="1800" u="none" cap="none" strike="noStrike">
              <a:solidFill>
                <a:schemeClr val="lt1"/>
              </a:solidFill>
              <a:latin typeface="Times New Roman"/>
              <a:ea typeface="Times New Roman"/>
              <a:cs typeface="Times New Roman"/>
              <a:sym typeface="Times New Roman"/>
            </a:endParaRPr>
          </a:p>
        </p:txBody>
      </p:sp>
      <p:pic>
        <p:nvPicPr>
          <p:cNvPr id="1316" name="Google Shape;1316;g3da1138a163_0_1"/>
          <p:cNvPicPr preferRelativeResize="0"/>
          <p:nvPr/>
        </p:nvPicPr>
        <p:blipFill rotWithShape="1">
          <a:blip r:embed="rId4">
            <a:alphaModFix/>
          </a:blip>
          <a:srcRect b="0" l="0" r="0" t="0"/>
          <a:stretch/>
        </p:blipFill>
        <p:spPr>
          <a:xfrm>
            <a:off x="10590875" y="6341462"/>
            <a:ext cx="1500023" cy="585000"/>
          </a:xfrm>
          <a:prstGeom prst="rect">
            <a:avLst/>
          </a:prstGeom>
          <a:noFill/>
          <a:ln>
            <a:noFill/>
          </a:ln>
        </p:spPr>
      </p:pic>
      <p:sp>
        <p:nvSpPr>
          <p:cNvPr id="1317" name="Google Shape;1317;g3da1138a163_0_1"/>
          <p:cNvSpPr txBox="1"/>
          <p:nvPr/>
        </p:nvSpPr>
        <p:spPr>
          <a:xfrm>
            <a:off x="-1" y="6288587"/>
            <a:ext cx="5981100" cy="6465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chemeClr val="dk1"/>
              </a:buClr>
              <a:buSzPts val="1800"/>
              <a:buFont typeface="Arial"/>
              <a:buNone/>
            </a:pPr>
            <a:r>
              <a:rPr b="0" i="0" lang="en-US" sz="1800" u="none" cap="none" strike="noStrike">
                <a:solidFill>
                  <a:schemeClr val="lt1"/>
                </a:solidFill>
                <a:latin typeface="Times New Roman"/>
                <a:ea typeface="Times New Roman"/>
                <a:cs typeface="Times New Roman"/>
                <a:sym typeface="Times New Roman"/>
              </a:rPr>
              <a:t>Machine Learning Professional</a:t>
            </a:r>
            <a:br>
              <a:rPr b="0" i="0" lang="en-US" sz="1800" u="none" cap="none" strike="noStrike">
                <a:solidFill>
                  <a:schemeClr val="lt1"/>
                </a:solidFill>
                <a:latin typeface="Times New Roman"/>
                <a:ea typeface="Times New Roman"/>
                <a:cs typeface="Times New Roman"/>
                <a:sym typeface="Times New Roman"/>
              </a:rPr>
            </a:br>
            <a:r>
              <a:rPr b="0" i="0" lang="en-US" sz="1800" u="none" cap="none" strike="noStrike">
                <a:solidFill>
                  <a:schemeClr val="lt1"/>
                </a:solidFill>
                <a:latin typeface="Times New Roman"/>
                <a:ea typeface="Times New Roman"/>
                <a:cs typeface="Times New Roman"/>
                <a:sym typeface="Times New Roman"/>
              </a:rPr>
              <a:t>Project Presentation</a:t>
            </a:r>
            <a:endParaRPr b="0" i="0" sz="1800" u="none" cap="none" strike="noStrike">
              <a:solidFill>
                <a:schemeClr val="lt1"/>
              </a:solidFill>
              <a:latin typeface="Times New Roman"/>
              <a:ea typeface="Times New Roman"/>
              <a:cs typeface="Times New Roman"/>
              <a:sym typeface="Times New Roman"/>
            </a:endParaRPr>
          </a:p>
        </p:txBody>
      </p:sp>
      <p:pic>
        <p:nvPicPr>
          <p:cNvPr id="1318" name="Google Shape;1318;g3da1138a163_0_1"/>
          <p:cNvPicPr preferRelativeResize="0"/>
          <p:nvPr/>
        </p:nvPicPr>
        <p:blipFill rotWithShape="1">
          <a:blip r:embed="rId4">
            <a:alphaModFix/>
          </a:blip>
          <a:srcRect b="0" l="0" r="0" t="0"/>
          <a:stretch/>
        </p:blipFill>
        <p:spPr>
          <a:xfrm>
            <a:off x="10590875" y="6330524"/>
            <a:ext cx="1500023" cy="585000"/>
          </a:xfrm>
          <a:prstGeom prst="rect">
            <a:avLst/>
          </a:prstGeom>
          <a:noFill/>
          <a:ln>
            <a:noFill/>
          </a:ln>
        </p:spPr>
      </p:pic>
      <p:sp>
        <p:nvSpPr>
          <p:cNvPr id="1319" name="Google Shape;1319;g3da1138a163_0_1"/>
          <p:cNvSpPr txBox="1"/>
          <p:nvPr/>
        </p:nvSpPr>
        <p:spPr>
          <a:xfrm>
            <a:off x="-1" y="6234672"/>
            <a:ext cx="5981100" cy="6465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chemeClr val="dk1"/>
              </a:buClr>
              <a:buSzPts val="1800"/>
              <a:buFont typeface="Arial"/>
              <a:buNone/>
            </a:pPr>
            <a:r>
              <a:rPr b="0" i="0" lang="en-US" sz="1800" u="none" cap="none" strike="noStrike">
                <a:solidFill>
                  <a:schemeClr val="lt1"/>
                </a:solidFill>
                <a:latin typeface="Times New Roman"/>
                <a:ea typeface="Times New Roman"/>
                <a:cs typeface="Times New Roman"/>
                <a:sym typeface="Times New Roman"/>
              </a:rPr>
              <a:t>Machine Learning Professional</a:t>
            </a:r>
            <a:br>
              <a:rPr b="0" i="0" lang="en-US" sz="1800" u="none" cap="none" strike="noStrike">
                <a:solidFill>
                  <a:schemeClr val="lt1"/>
                </a:solidFill>
                <a:latin typeface="Times New Roman"/>
                <a:ea typeface="Times New Roman"/>
                <a:cs typeface="Times New Roman"/>
                <a:sym typeface="Times New Roman"/>
              </a:rPr>
            </a:br>
            <a:r>
              <a:rPr b="0" i="0" lang="en-US" sz="1800" u="none" cap="none" strike="noStrike">
                <a:solidFill>
                  <a:schemeClr val="lt1"/>
                </a:solidFill>
                <a:latin typeface="Times New Roman"/>
                <a:ea typeface="Times New Roman"/>
                <a:cs typeface="Times New Roman"/>
                <a:sym typeface="Times New Roman"/>
              </a:rPr>
              <a:t>Project Presentation</a:t>
            </a:r>
            <a:endParaRPr b="0" i="0" sz="1800" u="none" cap="none" strike="noStrike">
              <a:solidFill>
                <a:schemeClr val="lt1"/>
              </a:solidFill>
              <a:latin typeface="Times New Roman"/>
              <a:ea typeface="Times New Roman"/>
              <a:cs typeface="Times New Roman"/>
              <a:sym typeface="Times New Roman"/>
            </a:endParaRPr>
          </a:p>
        </p:txBody>
      </p:sp>
      <p:pic>
        <p:nvPicPr>
          <p:cNvPr id="1320" name="Google Shape;1320;g3da1138a163_0_1"/>
          <p:cNvPicPr preferRelativeResize="0"/>
          <p:nvPr/>
        </p:nvPicPr>
        <p:blipFill rotWithShape="1">
          <a:blip r:embed="rId4">
            <a:alphaModFix/>
          </a:blip>
          <a:srcRect b="0" l="0" r="0" t="0"/>
          <a:stretch/>
        </p:blipFill>
        <p:spPr>
          <a:xfrm>
            <a:off x="10590875" y="6330524"/>
            <a:ext cx="1500023" cy="585000"/>
          </a:xfrm>
          <a:prstGeom prst="rect">
            <a:avLst/>
          </a:prstGeom>
          <a:noFill/>
          <a:ln>
            <a:noFill/>
          </a:ln>
        </p:spPr>
      </p:pic>
      <p:sp>
        <p:nvSpPr>
          <p:cNvPr id="1321" name="Google Shape;1321;g3da1138a163_0_1"/>
          <p:cNvSpPr txBox="1"/>
          <p:nvPr/>
        </p:nvSpPr>
        <p:spPr>
          <a:xfrm>
            <a:off x="-1" y="6234672"/>
            <a:ext cx="5981100" cy="6465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chemeClr val="dk1"/>
              </a:buClr>
              <a:buSzPts val="1800"/>
              <a:buFont typeface="Arial"/>
              <a:buNone/>
            </a:pPr>
            <a:r>
              <a:rPr b="0" i="0" lang="en-US" sz="1800" u="none" cap="none" strike="noStrike">
                <a:solidFill>
                  <a:schemeClr val="lt1"/>
                </a:solidFill>
                <a:latin typeface="Times New Roman"/>
                <a:ea typeface="Times New Roman"/>
                <a:cs typeface="Times New Roman"/>
                <a:sym typeface="Times New Roman"/>
              </a:rPr>
              <a:t>Machine Learning Professional</a:t>
            </a:r>
            <a:br>
              <a:rPr b="0" i="0" lang="en-US" sz="1800" u="none" cap="none" strike="noStrike">
                <a:solidFill>
                  <a:schemeClr val="lt1"/>
                </a:solidFill>
                <a:latin typeface="Times New Roman"/>
                <a:ea typeface="Times New Roman"/>
                <a:cs typeface="Times New Roman"/>
                <a:sym typeface="Times New Roman"/>
              </a:rPr>
            </a:br>
            <a:r>
              <a:rPr b="0" i="0" lang="en-US" sz="1800" u="none" cap="none" strike="noStrike">
                <a:solidFill>
                  <a:schemeClr val="lt1"/>
                </a:solidFill>
                <a:latin typeface="Times New Roman"/>
                <a:ea typeface="Times New Roman"/>
                <a:cs typeface="Times New Roman"/>
                <a:sym typeface="Times New Roman"/>
              </a:rPr>
              <a:t>Project Presentation</a:t>
            </a:r>
            <a:endParaRPr b="0" i="0" sz="1800" u="none" cap="none" strike="noStrike">
              <a:solidFill>
                <a:schemeClr val="lt1"/>
              </a:solidFill>
              <a:latin typeface="Times New Roman"/>
              <a:ea typeface="Times New Roman"/>
              <a:cs typeface="Times New Roman"/>
              <a:sym typeface="Times New Roman"/>
            </a:endParaRPr>
          </a:p>
        </p:txBody>
      </p:sp>
      <p:pic>
        <p:nvPicPr>
          <p:cNvPr id="1322" name="Google Shape;1322;g3da1138a163_0_1"/>
          <p:cNvPicPr preferRelativeResize="0"/>
          <p:nvPr/>
        </p:nvPicPr>
        <p:blipFill rotWithShape="1">
          <a:blip r:embed="rId4">
            <a:alphaModFix/>
          </a:blip>
          <a:srcRect b="0" l="0" r="0" t="0"/>
          <a:stretch/>
        </p:blipFill>
        <p:spPr>
          <a:xfrm>
            <a:off x="10590875" y="6330524"/>
            <a:ext cx="1500023" cy="585000"/>
          </a:xfrm>
          <a:prstGeom prst="rect">
            <a:avLst/>
          </a:prstGeom>
          <a:noFill/>
          <a:ln>
            <a:noFill/>
          </a:ln>
        </p:spPr>
      </p:pic>
      <p:sp>
        <p:nvSpPr>
          <p:cNvPr id="1323" name="Google Shape;1323;g3da1138a163_0_1"/>
          <p:cNvSpPr txBox="1"/>
          <p:nvPr/>
        </p:nvSpPr>
        <p:spPr>
          <a:xfrm>
            <a:off x="-1" y="6234672"/>
            <a:ext cx="5981100" cy="6465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chemeClr val="dk1"/>
              </a:buClr>
              <a:buSzPts val="1800"/>
              <a:buFont typeface="Arial"/>
              <a:buNone/>
            </a:pPr>
            <a:r>
              <a:rPr b="0" i="0" lang="en-US" sz="1800" u="none" cap="none" strike="noStrike">
                <a:solidFill>
                  <a:schemeClr val="lt1"/>
                </a:solidFill>
                <a:latin typeface="Times New Roman"/>
                <a:ea typeface="Times New Roman"/>
                <a:cs typeface="Times New Roman"/>
                <a:sym typeface="Times New Roman"/>
              </a:rPr>
              <a:t>Nanoelectronics - Seminar Presentation</a:t>
            </a:r>
            <a:br>
              <a:rPr b="0" i="0" lang="en-US" sz="1800" u="none" cap="none" strike="noStrike">
                <a:solidFill>
                  <a:schemeClr val="lt1"/>
                </a:solidFill>
                <a:latin typeface="Times New Roman"/>
                <a:ea typeface="Times New Roman"/>
                <a:cs typeface="Times New Roman"/>
                <a:sym typeface="Times New Roman"/>
              </a:rPr>
            </a:br>
            <a:r>
              <a:rPr b="0" i="0" lang="en-US" sz="1800" u="none" cap="none" strike="noStrike">
                <a:solidFill>
                  <a:schemeClr val="lt1"/>
                </a:solidFill>
                <a:latin typeface="Times New Roman"/>
                <a:ea typeface="Times New Roman"/>
                <a:cs typeface="Times New Roman"/>
                <a:sym typeface="Times New Roman"/>
              </a:rPr>
              <a:t>Ronit Dutta</a:t>
            </a:r>
            <a:endParaRPr b="0" i="0" sz="1800" u="none" cap="none" strike="noStrike">
              <a:solidFill>
                <a:schemeClr val="lt1"/>
              </a:solidFill>
              <a:latin typeface="Times New Roman"/>
              <a:ea typeface="Times New Roman"/>
              <a:cs typeface="Times New Roman"/>
              <a:sym typeface="Times New Roman"/>
            </a:endParaRPr>
          </a:p>
        </p:txBody>
      </p:sp>
      <p:pic>
        <p:nvPicPr>
          <p:cNvPr id="1324" name="Google Shape;1324;g3da1138a163_0_1"/>
          <p:cNvPicPr preferRelativeResize="0"/>
          <p:nvPr/>
        </p:nvPicPr>
        <p:blipFill rotWithShape="1">
          <a:blip r:embed="rId4">
            <a:alphaModFix/>
          </a:blip>
          <a:srcRect b="0" l="0" r="0" t="0"/>
          <a:stretch/>
        </p:blipFill>
        <p:spPr>
          <a:xfrm>
            <a:off x="10590875" y="6330524"/>
            <a:ext cx="1500023" cy="585000"/>
          </a:xfrm>
          <a:prstGeom prst="rect">
            <a:avLst/>
          </a:prstGeom>
          <a:noFill/>
          <a:ln>
            <a:noFill/>
          </a:ln>
        </p:spPr>
      </p:pic>
      <p:pic>
        <p:nvPicPr>
          <p:cNvPr id="1325" name="Google Shape;1325;g3da1138a163_0_1" title=" .jpg"/>
          <p:cNvPicPr preferRelativeResize="0"/>
          <p:nvPr/>
        </p:nvPicPr>
        <p:blipFill rotWithShape="1">
          <a:blip r:embed="rId5">
            <a:alphaModFix/>
          </a:blip>
          <a:srcRect b="0" l="0" r="0" t="0"/>
          <a:stretch/>
        </p:blipFill>
        <p:spPr>
          <a:xfrm>
            <a:off x="6548525" y="1577650"/>
            <a:ext cx="5276475" cy="3617950"/>
          </a:xfrm>
          <a:prstGeom prst="rect">
            <a:avLst/>
          </a:prstGeom>
          <a:noFill/>
          <a:ln>
            <a:noFill/>
          </a:ln>
        </p:spPr>
      </p:pic>
      <p:pic>
        <p:nvPicPr>
          <p:cNvPr id="1326" name="Google Shape;1326;g3da1138a163_0_1"/>
          <p:cNvPicPr preferRelativeResize="0"/>
          <p:nvPr/>
        </p:nvPicPr>
        <p:blipFill rotWithShape="1">
          <a:blip r:embed="rId6">
            <a:alphaModFix/>
          </a:blip>
          <a:srcRect b="0" l="0" r="0" t="0"/>
          <a:stretch/>
        </p:blipFill>
        <p:spPr>
          <a:xfrm>
            <a:off x="0" y="6288574"/>
            <a:ext cx="12192000" cy="1165875"/>
          </a:xfrm>
          <a:prstGeom prst="rect">
            <a:avLst/>
          </a:prstGeom>
          <a:noFill/>
          <a:ln>
            <a:noFill/>
          </a:ln>
        </p:spPr>
      </p:pic>
      <p:sp>
        <p:nvSpPr>
          <p:cNvPr id="1327" name="Google Shape;1327;g3da1138a163_0_1"/>
          <p:cNvSpPr txBox="1"/>
          <p:nvPr/>
        </p:nvSpPr>
        <p:spPr>
          <a:xfrm>
            <a:off x="-1" y="6445547"/>
            <a:ext cx="5981100" cy="6465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chemeClr val="dk1"/>
              </a:buClr>
              <a:buSzPts val="1800"/>
              <a:buFont typeface="Arial"/>
              <a:buNone/>
            </a:pPr>
            <a:r>
              <a:rPr lang="en-US" sz="1800">
                <a:solidFill>
                  <a:schemeClr val="lt1"/>
                </a:solidFill>
                <a:latin typeface="Times New Roman"/>
                <a:ea typeface="Times New Roman"/>
                <a:cs typeface="Times New Roman"/>
                <a:sym typeface="Times New Roman"/>
              </a:rPr>
              <a:t>Applied Mathematics for Engineering [MIDTERM PROJECT]</a:t>
            </a:r>
            <a:br>
              <a:rPr b="0" i="0" lang="en-US" sz="1800" u="none" cap="none" strike="noStrike">
                <a:solidFill>
                  <a:schemeClr val="lt1"/>
                </a:solidFill>
                <a:latin typeface="Times New Roman"/>
                <a:ea typeface="Times New Roman"/>
                <a:cs typeface="Times New Roman"/>
                <a:sym typeface="Times New Roman"/>
              </a:rPr>
            </a:br>
            <a:r>
              <a:rPr b="0" i="0" lang="en-US" sz="1800" u="none" cap="none" strike="noStrike">
                <a:solidFill>
                  <a:schemeClr val="lt1"/>
                </a:solidFill>
                <a:latin typeface="Times New Roman"/>
                <a:ea typeface="Times New Roman"/>
                <a:cs typeface="Times New Roman"/>
                <a:sym typeface="Times New Roman"/>
              </a:rPr>
              <a:t>Ronit Dutta</a:t>
            </a:r>
            <a:endParaRPr b="0" i="0" sz="1800" u="none" cap="none" strike="noStrike">
              <a:solidFill>
                <a:schemeClr val="lt1"/>
              </a:solidFill>
              <a:latin typeface="Times New Roman"/>
              <a:ea typeface="Times New Roman"/>
              <a:cs typeface="Times New Roman"/>
              <a:sym typeface="Times New Roman"/>
            </a:endParaRPr>
          </a:p>
        </p:txBody>
      </p:sp>
      <p:pic>
        <p:nvPicPr>
          <p:cNvPr id="1328" name="Google Shape;1328;g3da1138a163_0_1"/>
          <p:cNvPicPr preferRelativeResize="0"/>
          <p:nvPr/>
        </p:nvPicPr>
        <p:blipFill rotWithShape="1">
          <a:blip r:embed="rId4">
            <a:alphaModFix/>
          </a:blip>
          <a:srcRect b="0" l="0" r="0" t="0"/>
          <a:stretch/>
        </p:blipFill>
        <p:spPr>
          <a:xfrm>
            <a:off x="10579375" y="6476299"/>
            <a:ext cx="1500023" cy="585000"/>
          </a:xfrm>
          <a:prstGeom prst="rect">
            <a:avLst/>
          </a:prstGeom>
          <a:noFill/>
          <a:ln>
            <a:noFill/>
          </a:ln>
        </p:spPr>
      </p:pic>
      <p:pic>
        <p:nvPicPr>
          <p:cNvPr id="1329" name="Google Shape;1329;g3da1138a163_0_1"/>
          <p:cNvPicPr preferRelativeResize="0"/>
          <p:nvPr/>
        </p:nvPicPr>
        <p:blipFill rotWithShape="1">
          <a:blip r:embed="rId3">
            <a:alphaModFix/>
          </a:blip>
          <a:srcRect b="0" l="0" r="0" t="0"/>
          <a:stretch/>
        </p:blipFill>
        <p:spPr>
          <a:xfrm>
            <a:off x="10590934" y="6330522"/>
            <a:ext cx="1499906" cy="585000"/>
          </a:xfrm>
          <a:prstGeom prst="rect">
            <a:avLst/>
          </a:prstGeom>
          <a:noFill/>
          <a:ln>
            <a:noFill/>
          </a:ln>
        </p:spPr>
      </p:pic>
      <p:sp>
        <p:nvSpPr>
          <p:cNvPr id="1330" name="Google Shape;1330;g3da1138a163_0_1"/>
          <p:cNvSpPr txBox="1"/>
          <p:nvPr/>
        </p:nvSpPr>
        <p:spPr>
          <a:xfrm>
            <a:off x="-1" y="6288587"/>
            <a:ext cx="5981100" cy="3693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chemeClr val="dk1"/>
              </a:buClr>
              <a:buSzPts val="1800"/>
              <a:buFont typeface="Arial"/>
              <a:buNone/>
            </a:pPr>
            <a:r>
              <a:rPr b="0" i="0" lang="en-US" sz="1800" u="none" cap="none" strike="noStrike">
                <a:solidFill>
                  <a:schemeClr val="lt1"/>
                </a:solidFill>
                <a:latin typeface="Times New Roman"/>
                <a:ea typeface="Times New Roman"/>
                <a:cs typeface="Times New Roman"/>
                <a:sym typeface="Times New Roman"/>
              </a:rPr>
              <a:t>Term Paper Presentation | Ronit Dutta</a:t>
            </a:r>
            <a:endParaRPr b="0" i="0" sz="1800" u="none" cap="none" strike="noStrike">
              <a:solidFill>
                <a:schemeClr val="lt1"/>
              </a:solidFill>
              <a:latin typeface="Times New Roman"/>
              <a:ea typeface="Times New Roman"/>
              <a:cs typeface="Times New Roman"/>
              <a:sym typeface="Times New Roman"/>
            </a:endParaRPr>
          </a:p>
        </p:txBody>
      </p:sp>
      <p:pic>
        <p:nvPicPr>
          <p:cNvPr id="1331" name="Google Shape;1331;g3da1138a163_0_1"/>
          <p:cNvPicPr preferRelativeResize="0"/>
          <p:nvPr/>
        </p:nvPicPr>
        <p:blipFill rotWithShape="1">
          <a:blip r:embed="rId3">
            <a:alphaModFix/>
          </a:blip>
          <a:srcRect b="0" l="0" r="0" t="0"/>
          <a:stretch/>
        </p:blipFill>
        <p:spPr>
          <a:xfrm>
            <a:off x="10590934" y="6330522"/>
            <a:ext cx="1499906" cy="585000"/>
          </a:xfrm>
          <a:prstGeom prst="rect">
            <a:avLst/>
          </a:prstGeom>
          <a:noFill/>
          <a:ln>
            <a:noFill/>
          </a:ln>
        </p:spPr>
      </p:pic>
      <p:sp>
        <p:nvSpPr>
          <p:cNvPr id="1332" name="Google Shape;1332;g3da1138a163_0_1"/>
          <p:cNvSpPr txBox="1"/>
          <p:nvPr/>
        </p:nvSpPr>
        <p:spPr>
          <a:xfrm>
            <a:off x="-1" y="6288587"/>
            <a:ext cx="5981100" cy="3693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chemeClr val="dk1"/>
              </a:buClr>
              <a:buSzPts val="1800"/>
              <a:buFont typeface="Arial"/>
              <a:buNone/>
            </a:pPr>
            <a:r>
              <a:rPr b="0" i="0" lang="en-US" sz="1800" u="none" cap="none" strike="noStrike">
                <a:solidFill>
                  <a:schemeClr val="lt1"/>
                </a:solidFill>
                <a:latin typeface="Times New Roman"/>
                <a:ea typeface="Times New Roman"/>
                <a:cs typeface="Times New Roman"/>
                <a:sym typeface="Times New Roman"/>
              </a:rPr>
              <a:t>Term Paper Presentation | Ronit Dutta</a:t>
            </a:r>
            <a:endParaRPr b="0" i="0" sz="1800" u="none" cap="none" strike="noStrike">
              <a:solidFill>
                <a:schemeClr val="lt1"/>
              </a:solidFill>
              <a:latin typeface="Times New Roman"/>
              <a:ea typeface="Times New Roman"/>
              <a:cs typeface="Times New Roman"/>
              <a:sym typeface="Times New Roman"/>
            </a:endParaRPr>
          </a:p>
        </p:txBody>
      </p:sp>
      <p:pic>
        <p:nvPicPr>
          <p:cNvPr id="1333" name="Google Shape;1333;g3da1138a163_0_1"/>
          <p:cNvPicPr preferRelativeResize="0"/>
          <p:nvPr/>
        </p:nvPicPr>
        <p:blipFill rotWithShape="1">
          <a:blip r:embed="rId3">
            <a:alphaModFix/>
          </a:blip>
          <a:srcRect b="0" l="0" r="0" t="0"/>
          <a:stretch/>
        </p:blipFill>
        <p:spPr>
          <a:xfrm>
            <a:off x="10590934" y="6330522"/>
            <a:ext cx="1499906" cy="585000"/>
          </a:xfrm>
          <a:prstGeom prst="rect">
            <a:avLst/>
          </a:prstGeom>
          <a:noFill/>
          <a:ln>
            <a:noFill/>
          </a:ln>
        </p:spPr>
      </p:pic>
      <p:sp>
        <p:nvSpPr>
          <p:cNvPr id="1334" name="Google Shape;1334;g3da1138a163_0_1"/>
          <p:cNvSpPr txBox="1"/>
          <p:nvPr/>
        </p:nvSpPr>
        <p:spPr>
          <a:xfrm>
            <a:off x="-1" y="6288587"/>
            <a:ext cx="5981100" cy="6465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chemeClr val="dk1"/>
              </a:buClr>
              <a:buSzPts val="1800"/>
              <a:buFont typeface="Arial"/>
              <a:buNone/>
            </a:pPr>
            <a:r>
              <a:rPr b="0" i="0" lang="en-US" sz="1800" u="none" cap="none" strike="noStrike">
                <a:solidFill>
                  <a:schemeClr val="lt1"/>
                </a:solidFill>
                <a:latin typeface="Times New Roman"/>
                <a:ea typeface="Times New Roman"/>
                <a:cs typeface="Times New Roman"/>
                <a:sym typeface="Times New Roman"/>
              </a:rPr>
              <a:t>Machine Learning Professional</a:t>
            </a:r>
            <a:br>
              <a:rPr b="0" i="0" lang="en-US" sz="1800" u="none" cap="none" strike="noStrike">
                <a:solidFill>
                  <a:schemeClr val="lt1"/>
                </a:solidFill>
                <a:latin typeface="Times New Roman"/>
                <a:ea typeface="Times New Roman"/>
                <a:cs typeface="Times New Roman"/>
                <a:sym typeface="Times New Roman"/>
              </a:rPr>
            </a:br>
            <a:r>
              <a:rPr b="0" i="0" lang="en-US" sz="1800" u="none" cap="none" strike="noStrike">
                <a:solidFill>
                  <a:schemeClr val="lt1"/>
                </a:solidFill>
                <a:latin typeface="Times New Roman"/>
                <a:ea typeface="Times New Roman"/>
                <a:cs typeface="Times New Roman"/>
                <a:sym typeface="Times New Roman"/>
              </a:rPr>
              <a:t>Project Presentation</a:t>
            </a:r>
            <a:endParaRPr b="0" i="0" sz="1800" u="none" cap="none" strike="noStrike">
              <a:solidFill>
                <a:schemeClr val="lt1"/>
              </a:solidFill>
              <a:latin typeface="Times New Roman"/>
              <a:ea typeface="Times New Roman"/>
              <a:cs typeface="Times New Roman"/>
              <a:sym typeface="Times New Roman"/>
            </a:endParaRPr>
          </a:p>
        </p:txBody>
      </p:sp>
      <p:pic>
        <p:nvPicPr>
          <p:cNvPr id="1335" name="Google Shape;1335;g3da1138a163_0_1"/>
          <p:cNvPicPr preferRelativeResize="0"/>
          <p:nvPr/>
        </p:nvPicPr>
        <p:blipFill rotWithShape="1">
          <a:blip r:embed="rId4">
            <a:alphaModFix/>
          </a:blip>
          <a:srcRect b="0" l="0" r="0" t="0"/>
          <a:stretch/>
        </p:blipFill>
        <p:spPr>
          <a:xfrm>
            <a:off x="10590875" y="6341462"/>
            <a:ext cx="1500023" cy="585000"/>
          </a:xfrm>
          <a:prstGeom prst="rect">
            <a:avLst/>
          </a:prstGeom>
          <a:noFill/>
          <a:ln>
            <a:noFill/>
          </a:ln>
        </p:spPr>
      </p:pic>
      <p:sp>
        <p:nvSpPr>
          <p:cNvPr id="1336" name="Google Shape;1336;g3da1138a163_0_1"/>
          <p:cNvSpPr txBox="1"/>
          <p:nvPr/>
        </p:nvSpPr>
        <p:spPr>
          <a:xfrm>
            <a:off x="-1" y="6288587"/>
            <a:ext cx="5981100" cy="6465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chemeClr val="dk1"/>
              </a:buClr>
              <a:buSzPts val="1800"/>
              <a:buFont typeface="Arial"/>
              <a:buNone/>
            </a:pPr>
            <a:r>
              <a:rPr b="0" i="0" lang="en-US" sz="1800" u="none" cap="none" strike="noStrike">
                <a:solidFill>
                  <a:schemeClr val="lt1"/>
                </a:solidFill>
                <a:latin typeface="Times New Roman"/>
                <a:ea typeface="Times New Roman"/>
                <a:cs typeface="Times New Roman"/>
                <a:sym typeface="Times New Roman"/>
              </a:rPr>
              <a:t>Machine Learning Professional</a:t>
            </a:r>
            <a:br>
              <a:rPr b="0" i="0" lang="en-US" sz="1800" u="none" cap="none" strike="noStrike">
                <a:solidFill>
                  <a:schemeClr val="lt1"/>
                </a:solidFill>
                <a:latin typeface="Times New Roman"/>
                <a:ea typeface="Times New Roman"/>
                <a:cs typeface="Times New Roman"/>
                <a:sym typeface="Times New Roman"/>
              </a:rPr>
            </a:br>
            <a:r>
              <a:rPr b="0" i="0" lang="en-US" sz="1800" u="none" cap="none" strike="noStrike">
                <a:solidFill>
                  <a:schemeClr val="lt1"/>
                </a:solidFill>
                <a:latin typeface="Times New Roman"/>
                <a:ea typeface="Times New Roman"/>
                <a:cs typeface="Times New Roman"/>
                <a:sym typeface="Times New Roman"/>
              </a:rPr>
              <a:t>Project Presentation</a:t>
            </a:r>
            <a:endParaRPr b="0" i="0" sz="1800" u="none" cap="none" strike="noStrike">
              <a:solidFill>
                <a:schemeClr val="lt1"/>
              </a:solidFill>
              <a:latin typeface="Times New Roman"/>
              <a:ea typeface="Times New Roman"/>
              <a:cs typeface="Times New Roman"/>
              <a:sym typeface="Times New Roman"/>
            </a:endParaRPr>
          </a:p>
        </p:txBody>
      </p:sp>
      <p:pic>
        <p:nvPicPr>
          <p:cNvPr id="1337" name="Google Shape;1337;g3da1138a163_0_1"/>
          <p:cNvPicPr preferRelativeResize="0"/>
          <p:nvPr/>
        </p:nvPicPr>
        <p:blipFill rotWithShape="1">
          <a:blip r:embed="rId4">
            <a:alphaModFix/>
          </a:blip>
          <a:srcRect b="0" l="0" r="0" t="0"/>
          <a:stretch/>
        </p:blipFill>
        <p:spPr>
          <a:xfrm>
            <a:off x="10590875" y="6330524"/>
            <a:ext cx="1500023" cy="585000"/>
          </a:xfrm>
          <a:prstGeom prst="rect">
            <a:avLst/>
          </a:prstGeom>
          <a:noFill/>
          <a:ln>
            <a:noFill/>
          </a:ln>
        </p:spPr>
      </p:pic>
      <p:sp>
        <p:nvSpPr>
          <p:cNvPr id="1338" name="Google Shape;1338;g3da1138a163_0_1"/>
          <p:cNvSpPr txBox="1"/>
          <p:nvPr/>
        </p:nvSpPr>
        <p:spPr>
          <a:xfrm>
            <a:off x="-1" y="6234672"/>
            <a:ext cx="5981100" cy="6465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chemeClr val="dk1"/>
              </a:buClr>
              <a:buSzPts val="1800"/>
              <a:buFont typeface="Arial"/>
              <a:buNone/>
            </a:pPr>
            <a:r>
              <a:rPr b="0" i="0" lang="en-US" sz="1800" u="none" cap="none" strike="noStrike">
                <a:solidFill>
                  <a:schemeClr val="lt1"/>
                </a:solidFill>
                <a:latin typeface="Times New Roman"/>
                <a:ea typeface="Times New Roman"/>
                <a:cs typeface="Times New Roman"/>
                <a:sym typeface="Times New Roman"/>
              </a:rPr>
              <a:t>Machine Learning Professional</a:t>
            </a:r>
            <a:br>
              <a:rPr b="0" i="0" lang="en-US" sz="1800" u="none" cap="none" strike="noStrike">
                <a:solidFill>
                  <a:schemeClr val="lt1"/>
                </a:solidFill>
                <a:latin typeface="Times New Roman"/>
                <a:ea typeface="Times New Roman"/>
                <a:cs typeface="Times New Roman"/>
                <a:sym typeface="Times New Roman"/>
              </a:rPr>
            </a:br>
            <a:r>
              <a:rPr b="0" i="0" lang="en-US" sz="1800" u="none" cap="none" strike="noStrike">
                <a:solidFill>
                  <a:schemeClr val="lt1"/>
                </a:solidFill>
                <a:latin typeface="Times New Roman"/>
                <a:ea typeface="Times New Roman"/>
                <a:cs typeface="Times New Roman"/>
                <a:sym typeface="Times New Roman"/>
              </a:rPr>
              <a:t>Project Presentation</a:t>
            </a:r>
            <a:endParaRPr b="0" i="0" sz="1800" u="none" cap="none" strike="noStrike">
              <a:solidFill>
                <a:schemeClr val="lt1"/>
              </a:solidFill>
              <a:latin typeface="Times New Roman"/>
              <a:ea typeface="Times New Roman"/>
              <a:cs typeface="Times New Roman"/>
              <a:sym typeface="Times New Roman"/>
            </a:endParaRPr>
          </a:p>
        </p:txBody>
      </p:sp>
      <p:pic>
        <p:nvPicPr>
          <p:cNvPr id="1339" name="Google Shape;1339;g3da1138a163_0_1"/>
          <p:cNvPicPr preferRelativeResize="0"/>
          <p:nvPr/>
        </p:nvPicPr>
        <p:blipFill rotWithShape="1">
          <a:blip r:embed="rId4">
            <a:alphaModFix/>
          </a:blip>
          <a:srcRect b="0" l="0" r="0" t="0"/>
          <a:stretch/>
        </p:blipFill>
        <p:spPr>
          <a:xfrm>
            <a:off x="10590875" y="6330524"/>
            <a:ext cx="1500023" cy="585000"/>
          </a:xfrm>
          <a:prstGeom prst="rect">
            <a:avLst/>
          </a:prstGeom>
          <a:noFill/>
          <a:ln>
            <a:noFill/>
          </a:ln>
        </p:spPr>
      </p:pic>
      <p:sp>
        <p:nvSpPr>
          <p:cNvPr id="1340" name="Google Shape;1340;g3da1138a163_0_1"/>
          <p:cNvSpPr txBox="1"/>
          <p:nvPr/>
        </p:nvSpPr>
        <p:spPr>
          <a:xfrm>
            <a:off x="-1" y="6234672"/>
            <a:ext cx="5981100" cy="6465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chemeClr val="dk1"/>
              </a:buClr>
              <a:buSzPts val="1800"/>
              <a:buFont typeface="Arial"/>
              <a:buNone/>
            </a:pPr>
            <a:r>
              <a:rPr b="0" i="0" lang="en-US" sz="1800" u="none" cap="none" strike="noStrike">
                <a:solidFill>
                  <a:schemeClr val="lt1"/>
                </a:solidFill>
                <a:latin typeface="Times New Roman"/>
                <a:ea typeface="Times New Roman"/>
                <a:cs typeface="Times New Roman"/>
                <a:sym typeface="Times New Roman"/>
              </a:rPr>
              <a:t>Machine Learning Professional</a:t>
            </a:r>
            <a:br>
              <a:rPr b="0" i="0" lang="en-US" sz="1800" u="none" cap="none" strike="noStrike">
                <a:solidFill>
                  <a:schemeClr val="lt1"/>
                </a:solidFill>
                <a:latin typeface="Times New Roman"/>
                <a:ea typeface="Times New Roman"/>
                <a:cs typeface="Times New Roman"/>
                <a:sym typeface="Times New Roman"/>
              </a:rPr>
            </a:br>
            <a:r>
              <a:rPr b="0" i="0" lang="en-US" sz="1800" u="none" cap="none" strike="noStrike">
                <a:solidFill>
                  <a:schemeClr val="lt1"/>
                </a:solidFill>
                <a:latin typeface="Times New Roman"/>
                <a:ea typeface="Times New Roman"/>
                <a:cs typeface="Times New Roman"/>
                <a:sym typeface="Times New Roman"/>
              </a:rPr>
              <a:t>Project Presentation</a:t>
            </a:r>
            <a:endParaRPr b="0" i="0" sz="1800" u="none" cap="none" strike="noStrike">
              <a:solidFill>
                <a:schemeClr val="lt1"/>
              </a:solidFill>
              <a:latin typeface="Times New Roman"/>
              <a:ea typeface="Times New Roman"/>
              <a:cs typeface="Times New Roman"/>
              <a:sym typeface="Times New Roman"/>
            </a:endParaRPr>
          </a:p>
        </p:txBody>
      </p:sp>
      <p:pic>
        <p:nvPicPr>
          <p:cNvPr id="1341" name="Google Shape;1341;g3da1138a163_0_1"/>
          <p:cNvPicPr preferRelativeResize="0"/>
          <p:nvPr/>
        </p:nvPicPr>
        <p:blipFill rotWithShape="1">
          <a:blip r:embed="rId4">
            <a:alphaModFix/>
          </a:blip>
          <a:srcRect b="0" l="0" r="0" t="0"/>
          <a:stretch/>
        </p:blipFill>
        <p:spPr>
          <a:xfrm>
            <a:off x="10590875" y="6330524"/>
            <a:ext cx="1500023" cy="585000"/>
          </a:xfrm>
          <a:prstGeom prst="rect">
            <a:avLst/>
          </a:prstGeom>
          <a:noFill/>
          <a:ln>
            <a:noFill/>
          </a:ln>
        </p:spPr>
      </p:pic>
      <p:sp>
        <p:nvSpPr>
          <p:cNvPr id="1342" name="Google Shape;1342;g3da1138a163_0_1"/>
          <p:cNvSpPr txBox="1"/>
          <p:nvPr/>
        </p:nvSpPr>
        <p:spPr>
          <a:xfrm>
            <a:off x="-1" y="6234672"/>
            <a:ext cx="5981100" cy="6465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chemeClr val="dk1"/>
              </a:buClr>
              <a:buSzPts val="1800"/>
              <a:buFont typeface="Arial"/>
              <a:buNone/>
            </a:pPr>
            <a:r>
              <a:rPr b="0" i="0" lang="en-US" sz="1800" u="none" cap="none" strike="noStrike">
                <a:solidFill>
                  <a:schemeClr val="lt1"/>
                </a:solidFill>
                <a:latin typeface="Times New Roman"/>
                <a:ea typeface="Times New Roman"/>
                <a:cs typeface="Times New Roman"/>
                <a:sym typeface="Times New Roman"/>
              </a:rPr>
              <a:t>Nanoelectronics - Seminar Presentation</a:t>
            </a:r>
            <a:br>
              <a:rPr b="0" i="0" lang="en-US" sz="1800" u="none" cap="none" strike="noStrike">
                <a:solidFill>
                  <a:schemeClr val="lt1"/>
                </a:solidFill>
                <a:latin typeface="Times New Roman"/>
                <a:ea typeface="Times New Roman"/>
                <a:cs typeface="Times New Roman"/>
                <a:sym typeface="Times New Roman"/>
              </a:rPr>
            </a:br>
            <a:r>
              <a:rPr b="0" i="0" lang="en-US" sz="1800" u="none" cap="none" strike="noStrike">
                <a:solidFill>
                  <a:schemeClr val="lt1"/>
                </a:solidFill>
                <a:latin typeface="Times New Roman"/>
                <a:ea typeface="Times New Roman"/>
                <a:cs typeface="Times New Roman"/>
                <a:sym typeface="Times New Roman"/>
              </a:rPr>
              <a:t>Ronit Dutta</a:t>
            </a:r>
            <a:endParaRPr b="0" i="0" sz="1800" u="none" cap="none" strike="noStrike">
              <a:solidFill>
                <a:schemeClr val="lt1"/>
              </a:solidFill>
              <a:latin typeface="Times New Roman"/>
              <a:ea typeface="Times New Roman"/>
              <a:cs typeface="Times New Roman"/>
              <a:sym typeface="Times New Roman"/>
            </a:endParaRPr>
          </a:p>
        </p:txBody>
      </p:sp>
      <p:pic>
        <p:nvPicPr>
          <p:cNvPr id="1343" name="Google Shape;1343;g3da1138a163_0_1"/>
          <p:cNvPicPr preferRelativeResize="0"/>
          <p:nvPr/>
        </p:nvPicPr>
        <p:blipFill rotWithShape="1">
          <a:blip r:embed="rId4">
            <a:alphaModFix/>
          </a:blip>
          <a:srcRect b="0" l="0" r="0" t="0"/>
          <a:stretch/>
        </p:blipFill>
        <p:spPr>
          <a:xfrm>
            <a:off x="10590875" y="6330524"/>
            <a:ext cx="1500023" cy="585000"/>
          </a:xfrm>
          <a:prstGeom prst="rect">
            <a:avLst/>
          </a:prstGeom>
          <a:noFill/>
          <a:ln>
            <a:noFill/>
          </a:ln>
        </p:spPr>
      </p:pic>
      <p:pic>
        <p:nvPicPr>
          <p:cNvPr id="1344" name="Google Shape;1344;g3da1138a163_0_1"/>
          <p:cNvPicPr preferRelativeResize="0"/>
          <p:nvPr/>
        </p:nvPicPr>
        <p:blipFill rotWithShape="1">
          <a:blip r:embed="rId3">
            <a:alphaModFix/>
          </a:blip>
          <a:srcRect b="0" l="0" r="0" t="0"/>
          <a:stretch/>
        </p:blipFill>
        <p:spPr>
          <a:xfrm>
            <a:off x="10590934" y="6330522"/>
            <a:ext cx="1499906" cy="585000"/>
          </a:xfrm>
          <a:prstGeom prst="rect">
            <a:avLst/>
          </a:prstGeom>
          <a:noFill/>
          <a:ln>
            <a:noFill/>
          </a:ln>
        </p:spPr>
      </p:pic>
      <p:sp>
        <p:nvSpPr>
          <p:cNvPr id="1345" name="Google Shape;1345;g3da1138a163_0_1"/>
          <p:cNvSpPr txBox="1"/>
          <p:nvPr/>
        </p:nvSpPr>
        <p:spPr>
          <a:xfrm>
            <a:off x="-1" y="6288587"/>
            <a:ext cx="5981100" cy="3693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chemeClr val="dk1"/>
              </a:buClr>
              <a:buSzPts val="1800"/>
              <a:buFont typeface="Arial"/>
              <a:buNone/>
            </a:pPr>
            <a:r>
              <a:rPr b="0" i="0" lang="en-US" sz="1800" u="none" cap="none" strike="noStrike">
                <a:solidFill>
                  <a:schemeClr val="lt1"/>
                </a:solidFill>
                <a:latin typeface="Times New Roman"/>
                <a:ea typeface="Times New Roman"/>
                <a:cs typeface="Times New Roman"/>
                <a:sym typeface="Times New Roman"/>
              </a:rPr>
              <a:t>Term Paper Presentation | Ronit Dutta</a:t>
            </a:r>
            <a:endParaRPr b="0" i="0" sz="1800" u="none" cap="none" strike="noStrike">
              <a:solidFill>
                <a:schemeClr val="lt1"/>
              </a:solidFill>
              <a:latin typeface="Times New Roman"/>
              <a:ea typeface="Times New Roman"/>
              <a:cs typeface="Times New Roman"/>
              <a:sym typeface="Times New Roman"/>
            </a:endParaRPr>
          </a:p>
        </p:txBody>
      </p:sp>
      <p:pic>
        <p:nvPicPr>
          <p:cNvPr id="1346" name="Google Shape;1346;g3da1138a163_0_1"/>
          <p:cNvPicPr preferRelativeResize="0"/>
          <p:nvPr/>
        </p:nvPicPr>
        <p:blipFill rotWithShape="1">
          <a:blip r:embed="rId3">
            <a:alphaModFix/>
          </a:blip>
          <a:srcRect b="0" l="0" r="0" t="0"/>
          <a:stretch/>
        </p:blipFill>
        <p:spPr>
          <a:xfrm>
            <a:off x="10590934" y="6330522"/>
            <a:ext cx="1499906" cy="585000"/>
          </a:xfrm>
          <a:prstGeom prst="rect">
            <a:avLst/>
          </a:prstGeom>
          <a:noFill/>
          <a:ln>
            <a:noFill/>
          </a:ln>
        </p:spPr>
      </p:pic>
      <p:sp>
        <p:nvSpPr>
          <p:cNvPr id="1347" name="Google Shape;1347;g3da1138a163_0_1"/>
          <p:cNvSpPr txBox="1"/>
          <p:nvPr/>
        </p:nvSpPr>
        <p:spPr>
          <a:xfrm>
            <a:off x="-1" y="6288587"/>
            <a:ext cx="5981100" cy="3693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chemeClr val="dk1"/>
              </a:buClr>
              <a:buSzPts val="1800"/>
              <a:buFont typeface="Arial"/>
              <a:buNone/>
            </a:pPr>
            <a:r>
              <a:rPr b="0" i="0" lang="en-US" sz="1800" u="none" cap="none" strike="noStrike">
                <a:solidFill>
                  <a:schemeClr val="lt1"/>
                </a:solidFill>
                <a:latin typeface="Times New Roman"/>
                <a:ea typeface="Times New Roman"/>
                <a:cs typeface="Times New Roman"/>
                <a:sym typeface="Times New Roman"/>
              </a:rPr>
              <a:t>Term Paper Presentation | Ronit Dutta</a:t>
            </a:r>
            <a:endParaRPr b="0" i="0" sz="1800" u="none" cap="none" strike="noStrike">
              <a:solidFill>
                <a:schemeClr val="lt1"/>
              </a:solidFill>
              <a:latin typeface="Times New Roman"/>
              <a:ea typeface="Times New Roman"/>
              <a:cs typeface="Times New Roman"/>
              <a:sym typeface="Times New Roman"/>
            </a:endParaRPr>
          </a:p>
        </p:txBody>
      </p:sp>
      <p:pic>
        <p:nvPicPr>
          <p:cNvPr id="1348" name="Google Shape;1348;g3da1138a163_0_1"/>
          <p:cNvPicPr preferRelativeResize="0"/>
          <p:nvPr/>
        </p:nvPicPr>
        <p:blipFill rotWithShape="1">
          <a:blip r:embed="rId3">
            <a:alphaModFix/>
          </a:blip>
          <a:srcRect b="0" l="0" r="0" t="0"/>
          <a:stretch/>
        </p:blipFill>
        <p:spPr>
          <a:xfrm>
            <a:off x="10590934" y="6330522"/>
            <a:ext cx="1499906" cy="585000"/>
          </a:xfrm>
          <a:prstGeom prst="rect">
            <a:avLst/>
          </a:prstGeom>
          <a:noFill/>
          <a:ln>
            <a:noFill/>
          </a:ln>
        </p:spPr>
      </p:pic>
      <p:sp>
        <p:nvSpPr>
          <p:cNvPr id="1349" name="Google Shape;1349;g3da1138a163_0_1"/>
          <p:cNvSpPr txBox="1"/>
          <p:nvPr/>
        </p:nvSpPr>
        <p:spPr>
          <a:xfrm>
            <a:off x="-1" y="6288587"/>
            <a:ext cx="5981100" cy="6465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chemeClr val="dk1"/>
              </a:buClr>
              <a:buSzPts val="1800"/>
              <a:buFont typeface="Arial"/>
              <a:buNone/>
            </a:pPr>
            <a:r>
              <a:rPr b="0" i="0" lang="en-US" sz="1800" u="none" cap="none" strike="noStrike">
                <a:solidFill>
                  <a:schemeClr val="lt1"/>
                </a:solidFill>
                <a:latin typeface="Times New Roman"/>
                <a:ea typeface="Times New Roman"/>
                <a:cs typeface="Times New Roman"/>
                <a:sym typeface="Times New Roman"/>
              </a:rPr>
              <a:t>Machine Learning Professional</a:t>
            </a:r>
            <a:br>
              <a:rPr b="0" i="0" lang="en-US" sz="1800" u="none" cap="none" strike="noStrike">
                <a:solidFill>
                  <a:schemeClr val="lt1"/>
                </a:solidFill>
                <a:latin typeface="Times New Roman"/>
                <a:ea typeface="Times New Roman"/>
                <a:cs typeface="Times New Roman"/>
                <a:sym typeface="Times New Roman"/>
              </a:rPr>
            </a:br>
            <a:r>
              <a:rPr b="0" i="0" lang="en-US" sz="1800" u="none" cap="none" strike="noStrike">
                <a:solidFill>
                  <a:schemeClr val="lt1"/>
                </a:solidFill>
                <a:latin typeface="Times New Roman"/>
                <a:ea typeface="Times New Roman"/>
                <a:cs typeface="Times New Roman"/>
                <a:sym typeface="Times New Roman"/>
              </a:rPr>
              <a:t>Project Presentation</a:t>
            </a:r>
            <a:endParaRPr b="0" i="0" sz="1800" u="none" cap="none" strike="noStrike">
              <a:solidFill>
                <a:schemeClr val="lt1"/>
              </a:solidFill>
              <a:latin typeface="Times New Roman"/>
              <a:ea typeface="Times New Roman"/>
              <a:cs typeface="Times New Roman"/>
              <a:sym typeface="Times New Roman"/>
            </a:endParaRPr>
          </a:p>
        </p:txBody>
      </p:sp>
      <p:pic>
        <p:nvPicPr>
          <p:cNvPr id="1350" name="Google Shape;1350;g3da1138a163_0_1"/>
          <p:cNvPicPr preferRelativeResize="0"/>
          <p:nvPr/>
        </p:nvPicPr>
        <p:blipFill rotWithShape="1">
          <a:blip r:embed="rId4">
            <a:alphaModFix/>
          </a:blip>
          <a:srcRect b="0" l="0" r="0" t="0"/>
          <a:stretch/>
        </p:blipFill>
        <p:spPr>
          <a:xfrm>
            <a:off x="10590875" y="6341462"/>
            <a:ext cx="1500023" cy="585000"/>
          </a:xfrm>
          <a:prstGeom prst="rect">
            <a:avLst/>
          </a:prstGeom>
          <a:noFill/>
          <a:ln>
            <a:noFill/>
          </a:ln>
        </p:spPr>
      </p:pic>
      <p:sp>
        <p:nvSpPr>
          <p:cNvPr id="1351" name="Google Shape;1351;g3da1138a163_0_1"/>
          <p:cNvSpPr txBox="1"/>
          <p:nvPr/>
        </p:nvSpPr>
        <p:spPr>
          <a:xfrm>
            <a:off x="-1" y="6288587"/>
            <a:ext cx="5981100" cy="6465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chemeClr val="dk1"/>
              </a:buClr>
              <a:buSzPts val="1800"/>
              <a:buFont typeface="Arial"/>
              <a:buNone/>
            </a:pPr>
            <a:r>
              <a:rPr b="0" i="0" lang="en-US" sz="1800" u="none" cap="none" strike="noStrike">
                <a:solidFill>
                  <a:schemeClr val="lt1"/>
                </a:solidFill>
                <a:latin typeface="Times New Roman"/>
                <a:ea typeface="Times New Roman"/>
                <a:cs typeface="Times New Roman"/>
                <a:sym typeface="Times New Roman"/>
              </a:rPr>
              <a:t>Machine Learning Professional</a:t>
            </a:r>
            <a:br>
              <a:rPr b="0" i="0" lang="en-US" sz="1800" u="none" cap="none" strike="noStrike">
                <a:solidFill>
                  <a:schemeClr val="lt1"/>
                </a:solidFill>
                <a:latin typeface="Times New Roman"/>
                <a:ea typeface="Times New Roman"/>
                <a:cs typeface="Times New Roman"/>
                <a:sym typeface="Times New Roman"/>
              </a:rPr>
            </a:br>
            <a:r>
              <a:rPr b="0" i="0" lang="en-US" sz="1800" u="none" cap="none" strike="noStrike">
                <a:solidFill>
                  <a:schemeClr val="lt1"/>
                </a:solidFill>
                <a:latin typeface="Times New Roman"/>
                <a:ea typeface="Times New Roman"/>
                <a:cs typeface="Times New Roman"/>
                <a:sym typeface="Times New Roman"/>
              </a:rPr>
              <a:t>Project Presentation</a:t>
            </a:r>
            <a:endParaRPr b="0" i="0" sz="1800" u="none" cap="none" strike="noStrike">
              <a:solidFill>
                <a:schemeClr val="lt1"/>
              </a:solidFill>
              <a:latin typeface="Times New Roman"/>
              <a:ea typeface="Times New Roman"/>
              <a:cs typeface="Times New Roman"/>
              <a:sym typeface="Times New Roman"/>
            </a:endParaRPr>
          </a:p>
        </p:txBody>
      </p:sp>
      <p:pic>
        <p:nvPicPr>
          <p:cNvPr id="1352" name="Google Shape;1352;g3da1138a163_0_1"/>
          <p:cNvPicPr preferRelativeResize="0"/>
          <p:nvPr/>
        </p:nvPicPr>
        <p:blipFill rotWithShape="1">
          <a:blip r:embed="rId4">
            <a:alphaModFix/>
          </a:blip>
          <a:srcRect b="0" l="0" r="0" t="0"/>
          <a:stretch/>
        </p:blipFill>
        <p:spPr>
          <a:xfrm>
            <a:off x="10590875" y="6330524"/>
            <a:ext cx="1500023" cy="585000"/>
          </a:xfrm>
          <a:prstGeom prst="rect">
            <a:avLst/>
          </a:prstGeom>
          <a:noFill/>
          <a:ln>
            <a:noFill/>
          </a:ln>
        </p:spPr>
      </p:pic>
      <p:sp>
        <p:nvSpPr>
          <p:cNvPr id="1353" name="Google Shape;1353;g3da1138a163_0_1"/>
          <p:cNvSpPr txBox="1"/>
          <p:nvPr/>
        </p:nvSpPr>
        <p:spPr>
          <a:xfrm>
            <a:off x="-1" y="6234672"/>
            <a:ext cx="5981100" cy="6465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chemeClr val="dk1"/>
              </a:buClr>
              <a:buSzPts val="1800"/>
              <a:buFont typeface="Arial"/>
              <a:buNone/>
            </a:pPr>
            <a:r>
              <a:rPr b="0" i="0" lang="en-US" sz="1800" u="none" cap="none" strike="noStrike">
                <a:solidFill>
                  <a:schemeClr val="lt1"/>
                </a:solidFill>
                <a:latin typeface="Times New Roman"/>
                <a:ea typeface="Times New Roman"/>
                <a:cs typeface="Times New Roman"/>
                <a:sym typeface="Times New Roman"/>
              </a:rPr>
              <a:t>Machine Learning Professional</a:t>
            </a:r>
            <a:br>
              <a:rPr b="0" i="0" lang="en-US" sz="1800" u="none" cap="none" strike="noStrike">
                <a:solidFill>
                  <a:schemeClr val="lt1"/>
                </a:solidFill>
                <a:latin typeface="Times New Roman"/>
                <a:ea typeface="Times New Roman"/>
                <a:cs typeface="Times New Roman"/>
                <a:sym typeface="Times New Roman"/>
              </a:rPr>
            </a:br>
            <a:r>
              <a:rPr b="0" i="0" lang="en-US" sz="1800" u="none" cap="none" strike="noStrike">
                <a:solidFill>
                  <a:schemeClr val="lt1"/>
                </a:solidFill>
                <a:latin typeface="Times New Roman"/>
                <a:ea typeface="Times New Roman"/>
                <a:cs typeface="Times New Roman"/>
                <a:sym typeface="Times New Roman"/>
              </a:rPr>
              <a:t>Project Presentation</a:t>
            </a:r>
            <a:endParaRPr b="0" i="0" sz="1800" u="none" cap="none" strike="noStrike">
              <a:solidFill>
                <a:schemeClr val="lt1"/>
              </a:solidFill>
              <a:latin typeface="Times New Roman"/>
              <a:ea typeface="Times New Roman"/>
              <a:cs typeface="Times New Roman"/>
              <a:sym typeface="Times New Roman"/>
            </a:endParaRPr>
          </a:p>
        </p:txBody>
      </p:sp>
      <p:pic>
        <p:nvPicPr>
          <p:cNvPr id="1354" name="Google Shape;1354;g3da1138a163_0_1"/>
          <p:cNvPicPr preferRelativeResize="0"/>
          <p:nvPr/>
        </p:nvPicPr>
        <p:blipFill rotWithShape="1">
          <a:blip r:embed="rId4">
            <a:alphaModFix/>
          </a:blip>
          <a:srcRect b="0" l="0" r="0" t="0"/>
          <a:stretch/>
        </p:blipFill>
        <p:spPr>
          <a:xfrm>
            <a:off x="10590875" y="6330524"/>
            <a:ext cx="1500023" cy="585000"/>
          </a:xfrm>
          <a:prstGeom prst="rect">
            <a:avLst/>
          </a:prstGeom>
          <a:noFill/>
          <a:ln>
            <a:noFill/>
          </a:ln>
        </p:spPr>
      </p:pic>
      <p:sp>
        <p:nvSpPr>
          <p:cNvPr id="1355" name="Google Shape;1355;g3da1138a163_0_1"/>
          <p:cNvSpPr txBox="1"/>
          <p:nvPr/>
        </p:nvSpPr>
        <p:spPr>
          <a:xfrm>
            <a:off x="-1" y="6234672"/>
            <a:ext cx="5981100" cy="6465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chemeClr val="dk1"/>
              </a:buClr>
              <a:buSzPts val="1800"/>
              <a:buFont typeface="Arial"/>
              <a:buNone/>
            </a:pPr>
            <a:r>
              <a:rPr b="0" i="0" lang="en-US" sz="1800" u="none" cap="none" strike="noStrike">
                <a:solidFill>
                  <a:schemeClr val="lt1"/>
                </a:solidFill>
                <a:latin typeface="Times New Roman"/>
                <a:ea typeface="Times New Roman"/>
                <a:cs typeface="Times New Roman"/>
                <a:sym typeface="Times New Roman"/>
              </a:rPr>
              <a:t>Machine Learning Professional</a:t>
            </a:r>
            <a:br>
              <a:rPr b="0" i="0" lang="en-US" sz="1800" u="none" cap="none" strike="noStrike">
                <a:solidFill>
                  <a:schemeClr val="lt1"/>
                </a:solidFill>
                <a:latin typeface="Times New Roman"/>
                <a:ea typeface="Times New Roman"/>
                <a:cs typeface="Times New Roman"/>
                <a:sym typeface="Times New Roman"/>
              </a:rPr>
            </a:br>
            <a:r>
              <a:rPr b="0" i="0" lang="en-US" sz="1800" u="none" cap="none" strike="noStrike">
                <a:solidFill>
                  <a:schemeClr val="lt1"/>
                </a:solidFill>
                <a:latin typeface="Times New Roman"/>
                <a:ea typeface="Times New Roman"/>
                <a:cs typeface="Times New Roman"/>
                <a:sym typeface="Times New Roman"/>
              </a:rPr>
              <a:t>Project Presentation</a:t>
            </a:r>
            <a:endParaRPr b="0" i="0" sz="1800" u="none" cap="none" strike="noStrike">
              <a:solidFill>
                <a:schemeClr val="lt1"/>
              </a:solidFill>
              <a:latin typeface="Times New Roman"/>
              <a:ea typeface="Times New Roman"/>
              <a:cs typeface="Times New Roman"/>
              <a:sym typeface="Times New Roman"/>
            </a:endParaRPr>
          </a:p>
        </p:txBody>
      </p:sp>
      <p:pic>
        <p:nvPicPr>
          <p:cNvPr id="1356" name="Google Shape;1356;g3da1138a163_0_1"/>
          <p:cNvPicPr preferRelativeResize="0"/>
          <p:nvPr/>
        </p:nvPicPr>
        <p:blipFill rotWithShape="1">
          <a:blip r:embed="rId4">
            <a:alphaModFix/>
          </a:blip>
          <a:srcRect b="0" l="0" r="0" t="0"/>
          <a:stretch/>
        </p:blipFill>
        <p:spPr>
          <a:xfrm>
            <a:off x="10590875" y="6330524"/>
            <a:ext cx="1500023" cy="585000"/>
          </a:xfrm>
          <a:prstGeom prst="rect">
            <a:avLst/>
          </a:prstGeom>
          <a:noFill/>
          <a:ln>
            <a:noFill/>
          </a:ln>
        </p:spPr>
      </p:pic>
      <p:sp>
        <p:nvSpPr>
          <p:cNvPr id="1357" name="Google Shape;1357;g3da1138a163_0_1"/>
          <p:cNvSpPr txBox="1"/>
          <p:nvPr/>
        </p:nvSpPr>
        <p:spPr>
          <a:xfrm>
            <a:off x="-1" y="6234672"/>
            <a:ext cx="5981100" cy="6465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chemeClr val="dk1"/>
              </a:buClr>
              <a:buSzPts val="1800"/>
              <a:buFont typeface="Arial"/>
              <a:buNone/>
            </a:pPr>
            <a:r>
              <a:rPr b="0" i="0" lang="en-US" sz="1800" u="none" cap="none" strike="noStrike">
                <a:solidFill>
                  <a:schemeClr val="lt1"/>
                </a:solidFill>
                <a:latin typeface="Times New Roman"/>
                <a:ea typeface="Times New Roman"/>
                <a:cs typeface="Times New Roman"/>
                <a:sym typeface="Times New Roman"/>
              </a:rPr>
              <a:t>Nanoelectronics - Seminar Presentation</a:t>
            </a:r>
            <a:br>
              <a:rPr b="0" i="0" lang="en-US" sz="1800" u="none" cap="none" strike="noStrike">
                <a:solidFill>
                  <a:schemeClr val="lt1"/>
                </a:solidFill>
                <a:latin typeface="Times New Roman"/>
                <a:ea typeface="Times New Roman"/>
                <a:cs typeface="Times New Roman"/>
                <a:sym typeface="Times New Roman"/>
              </a:rPr>
            </a:br>
            <a:r>
              <a:rPr b="0" i="0" lang="en-US" sz="1800" u="none" cap="none" strike="noStrike">
                <a:solidFill>
                  <a:schemeClr val="lt1"/>
                </a:solidFill>
                <a:latin typeface="Times New Roman"/>
                <a:ea typeface="Times New Roman"/>
                <a:cs typeface="Times New Roman"/>
                <a:sym typeface="Times New Roman"/>
              </a:rPr>
              <a:t>Ronit Dutta</a:t>
            </a:r>
            <a:endParaRPr b="0" i="0" sz="1800" u="none" cap="none" strike="noStrike">
              <a:solidFill>
                <a:schemeClr val="lt1"/>
              </a:solidFill>
              <a:latin typeface="Times New Roman"/>
              <a:ea typeface="Times New Roman"/>
              <a:cs typeface="Times New Roman"/>
              <a:sym typeface="Times New Roman"/>
            </a:endParaRPr>
          </a:p>
        </p:txBody>
      </p:sp>
      <p:pic>
        <p:nvPicPr>
          <p:cNvPr id="1358" name="Google Shape;1358;g3da1138a163_0_1"/>
          <p:cNvPicPr preferRelativeResize="0"/>
          <p:nvPr/>
        </p:nvPicPr>
        <p:blipFill rotWithShape="1">
          <a:blip r:embed="rId4">
            <a:alphaModFix/>
          </a:blip>
          <a:srcRect b="0" l="0" r="0" t="0"/>
          <a:stretch/>
        </p:blipFill>
        <p:spPr>
          <a:xfrm>
            <a:off x="10590875" y="6330524"/>
            <a:ext cx="1500023" cy="585000"/>
          </a:xfrm>
          <a:prstGeom prst="rect">
            <a:avLst/>
          </a:prstGeom>
          <a:noFill/>
          <a:ln>
            <a:noFill/>
          </a:ln>
        </p:spPr>
      </p:pic>
      <p:pic>
        <p:nvPicPr>
          <p:cNvPr id="1359" name="Google Shape;1359;g3da1138a163_0_1"/>
          <p:cNvPicPr preferRelativeResize="0"/>
          <p:nvPr/>
        </p:nvPicPr>
        <p:blipFill rotWithShape="1">
          <a:blip r:embed="rId6">
            <a:alphaModFix/>
          </a:blip>
          <a:srcRect b="0" l="0" r="0" t="0"/>
          <a:stretch/>
        </p:blipFill>
        <p:spPr>
          <a:xfrm>
            <a:off x="0" y="6234674"/>
            <a:ext cx="12192000" cy="1165875"/>
          </a:xfrm>
          <a:prstGeom prst="rect">
            <a:avLst/>
          </a:prstGeom>
          <a:noFill/>
          <a:ln>
            <a:noFill/>
          </a:ln>
        </p:spPr>
      </p:pic>
      <p:sp>
        <p:nvSpPr>
          <p:cNvPr id="1360" name="Google Shape;1360;g3da1138a163_0_1"/>
          <p:cNvSpPr txBox="1"/>
          <p:nvPr/>
        </p:nvSpPr>
        <p:spPr>
          <a:xfrm>
            <a:off x="-1" y="6445547"/>
            <a:ext cx="5981100" cy="6465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chemeClr val="dk1"/>
              </a:buClr>
              <a:buSzPts val="1800"/>
              <a:buFont typeface="Arial"/>
              <a:buNone/>
            </a:pPr>
            <a:r>
              <a:rPr lang="en-US" sz="1800">
                <a:solidFill>
                  <a:schemeClr val="lt1"/>
                </a:solidFill>
                <a:latin typeface="Times New Roman"/>
                <a:ea typeface="Times New Roman"/>
                <a:cs typeface="Times New Roman"/>
                <a:sym typeface="Times New Roman"/>
              </a:rPr>
              <a:t>Applied Mathematics for Engineering [MIDTERM PROJECT]</a:t>
            </a:r>
            <a:br>
              <a:rPr b="0" i="0" lang="en-US" sz="1800" u="none" cap="none" strike="noStrike">
                <a:solidFill>
                  <a:schemeClr val="lt1"/>
                </a:solidFill>
                <a:latin typeface="Times New Roman"/>
                <a:ea typeface="Times New Roman"/>
                <a:cs typeface="Times New Roman"/>
                <a:sym typeface="Times New Roman"/>
              </a:rPr>
            </a:br>
            <a:r>
              <a:rPr b="0" i="0" lang="en-US" sz="1800" u="none" cap="none" strike="noStrike">
                <a:solidFill>
                  <a:schemeClr val="lt1"/>
                </a:solidFill>
                <a:latin typeface="Times New Roman"/>
                <a:ea typeface="Times New Roman"/>
                <a:cs typeface="Times New Roman"/>
                <a:sym typeface="Times New Roman"/>
              </a:rPr>
              <a:t>Ronit Dutta</a:t>
            </a:r>
            <a:endParaRPr b="0" i="0" sz="1800" u="none" cap="none" strike="noStrike">
              <a:solidFill>
                <a:schemeClr val="lt1"/>
              </a:solidFill>
              <a:latin typeface="Times New Roman"/>
              <a:ea typeface="Times New Roman"/>
              <a:cs typeface="Times New Roman"/>
              <a:sym typeface="Times New Roman"/>
            </a:endParaRPr>
          </a:p>
        </p:txBody>
      </p:sp>
      <p:pic>
        <p:nvPicPr>
          <p:cNvPr id="1361" name="Google Shape;1361;g3da1138a163_0_1"/>
          <p:cNvPicPr preferRelativeResize="0"/>
          <p:nvPr/>
        </p:nvPicPr>
        <p:blipFill rotWithShape="1">
          <a:blip r:embed="rId4">
            <a:alphaModFix/>
          </a:blip>
          <a:srcRect b="0" l="0" r="0" t="0"/>
          <a:stretch/>
        </p:blipFill>
        <p:spPr>
          <a:xfrm>
            <a:off x="10579375" y="6476299"/>
            <a:ext cx="1500023" cy="585000"/>
          </a:xfrm>
          <a:prstGeom prst="rect">
            <a:avLst/>
          </a:prstGeom>
          <a:noFill/>
          <a:ln>
            <a:noFill/>
          </a:ln>
        </p:spPr>
      </p:pic>
      <p:pic>
        <p:nvPicPr>
          <p:cNvPr id="1362" name="Google Shape;1362;g3da1138a163_0_1"/>
          <p:cNvPicPr preferRelativeResize="0"/>
          <p:nvPr/>
        </p:nvPicPr>
        <p:blipFill rotWithShape="1">
          <a:blip r:embed="rId6">
            <a:alphaModFix/>
          </a:blip>
          <a:srcRect b="0" l="0" r="0" t="0"/>
          <a:stretch/>
        </p:blipFill>
        <p:spPr>
          <a:xfrm>
            <a:off x="0" y="6330524"/>
            <a:ext cx="12192000" cy="1165875"/>
          </a:xfrm>
          <a:prstGeom prst="rect">
            <a:avLst/>
          </a:prstGeom>
          <a:noFill/>
          <a:ln>
            <a:noFill/>
          </a:ln>
        </p:spPr>
      </p:pic>
      <p:sp>
        <p:nvSpPr>
          <p:cNvPr id="1363" name="Google Shape;1363;g3da1138a163_0_1"/>
          <p:cNvSpPr txBox="1"/>
          <p:nvPr/>
        </p:nvSpPr>
        <p:spPr>
          <a:xfrm>
            <a:off x="-1" y="6445547"/>
            <a:ext cx="5981100" cy="6465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chemeClr val="dk1"/>
              </a:buClr>
              <a:buSzPts val="1800"/>
              <a:buFont typeface="Arial"/>
              <a:buNone/>
            </a:pPr>
            <a:r>
              <a:rPr lang="en-US" sz="1800">
                <a:solidFill>
                  <a:schemeClr val="lt1"/>
                </a:solidFill>
                <a:latin typeface="Times New Roman"/>
                <a:ea typeface="Times New Roman"/>
                <a:cs typeface="Times New Roman"/>
                <a:sym typeface="Times New Roman"/>
              </a:rPr>
              <a:t>Applied Mathematics for Engineering [MIDTERM PROJECT]</a:t>
            </a:r>
            <a:br>
              <a:rPr b="0" i="0" lang="en-US" sz="1800" u="none" cap="none" strike="noStrike">
                <a:solidFill>
                  <a:schemeClr val="lt1"/>
                </a:solidFill>
                <a:latin typeface="Times New Roman"/>
                <a:ea typeface="Times New Roman"/>
                <a:cs typeface="Times New Roman"/>
                <a:sym typeface="Times New Roman"/>
              </a:rPr>
            </a:br>
            <a:r>
              <a:rPr b="0" i="0" lang="en-US" sz="1800" u="none" cap="none" strike="noStrike">
                <a:solidFill>
                  <a:schemeClr val="lt1"/>
                </a:solidFill>
                <a:latin typeface="Times New Roman"/>
                <a:ea typeface="Times New Roman"/>
                <a:cs typeface="Times New Roman"/>
                <a:sym typeface="Times New Roman"/>
              </a:rPr>
              <a:t>Ronit Dutta</a:t>
            </a:r>
            <a:endParaRPr b="0" i="0" sz="1800" u="none" cap="none" strike="noStrike">
              <a:solidFill>
                <a:schemeClr val="lt1"/>
              </a:solidFill>
              <a:latin typeface="Times New Roman"/>
              <a:ea typeface="Times New Roman"/>
              <a:cs typeface="Times New Roman"/>
              <a:sym typeface="Times New Roman"/>
            </a:endParaRPr>
          </a:p>
        </p:txBody>
      </p:sp>
      <p:pic>
        <p:nvPicPr>
          <p:cNvPr id="1364" name="Google Shape;1364;g3da1138a163_0_1"/>
          <p:cNvPicPr preferRelativeResize="0"/>
          <p:nvPr/>
        </p:nvPicPr>
        <p:blipFill rotWithShape="1">
          <a:blip r:embed="rId4">
            <a:alphaModFix/>
          </a:blip>
          <a:srcRect b="0" l="0" r="0" t="0"/>
          <a:stretch/>
        </p:blipFill>
        <p:spPr>
          <a:xfrm>
            <a:off x="10579375" y="6476299"/>
            <a:ext cx="1500023" cy="585000"/>
          </a:xfrm>
          <a:prstGeom prst="rect">
            <a:avLst/>
          </a:prstGeom>
          <a:noFill/>
          <a:ln>
            <a:noFill/>
          </a:ln>
        </p:spPr>
      </p:pic>
      <p:pic>
        <p:nvPicPr>
          <p:cNvPr id="1365" name="Google Shape;1365;g3da1138a163_0_1"/>
          <p:cNvPicPr preferRelativeResize="0"/>
          <p:nvPr/>
        </p:nvPicPr>
        <p:blipFill rotWithShape="1">
          <a:blip r:embed="rId3">
            <a:alphaModFix/>
          </a:blip>
          <a:srcRect b="0" l="0" r="0" t="0"/>
          <a:stretch/>
        </p:blipFill>
        <p:spPr>
          <a:xfrm>
            <a:off x="10590934" y="6330522"/>
            <a:ext cx="1499906" cy="585000"/>
          </a:xfrm>
          <a:prstGeom prst="rect">
            <a:avLst/>
          </a:prstGeom>
          <a:noFill/>
          <a:ln>
            <a:noFill/>
          </a:ln>
        </p:spPr>
      </p:pic>
      <p:sp>
        <p:nvSpPr>
          <p:cNvPr id="1366" name="Google Shape;1366;g3da1138a163_0_1"/>
          <p:cNvSpPr txBox="1"/>
          <p:nvPr/>
        </p:nvSpPr>
        <p:spPr>
          <a:xfrm>
            <a:off x="-1" y="6288587"/>
            <a:ext cx="5981100" cy="3693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chemeClr val="dk1"/>
              </a:buClr>
              <a:buSzPts val="1800"/>
              <a:buFont typeface="Arial"/>
              <a:buNone/>
            </a:pPr>
            <a:r>
              <a:rPr b="0" i="0" lang="en-US" sz="1800" u="none" cap="none" strike="noStrike">
                <a:solidFill>
                  <a:schemeClr val="lt1"/>
                </a:solidFill>
                <a:latin typeface="Times New Roman"/>
                <a:ea typeface="Times New Roman"/>
                <a:cs typeface="Times New Roman"/>
                <a:sym typeface="Times New Roman"/>
              </a:rPr>
              <a:t>Term Paper Presentation | Ronit Dutta</a:t>
            </a:r>
            <a:endParaRPr b="0" i="0" sz="1800" u="none" cap="none" strike="noStrike">
              <a:solidFill>
                <a:schemeClr val="lt1"/>
              </a:solidFill>
              <a:latin typeface="Times New Roman"/>
              <a:ea typeface="Times New Roman"/>
              <a:cs typeface="Times New Roman"/>
              <a:sym typeface="Times New Roman"/>
            </a:endParaRPr>
          </a:p>
        </p:txBody>
      </p:sp>
      <p:pic>
        <p:nvPicPr>
          <p:cNvPr id="1367" name="Google Shape;1367;g3da1138a163_0_1"/>
          <p:cNvPicPr preferRelativeResize="0"/>
          <p:nvPr/>
        </p:nvPicPr>
        <p:blipFill rotWithShape="1">
          <a:blip r:embed="rId3">
            <a:alphaModFix/>
          </a:blip>
          <a:srcRect b="0" l="0" r="0" t="0"/>
          <a:stretch/>
        </p:blipFill>
        <p:spPr>
          <a:xfrm>
            <a:off x="10590934" y="6330522"/>
            <a:ext cx="1499906" cy="585000"/>
          </a:xfrm>
          <a:prstGeom prst="rect">
            <a:avLst/>
          </a:prstGeom>
          <a:noFill/>
          <a:ln>
            <a:noFill/>
          </a:ln>
        </p:spPr>
      </p:pic>
      <p:sp>
        <p:nvSpPr>
          <p:cNvPr id="1368" name="Google Shape;1368;g3da1138a163_0_1"/>
          <p:cNvSpPr txBox="1"/>
          <p:nvPr/>
        </p:nvSpPr>
        <p:spPr>
          <a:xfrm>
            <a:off x="-1" y="6288587"/>
            <a:ext cx="5981100" cy="3693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chemeClr val="dk1"/>
              </a:buClr>
              <a:buSzPts val="1800"/>
              <a:buFont typeface="Arial"/>
              <a:buNone/>
            </a:pPr>
            <a:r>
              <a:rPr b="0" i="0" lang="en-US" sz="1800" u="none" cap="none" strike="noStrike">
                <a:solidFill>
                  <a:schemeClr val="lt1"/>
                </a:solidFill>
                <a:latin typeface="Times New Roman"/>
                <a:ea typeface="Times New Roman"/>
                <a:cs typeface="Times New Roman"/>
                <a:sym typeface="Times New Roman"/>
              </a:rPr>
              <a:t>Term Paper Presentation | Ronit Dutta</a:t>
            </a:r>
            <a:endParaRPr b="0" i="0" sz="1800" u="none" cap="none" strike="noStrike">
              <a:solidFill>
                <a:schemeClr val="lt1"/>
              </a:solidFill>
              <a:latin typeface="Times New Roman"/>
              <a:ea typeface="Times New Roman"/>
              <a:cs typeface="Times New Roman"/>
              <a:sym typeface="Times New Roman"/>
            </a:endParaRPr>
          </a:p>
        </p:txBody>
      </p:sp>
      <p:pic>
        <p:nvPicPr>
          <p:cNvPr id="1369" name="Google Shape;1369;g3da1138a163_0_1"/>
          <p:cNvPicPr preferRelativeResize="0"/>
          <p:nvPr/>
        </p:nvPicPr>
        <p:blipFill rotWithShape="1">
          <a:blip r:embed="rId3">
            <a:alphaModFix/>
          </a:blip>
          <a:srcRect b="0" l="0" r="0" t="0"/>
          <a:stretch/>
        </p:blipFill>
        <p:spPr>
          <a:xfrm>
            <a:off x="10590934" y="6330522"/>
            <a:ext cx="1499906" cy="585000"/>
          </a:xfrm>
          <a:prstGeom prst="rect">
            <a:avLst/>
          </a:prstGeom>
          <a:noFill/>
          <a:ln>
            <a:noFill/>
          </a:ln>
        </p:spPr>
      </p:pic>
      <p:sp>
        <p:nvSpPr>
          <p:cNvPr id="1370" name="Google Shape;1370;g3da1138a163_0_1"/>
          <p:cNvSpPr txBox="1"/>
          <p:nvPr/>
        </p:nvSpPr>
        <p:spPr>
          <a:xfrm>
            <a:off x="-1" y="6288587"/>
            <a:ext cx="5981100" cy="6465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chemeClr val="dk1"/>
              </a:buClr>
              <a:buSzPts val="1800"/>
              <a:buFont typeface="Arial"/>
              <a:buNone/>
            </a:pPr>
            <a:r>
              <a:rPr b="0" i="0" lang="en-US" sz="1800" u="none" cap="none" strike="noStrike">
                <a:solidFill>
                  <a:schemeClr val="lt1"/>
                </a:solidFill>
                <a:latin typeface="Times New Roman"/>
                <a:ea typeface="Times New Roman"/>
                <a:cs typeface="Times New Roman"/>
                <a:sym typeface="Times New Roman"/>
              </a:rPr>
              <a:t>Machine Learning Professional</a:t>
            </a:r>
            <a:br>
              <a:rPr b="0" i="0" lang="en-US" sz="1800" u="none" cap="none" strike="noStrike">
                <a:solidFill>
                  <a:schemeClr val="lt1"/>
                </a:solidFill>
                <a:latin typeface="Times New Roman"/>
                <a:ea typeface="Times New Roman"/>
                <a:cs typeface="Times New Roman"/>
                <a:sym typeface="Times New Roman"/>
              </a:rPr>
            </a:br>
            <a:r>
              <a:rPr b="0" i="0" lang="en-US" sz="1800" u="none" cap="none" strike="noStrike">
                <a:solidFill>
                  <a:schemeClr val="lt1"/>
                </a:solidFill>
                <a:latin typeface="Times New Roman"/>
                <a:ea typeface="Times New Roman"/>
                <a:cs typeface="Times New Roman"/>
                <a:sym typeface="Times New Roman"/>
              </a:rPr>
              <a:t>Project Presentation</a:t>
            </a:r>
            <a:endParaRPr b="0" i="0" sz="1800" u="none" cap="none" strike="noStrike">
              <a:solidFill>
                <a:schemeClr val="lt1"/>
              </a:solidFill>
              <a:latin typeface="Times New Roman"/>
              <a:ea typeface="Times New Roman"/>
              <a:cs typeface="Times New Roman"/>
              <a:sym typeface="Times New Roman"/>
            </a:endParaRPr>
          </a:p>
        </p:txBody>
      </p:sp>
      <p:pic>
        <p:nvPicPr>
          <p:cNvPr id="1371" name="Google Shape;1371;g3da1138a163_0_1"/>
          <p:cNvPicPr preferRelativeResize="0"/>
          <p:nvPr/>
        </p:nvPicPr>
        <p:blipFill rotWithShape="1">
          <a:blip r:embed="rId4">
            <a:alphaModFix/>
          </a:blip>
          <a:srcRect b="0" l="0" r="0" t="0"/>
          <a:stretch/>
        </p:blipFill>
        <p:spPr>
          <a:xfrm>
            <a:off x="10590875" y="6341462"/>
            <a:ext cx="1500023" cy="585000"/>
          </a:xfrm>
          <a:prstGeom prst="rect">
            <a:avLst/>
          </a:prstGeom>
          <a:noFill/>
          <a:ln>
            <a:noFill/>
          </a:ln>
        </p:spPr>
      </p:pic>
      <p:sp>
        <p:nvSpPr>
          <p:cNvPr id="1372" name="Google Shape;1372;g3da1138a163_0_1"/>
          <p:cNvSpPr txBox="1"/>
          <p:nvPr/>
        </p:nvSpPr>
        <p:spPr>
          <a:xfrm>
            <a:off x="-1" y="6288587"/>
            <a:ext cx="5981100" cy="6465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chemeClr val="dk1"/>
              </a:buClr>
              <a:buSzPts val="1800"/>
              <a:buFont typeface="Arial"/>
              <a:buNone/>
            </a:pPr>
            <a:r>
              <a:rPr b="0" i="0" lang="en-US" sz="1800" u="none" cap="none" strike="noStrike">
                <a:solidFill>
                  <a:schemeClr val="lt1"/>
                </a:solidFill>
                <a:latin typeface="Times New Roman"/>
                <a:ea typeface="Times New Roman"/>
                <a:cs typeface="Times New Roman"/>
                <a:sym typeface="Times New Roman"/>
              </a:rPr>
              <a:t>Machine Learning Professional</a:t>
            </a:r>
            <a:br>
              <a:rPr b="0" i="0" lang="en-US" sz="1800" u="none" cap="none" strike="noStrike">
                <a:solidFill>
                  <a:schemeClr val="lt1"/>
                </a:solidFill>
                <a:latin typeface="Times New Roman"/>
                <a:ea typeface="Times New Roman"/>
                <a:cs typeface="Times New Roman"/>
                <a:sym typeface="Times New Roman"/>
              </a:rPr>
            </a:br>
            <a:r>
              <a:rPr b="0" i="0" lang="en-US" sz="1800" u="none" cap="none" strike="noStrike">
                <a:solidFill>
                  <a:schemeClr val="lt1"/>
                </a:solidFill>
                <a:latin typeface="Times New Roman"/>
                <a:ea typeface="Times New Roman"/>
                <a:cs typeface="Times New Roman"/>
                <a:sym typeface="Times New Roman"/>
              </a:rPr>
              <a:t>Project Presentation</a:t>
            </a:r>
            <a:endParaRPr b="0" i="0" sz="1800" u="none" cap="none" strike="noStrike">
              <a:solidFill>
                <a:schemeClr val="lt1"/>
              </a:solidFill>
              <a:latin typeface="Times New Roman"/>
              <a:ea typeface="Times New Roman"/>
              <a:cs typeface="Times New Roman"/>
              <a:sym typeface="Times New Roman"/>
            </a:endParaRPr>
          </a:p>
        </p:txBody>
      </p:sp>
      <p:pic>
        <p:nvPicPr>
          <p:cNvPr id="1373" name="Google Shape;1373;g3da1138a163_0_1"/>
          <p:cNvPicPr preferRelativeResize="0"/>
          <p:nvPr/>
        </p:nvPicPr>
        <p:blipFill rotWithShape="1">
          <a:blip r:embed="rId4">
            <a:alphaModFix/>
          </a:blip>
          <a:srcRect b="0" l="0" r="0" t="0"/>
          <a:stretch/>
        </p:blipFill>
        <p:spPr>
          <a:xfrm>
            <a:off x="10590875" y="6330524"/>
            <a:ext cx="1500023" cy="585000"/>
          </a:xfrm>
          <a:prstGeom prst="rect">
            <a:avLst/>
          </a:prstGeom>
          <a:noFill/>
          <a:ln>
            <a:noFill/>
          </a:ln>
        </p:spPr>
      </p:pic>
      <p:sp>
        <p:nvSpPr>
          <p:cNvPr id="1374" name="Google Shape;1374;g3da1138a163_0_1"/>
          <p:cNvSpPr txBox="1"/>
          <p:nvPr/>
        </p:nvSpPr>
        <p:spPr>
          <a:xfrm>
            <a:off x="-1" y="6234672"/>
            <a:ext cx="5981100" cy="6465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chemeClr val="dk1"/>
              </a:buClr>
              <a:buSzPts val="1800"/>
              <a:buFont typeface="Arial"/>
              <a:buNone/>
            </a:pPr>
            <a:r>
              <a:rPr b="0" i="0" lang="en-US" sz="1800" u="none" cap="none" strike="noStrike">
                <a:solidFill>
                  <a:schemeClr val="lt1"/>
                </a:solidFill>
                <a:latin typeface="Times New Roman"/>
                <a:ea typeface="Times New Roman"/>
                <a:cs typeface="Times New Roman"/>
                <a:sym typeface="Times New Roman"/>
              </a:rPr>
              <a:t>Machine Learning Professional</a:t>
            </a:r>
            <a:br>
              <a:rPr b="0" i="0" lang="en-US" sz="1800" u="none" cap="none" strike="noStrike">
                <a:solidFill>
                  <a:schemeClr val="lt1"/>
                </a:solidFill>
                <a:latin typeface="Times New Roman"/>
                <a:ea typeface="Times New Roman"/>
                <a:cs typeface="Times New Roman"/>
                <a:sym typeface="Times New Roman"/>
              </a:rPr>
            </a:br>
            <a:r>
              <a:rPr b="0" i="0" lang="en-US" sz="1800" u="none" cap="none" strike="noStrike">
                <a:solidFill>
                  <a:schemeClr val="lt1"/>
                </a:solidFill>
                <a:latin typeface="Times New Roman"/>
                <a:ea typeface="Times New Roman"/>
                <a:cs typeface="Times New Roman"/>
                <a:sym typeface="Times New Roman"/>
              </a:rPr>
              <a:t>Project Presentation</a:t>
            </a:r>
            <a:endParaRPr b="0" i="0" sz="1800" u="none" cap="none" strike="noStrike">
              <a:solidFill>
                <a:schemeClr val="lt1"/>
              </a:solidFill>
              <a:latin typeface="Times New Roman"/>
              <a:ea typeface="Times New Roman"/>
              <a:cs typeface="Times New Roman"/>
              <a:sym typeface="Times New Roman"/>
            </a:endParaRPr>
          </a:p>
        </p:txBody>
      </p:sp>
      <p:pic>
        <p:nvPicPr>
          <p:cNvPr id="1375" name="Google Shape;1375;g3da1138a163_0_1"/>
          <p:cNvPicPr preferRelativeResize="0"/>
          <p:nvPr/>
        </p:nvPicPr>
        <p:blipFill rotWithShape="1">
          <a:blip r:embed="rId4">
            <a:alphaModFix/>
          </a:blip>
          <a:srcRect b="0" l="0" r="0" t="0"/>
          <a:stretch/>
        </p:blipFill>
        <p:spPr>
          <a:xfrm>
            <a:off x="10590875" y="6330524"/>
            <a:ext cx="1500023" cy="585000"/>
          </a:xfrm>
          <a:prstGeom prst="rect">
            <a:avLst/>
          </a:prstGeom>
          <a:noFill/>
          <a:ln>
            <a:noFill/>
          </a:ln>
        </p:spPr>
      </p:pic>
      <p:sp>
        <p:nvSpPr>
          <p:cNvPr id="1376" name="Google Shape;1376;g3da1138a163_0_1"/>
          <p:cNvSpPr txBox="1"/>
          <p:nvPr/>
        </p:nvSpPr>
        <p:spPr>
          <a:xfrm>
            <a:off x="-1" y="6234672"/>
            <a:ext cx="5981100" cy="6465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chemeClr val="dk1"/>
              </a:buClr>
              <a:buSzPts val="1800"/>
              <a:buFont typeface="Arial"/>
              <a:buNone/>
            </a:pPr>
            <a:r>
              <a:rPr b="0" i="0" lang="en-US" sz="1800" u="none" cap="none" strike="noStrike">
                <a:solidFill>
                  <a:schemeClr val="lt1"/>
                </a:solidFill>
                <a:latin typeface="Times New Roman"/>
                <a:ea typeface="Times New Roman"/>
                <a:cs typeface="Times New Roman"/>
                <a:sym typeface="Times New Roman"/>
              </a:rPr>
              <a:t>Machine Learning Professional</a:t>
            </a:r>
            <a:br>
              <a:rPr b="0" i="0" lang="en-US" sz="1800" u="none" cap="none" strike="noStrike">
                <a:solidFill>
                  <a:schemeClr val="lt1"/>
                </a:solidFill>
                <a:latin typeface="Times New Roman"/>
                <a:ea typeface="Times New Roman"/>
                <a:cs typeface="Times New Roman"/>
                <a:sym typeface="Times New Roman"/>
              </a:rPr>
            </a:br>
            <a:r>
              <a:rPr b="0" i="0" lang="en-US" sz="1800" u="none" cap="none" strike="noStrike">
                <a:solidFill>
                  <a:schemeClr val="lt1"/>
                </a:solidFill>
                <a:latin typeface="Times New Roman"/>
                <a:ea typeface="Times New Roman"/>
                <a:cs typeface="Times New Roman"/>
                <a:sym typeface="Times New Roman"/>
              </a:rPr>
              <a:t>Project Presentation</a:t>
            </a:r>
            <a:endParaRPr b="0" i="0" sz="1800" u="none" cap="none" strike="noStrike">
              <a:solidFill>
                <a:schemeClr val="lt1"/>
              </a:solidFill>
              <a:latin typeface="Times New Roman"/>
              <a:ea typeface="Times New Roman"/>
              <a:cs typeface="Times New Roman"/>
              <a:sym typeface="Times New Roman"/>
            </a:endParaRPr>
          </a:p>
        </p:txBody>
      </p:sp>
      <p:pic>
        <p:nvPicPr>
          <p:cNvPr id="1377" name="Google Shape;1377;g3da1138a163_0_1"/>
          <p:cNvPicPr preferRelativeResize="0"/>
          <p:nvPr/>
        </p:nvPicPr>
        <p:blipFill rotWithShape="1">
          <a:blip r:embed="rId4">
            <a:alphaModFix/>
          </a:blip>
          <a:srcRect b="0" l="0" r="0" t="0"/>
          <a:stretch/>
        </p:blipFill>
        <p:spPr>
          <a:xfrm>
            <a:off x="10590875" y="6330524"/>
            <a:ext cx="1500023" cy="585000"/>
          </a:xfrm>
          <a:prstGeom prst="rect">
            <a:avLst/>
          </a:prstGeom>
          <a:noFill/>
          <a:ln>
            <a:noFill/>
          </a:ln>
        </p:spPr>
      </p:pic>
      <p:sp>
        <p:nvSpPr>
          <p:cNvPr id="1378" name="Google Shape;1378;g3da1138a163_0_1"/>
          <p:cNvSpPr txBox="1"/>
          <p:nvPr/>
        </p:nvSpPr>
        <p:spPr>
          <a:xfrm>
            <a:off x="-1" y="6234672"/>
            <a:ext cx="5981100" cy="6465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chemeClr val="dk1"/>
              </a:buClr>
              <a:buSzPts val="1800"/>
              <a:buFont typeface="Arial"/>
              <a:buNone/>
            </a:pPr>
            <a:r>
              <a:rPr b="0" i="0" lang="en-US" sz="1800" u="none" cap="none" strike="noStrike">
                <a:solidFill>
                  <a:schemeClr val="lt1"/>
                </a:solidFill>
                <a:latin typeface="Times New Roman"/>
                <a:ea typeface="Times New Roman"/>
                <a:cs typeface="Times New Roman"/>
                <a:sym typeface="Times New Roman"/>
              </a:rPr>
              <a:t>Nanoelectronics - Seminar Presentation</a:t>
            </a:r>
            <a:br>
              <a:rPr b="0" i="0" lang="en-US" sz="1800" u="none" cap="none" strike="noStrike">
                <a:solidFill>
                  <a:schemeClr val="lt1"/>
                </a:solidFill>
                <a:latin typeface="Times New Roman"/>
                <a:ea typeface="Times New Roman"/>
                <a:cs typeface="Times New Roman"/>
                <a:sym typeface="Times New Roman"/>
              </a:rPr>
            </a:br>
            <a:r>
              <a:rPr b="0" i="0" lang="en-US" sz="1800" u="none" cap="none" strike="noStrike">
                <a:solidFill>
                  <a:schemeClr val="lt1"/>
                </a:solidFill>
                <a:latin typeface="Times New Roman"/>
                <a:ea typeface="Times New Roman"/>
                <a:cs typeface="Times New Roman"/>
                <a:sym typeface="Times New Roman"/>
              </a:rPr>
              <a:t>Ronit Dutta</a:t>
            </a:r>
            <a:endParaRPr b="0" i="0" sz="1800" u="none" cap="none" strike="noStrike">
              <a:solidFill>
                <a:schemeClr val="lt1"/>
              </a:solidFill>
              <a:latin typeface="Times New Roman"/>
              <a:ea typeface="Times New Roman"/>
              <a:cs typeface="Times New Roman"/>
              <a:sym typeface="Times New Roman"/>
            </a:endParaRPr>
          </a:p>
        </p:txBody>
      </p:sp>
      <p:pic>
        <p:nvPicPr>
          <p:cNvPr id="1379" name="Google Shape;1379;g3da1138a163_0_1"/>
          <p:cNvPicPr preferRelativeResize="0"/>
          <p:nvPr/>
        </p:nvPicPr>
        <p:blipFill rotWithShape="1">
          <a:blip r:embed="rId4">
            <a:alphaModFix/>
          </a:blip>
          <a:srcRect b="0" l="0" r="0" t="0"/>
          <a:stretch/>
        </p:blipFill>
        <p:spPr>
          <a:xfrm>
            <a:off x="10590875" y="6330524"/>
            <a:ext cx="1500023" cy="585000"/>
          </a:xfrm>
          <a:prstGeom prst="rect">
            <a:avLst/>
          </a:prstGeom>
          <a:noFill/>
          <a:ln>
            <a:noFill/>
          </a:ln>
        </p:spPr>
      </p:pic>
      <p:pic>
        <p:nvPicPr>
          <p:cNvPr id="1380" name="Google Shape;1380;g3da1138a163_0_1"/>
          <p:cNvPicPr preferRelativeResize="0"/>
          <p:nvPr/>
        </p:nvPicPr>
        <p:blipFill rotWithShape="1">
          <a:blip r:embed="rId3">
            <a:alphaModFix/>
          </a:blip>
          <a:srcRect b="0" l="0" r="0" t="0"/>
          <a:stretch/>
        </p:blipFill>
        <p:spPr>
          <a:xfrm>
            <a:off x="10590934" y="6330522"/>
            <a:ext cx="1499906" cy="585000"/>
          </a:xfrm>
          <a:prstGeom prst="rect">
            <a:avLst/>
          </a:prstGeom>
          <a:noFill/>
          <a:ln>
            <a:noFill/>
          </a:ln>
        </p:spPr>
      </p:pic>
      <p:sp>
        <p:nvSpPr>
          <p:cNvPr id="1381" name="Google Shape;1381;g3da1138a163_0_1"/>
          <p:cNvSpPr txBox="1"/>
          <p:nvPr/>
        </p:nvSpPr>
        <p:spPr>
          <a:xfrm>
            <a:off x="-1" y="6288587"/>
            <a:ext cx="5981100" cy="3693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chemeClr val="dk1"/>
              </a:buClr>
              <a:buSzPts val="1800"/>
              <a:buFont typeface="Arial"/>
              <a:buNone/>
            </a:pPr>
            <a:r>
              <a:rPr b="0" i="0" lang="en-US" sz="1800" u="none" cap="none" strike="noStrike">
                <a:solidFill>
                  <a:schemeClr val="lt1"/>
                </a:solidFill>
                <a:latin typeface="Times New Roman"/>
                <a:ea typeface="Times New Roman"/>
                <a:cs typeface="Times New Roman"/>
                <a:sym typeface="Times New Roman"/>
              </a:rPr>
              <a:t>Term Paper Presentation | Ronit Dutta</a:t>
            </a:r>
            <a:endParaRPr b="0" i="0" sz="1800" u="none" cap="none" strike="noStrike">
              <a:solidFill>
                <a:schemeClr val="lt1"/>
              </a:solidFill>
              <a:latin typeface="Times New Roman"/>
              <a:ea typeface="Times New Roman"/>
              <a:cs typeface="Times New Roman"/>
              <a:sym typeface="Times New Roman"/>
            </a:endParaRPr>
          </a:p>
        </p:txBody>
      </p:sp>
      <p:pic>
        <p:nvPicPr>
          <p:cNvPr id="1382" name="Google Shape;1382;g3da1138a163_0_1"/>
          <p:cNvPicPr preferRelativeResize="0"/>
          <p:nvPr/>
        </p:nvPicPr>
        <p:blipFill rotWithShape="1">
          <a:blip r:embed="rId3">
            <a:alphaModFix/>
          </a:blip>
          <a:srcRect b="0" l="0" r="0" t="0"/>
          <a:stretch/>
        </p:blipFill>
        <p:spPr>
          <a:xfrm>
            <a:off x="10590934" y="6330522"/>
            <a:ext cx="1499906" cy="585000"/>
          </a:xfrm>
          <a:prstGeom prst="rect">
            <a:avLst/>
          </a:prstGeom>
          <a:noFill/>
          <a:ln>
            <a:noFill/>
          </a:ln>
        </p:spPr>
      </p:pic>
      <p:sp>
        <p:nvSpPr>
          <p:cNvPr id="1383" name="Google Shape;1383;g3da1138a163_0_1"/>
          <p:cNvSpPr txBox="1"/>
          <p:nvPr/>
        </p:nvSpPr>
        <p:spPr>
          <a:xfrm>
            <a:off x="-1" y="6288587"/>
            <a:ext cx="5981100" cy="3693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chemeClr val="dk1"/>
              </a:buClr>
              <a:buSzPts val="1800"/>
              <a:buFont typeface="Arial"/>
              <a:buNone/>
            </a:pPr>
            <a:r>
              <a:rPr b="0" i="0" lang="en-US" sz="1800" u="none" cap="none" strike="noStrike">
                <a:solidFill>
                  <a:schemeClr val="lt1"/>
                </a:solidFill>
                <a:latin typeface="Times New Roman"/>
                <a:ea typeface="Times New Roman"/>
                <a:cs typeface="Times New Roman"/>
                <a:sym typeface="Times New Roman"/>
              </a:rPr>
              <a:t>Term Paper Presentation | Ronit Dutta</a:t>
            </a:r>
            <a:endParaRPr b="0" i="0" sz="1800" u="none" cap="none" strike="noStrike">
              <a:solidFill>
                <a:schemeClr val="lt1"/>
              </a:solidFill>
              <a:latin typeface="Times New Roman"/>
              <a:ea typeface="Times New Roman"/>
              <a:cs typeface="Times New Roman"/>
              <a:sym typeface="Times New Roman"/>
            </a:endParaRPr>
          </a:p>
        </p:txBody>
      </p:sp>
      <p:pic>
        <p:nvPicPr>
          <p:cNvPr id="1384" name="Google Shape;1384;g3da1138a163_0_1"/>
          <p:cNvPicPr preferRelativeResize="0"/>
          <p:nvPr/>
        </p:nvPicPr>
        <p:blipFill rotWithShape="1">
          <a:blip r:embed="rId3">
            <a:alphaModFix/>
          </a:blip>
          <a:srcRect b="0" l="0" r="0" t="0"/>
          <a:stretch/>
        </p:blipFill>
        <p:spPr>
          <a:xfrm>
            <a:off x="10590934" y="6330522"/>
            <a:ext cx="1499906" cy="585000"/>
          </a:xfrm>
          <a:prstGeom prst="rect">
            <a:avLst/>
          </a:prstGeom>
          <a:noFill/>
          <a:ln>
            <a:noFill/>
          </a:ln>
        </p:spPr>
      </p:pic>
      <p:sp>
        <p:nvSpPr>
          <p:cNvPr id="1385" name="Google Shape;1385;g3da1138a163_0_1"/>
          <p:cNvSpPr txBox="1"/>
          <p:nvPr/>
        </p:nvSpPr>
        <p:spPr>
          <a:xfrm>
            <a:off x="-1" y="6288587"/>
            <a:ext cx="5981100" cy="6465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chemeClr val="dk1"/>
              </a:buClr>
              <a:buSzPts val="1800"/>
              <a:buFont typeface="Arial"/>
              <a:buNone/>
            </a:pPr>
            <a:r>
              <a:rPr b="0" i="0" lang="en-US" sz="1800" u="none" cap="none" strike="noStrike">
                <a:solidFill>
                  <a:schemeClr val="lt1"/>
                </a:solidFill>
                <a:latin typeface="Times New Roman"/>
                <a:ea typeface="Times New Roman"/>
                <a:cs typeface="Times New Roman"/>
                <a:sym typeface="Times New Roman"/>
              </a:rPr>
              <a:t>Machine Learning Professional</a:t>
            </a:r>
            <a:br>
              <a:rPr b="0" i="0" lang="en-US" sz="1800" u="none" cap="none" strike="noStrike">
                <a:solidFill>
                  <a:schemeClr val="lt1"/>
                </a:solidFill>
                <a:latin typeface="Times New Roman"/>
                <a:ea typeface="Times New Roman"/>
                <a:cs typeface="Times New Roman"/>
                <a:sym typeface="Times New Roman"/>
              </a:rPr>
            </a:br>
            <a:r>
              <a:rPr b="0" i="0" lang="en-US" sz="1800" u="none" cap="none" strike="noStrike">
                <a:solidFill>
                  <a:schemeClr val="lt1"/>
                </a:solidFill>
                <a:latin typeface="Times New Roman"/>
                <a:ea typeface="Times New Roman"/>
                <a:cs typeface="Times New Roman"/>
                <a:sym typeface="Times New Roman"/>
              </a:rPr>
              <a:t>Project Presentation</a:t>
            </a:r>
            <a:endParaRPr b="0" i="0" sz="1800" u="none" cap="none" strike="noStrike">
              <a:solidFill>
                <a:schemeClr val="lt1"/>
              </a:solidFill>
              <a:latin typeface="Times New Roman"/>
              <a:ea typeface="Times New Roman"/>
              <a:cs typeface="Times New Roman"/>
              <a:sym typeface="Times New Roman"/>
            </a:endParaRPr>
          </a:p>
        </p:txBody>
      </p:sp>
      <p:pic>
        <p:nvPicPr>
          <p:cNvPr id="1386" name="Google Shape;1386;g3da1138a163_0_1"/>
          <p:cNvPicPr preferRelativeResize="0"/>
          <p:nvPr/>
        </p:nvPicPr>
        <p:blipFill rotWithShape="1">
          <a:blip r:embed="rId4">
            <a:alphaModFix/>
          </a:blip>
          <a:srcRect b="0" l="0" r="0" t="0"/>
          <a:stretch/>
        </p:blipFill>
        <p:spPr>
          <a:xfrm>
            <a:off x="10590875" y="6341462"/>
            <a:ext cx="1500023" cy="585000"/>
          </a:xfrm>
          <a:prstGeom prst="rect">
            <a:avLst/>
          </a:prstGeom>
          <a:noFill/>
          <a:ln>
            <a:noFill/>
          </a:ln>
        </p:spPr>
      </p:pic>
      <p:sp>
        <p:nvSpPr>
          <p:cNvPr id="1387" name="Google Shape;1387;g3da1138a163_0_1"/>
          <p:cNvSpPr txBox="1"/>
          <p:nvPr/>
        </p:nvSpPr>
        <p:spPr>
          <a:xfrm>
            <a:off x="-1" y="6288587"/>
            <a:ext cx="5981100" cy="6465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chemeClr val="dk1"/>
              </a:buClr>
              <a:buSzPts val="1800"/>
              <a:buFont typeface="Arial"/>
              <a:buNone/>
            </a:pPr>
            <a:r>
              <a:rPr b="0" i="0" lang="en-US" sz="1800" u="none" cap="none" strike="noStrike">
                <a:solidFill>
                  <a:schemeClr val="lt1"/>
                </a:solidFill>
                <a:latin typeface="Times New Roman"/>
                <a:ea typeface="Times New Roman"/>
                <a:cs typeface="Times New Roman"/>
                <a:sym typeface="Times New Roman"/>
              </a:rPr>
              <a:t>Machine Learning Professional</a:t>
            </a:r>
            <a:br>
              <a:rPr b="0" i="0" lang="en-US" sz="1800" u="none" cap="none" strike="noStrike">
                <a:solidFill>
                  <a:schemeClr val="lt1"/>
                </a:solidFill>
                <a:latin typeface="Times New Roman"/>
                <a:ea typeface="Times New Roman"/>
                <a:cs typeface="Times New Roman"/>
                <a:sym typeface="Times New Roman"/>
              </a:rPr>
            </a:br>
            <a:r>
              <a:rPr b="0" i="0" lang="en-US" sz="1800" u="none" cap="none" strike="noStrike">
                <a:solidFill>
                  <a:schemeClr val="lt1"/>
                </a:solidFill>
                <a:latin typeface="Times New Roman"/>
                <a:ea typeface="Times New Roman"/>
                <a:cs typeface="Times New Roman"/>
                <a:sym typeface="Times New Roman"/>
              </a:rPr>
              <a:t>Project Presentation</a:t>
            </a:r>
            <a:endParaRPr b="0" i="0" sz="1800" u="none" cap="none" strike="noStrike">
              <a:solidFill>
                <a:schemeClr val="lt1"/>
              </a:solidFill>
              <a:latin typeface="Times New Roman"/>
              <a:ea typeface="Times New Roman"/>
              <a:cs typeface="Times New Roman"/>
              <a:sym typeface="Times New Roman"/>
            </a:endParaRPr>
          </a:p>
        </p:txBody>
      </p:sp>
      <p:pic>
        <p:nvPicPr>
          <p:cNvPr id="1388" name="Google Shape;1388;g3da1138a163_0_1"/>
          <p:cNvPicPr preferRelativeResize="0"/>
          <p:nvPr/>
        </p:nvPicPr>
        <p:blipFill rotWithShape="1">
          <a:blip r:embed="rId4">
            <a:alphaModFix/>
          </a:blip>
          <a:srcRect b="0" l="0" r="0" t="0"/>
          <a:stretch/>
        </p:blipFill>
        <p:spPr>
          <a:xfrm>
            <a:off x="10590875" y="6330524"/>
            <a:ext cx="1500023" cy="585000"/>
          </a:xfrm>
          <a:prstGeom prst="rect">
            <a:avLst/>
          </a:prstGeom>
          <a:noFill/>
          <a:ln>
            <a:noFill/>
          </a:ln>
        </p:spPr>
      </p:pic>
      <p:sp>
        <p:nvSpPr>
          <p:cNvPr id="1389" name="Google Shape;1389;g3da1138a163_0_1"/>
          <p:cNvSpPr txBox="1"/>
          <p:nvPr/>
        </p:nvSpPr>
        <p:spPr>
          <a:xfrm>
            <a:off x="-1" y="6234672"/>
            <a:ext cx="5981100" cy="6465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chemeClr val="dk1"/>
              </a:buClr>
              <a:buSzPts val="1800"/>
              <a:buFont typeface="Arial"/>
              <a:buNone/>
            </a:pPr>
            <a:r>
              <a:rPr b="0" i="0" lang="en-US" sz="1800" u="none" cap="none" strike="noStrike">
                <a:solidFill>
                  <a:schemeClr val="lt1"/>
                </a:solidFill>
                <a:latin typeface="Times New Roman"/>
                <a:ea typeface="Times New Roman"/>
                <a:cs typeface="Times New Roman"/>
                <a:sym typeface="Times New Roman"/>
              </a:rPr>
              <a:t>Machine Learning Professional</a:t>
            </a:r>
            <a:br>
              <a:rPr b="0" i="0" lang="en-US" sz="1800" u="none" cap="none" strike="noStrike">
                <a:solidFill>
                  <a:schemeClr val="lt1"/>
                </a:solidFill>
                <a:latin typeface="Times New Roman"/>
                <a:ea typeface="Times New Roman"/>
                <a:cs typeface="Times New Roman"/>
                <a:sym typeface="Times New Roman"/>
              </a:rPr>
            </a:br>
            <a:r>
              <a:rPr b="0" i="0" lang="en-US" sz="1800" u="none" cap="none" strike="noStrike">
                <a:solidFill>
                  <a:schemeClr val="lt1"/>
                </a:solidFill>
                <a:latin typeface="Times New Roman"/>
                <a:ea typeface="Times New Roman"/>
                <a:cs typeface="Times New Roman"/>
                <a:sym typeface="Times New Roman"/>
              </a:rPr>
              <a:t>Project Presentation</a:t>
            </a:r>
            <a:endParaRPr b="0" i="0" sz="1800" u="none" cap="none" strike="noStrike">
              <a:solidFill>
                <a:schemeClr val="lt1"/>
              </a:solidFill>
              <a:latin typeface="Times New Roman"/>
              <a:ea typeface="Times New Roman"/>
              <a:cs typeface="Times New Roman"/>
              <a:sym typeface="Times New Roman"/>
            </a:endParaRPr>
          </a:p>
        </p:txBody>
      </p:sp>
      <p:pic>
        <p:nvPicPr>
          <p:cNvPr id="1390" name="Google Shape;1390;g3da1138a163_0_1"/>
          <p:cNvPicPr preferRelativeResize="0"/>
          <p:nvPr/>
        </p:nvPicPr>
        <p:blipFill rotWithShape="1">
          <a:blip r:embed="rId4">
            <a:alphaModFix/>
          </a:blip>
          <a:srcRect b="0" l="0" r="0" t="0"/>
          <a:stretch/>
        </p:blipFill>
        <p:spPr>
          <a:xfrm>
            <a:off x="10590875" y="6330524"/>
            <a:ext cx="1500023" cy="585000"/>
          </a:xfrm>
          <a:prstGeom prst="rect">
            <a:avLst/>
          </a:prstGeom>
          <a:noFill/>
          <a:ln>
            <a:noFill/>
          </a:ln>
        </p:spPr>
      </p:pic>
      <p:sp>
        <p:nvSpPr>
          <p:cNvPr id="1391" name="Google Shape;1391;g3da1138a163_0_1"/>
          <p:cNvSpPr txBox="1"/>
          <p:nvPr/>
        </p:nvSpPr>
        <p:spPr>
          <a:xfrm>
            <a:off x="-1" y="6234672"/>
            <a:ext cx="5981100" cy="6465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chemeClr val="dk1"/>
              </a:buClr>
              <a:buSzPts val="1800"/>
              <a:buFont typeface="Arial"/>
              <a:buNone/>
            </a:pPr>
            <a:r>
              <a:rPr b="0" i="0" lang="en-US" sz="1800" u="none" cap="none" strike="noStrike">
                <a:solidFill>
                  <a:schemeClr val="lt1"/>
                </a:solidFill>
                <a:latin typeface="Times New Roman"/>
                <a:ea typeface="Times New Roman"/>
                <a:cs typeface="Times New Roman"/>
                <a:sym typeface="Times New Roman"/>
              </a:rPr>
              <a:t>Machine Learning Professional</a:t>
            </a:r>
            <a:br>
              <a:rPr b="0" i="0" lang="en-US" sz="1800" u="none" cap="none" strike="noStrike">
                <a:solidFill>
                  <a:schemeClr val="lt1"/>
                </a:solidFill>
                <a:latin typeface="Times New Roman"/>
                <a:ea typeface="Times New Roman"/>
                <a:cs typeface="Times New Roman"/>
                <a:sym typeface="Times New Roman"/>
              </a:rPr>
            </a:br>
            <a:r>
              <a:rPr b="0" i="0" lang="en-US" sz="1800" u="none" cap="none" strike="noStrike">
                <a:solidFill>
                  <a:schemeClr val="lt1"/>
                </a:solidFill>
                <a:latin typeface="Times New Roman"/>
                <a:ea typeface="Times New Roman"/>
                <a:cs typeface="Times New Roman"/>
                <a:sym typeface="Times New Roman"/>
              </a:rPr>
              <a:t>Project Presentation</a:t>
            </a:r>
            <a:endParaRPr b="0" i="0" sz="1800" u="none" cap="none" strike="noStrike">
              <a:solidFill>
                <a:schemeClr val="lt1"/>
              </a:solidFill>
              <a:latin typeface="Times New Roman"/>
              <a:ea typeface="Times New Roman"/>
              <a:cs typeface="Times New Roman"/>
              <a:sym typeface="Times New Roman"/>
            </a:endParaRPr>
          </a:p>
        </p:txBody>
      </p:sp>
      <p:pic>
        <p:nvPicPr>
          <p:cNvPr id="1392" name="Google Shape;1392;g3da1138a163_0_1"/>
          <p:cNvPicPr preferRelativeResize="0"/>
          <p:nvPr/>
        </p:nvPicPr>
        <p:blipFill rotWithShape="1">
          <a:blip r:embed="rId4">
            <a:alphaModFix/>
          </a:blip>
          <a:srcRect b="0" l="0" r="0" t="0"/>
          <a:stretch/>
        </p:blipFill>
        <p:spPr>
          <a:xfrm>
            <a:off x="10590875" y="6330524"/>
            <a:ext cx="1500023" cy="585000"/>
          </a:xfrm>
          <a:prstGeom prst="rect">
            <a:avLst/>
          </a:prstGeom>
          <a:noFill/>
          <a:ln>
            <a:noFill/>
          </a:ln>
        </p:spPr>
      </p:pic>
      <p:sp>
        <p:nvSpPr>
          <p:cNvPr id="1393" name="Google Shape;1393;g3da1138a163_0_1"/>
          <p:cNvSpPr txBox="1"/>
          <p:nvPr/>
        </p:nvSpPr>
        <p:spPr>
          <a:xfrm>
            <a:off x="-1" y="6234672"/>
            <a:ext cx="5981100" cy="6465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chemeClr val="dk1"/>
              </a:buClr>
              <a:buSzPts val="1800"/>
              <a:buFont typeface="Arial"/>
              <a:buNone/>
            </a:pPr>
            <a:r>
              <a:rPr b="0" i="0" lang="en-US" sz="1800" u="none" cap="none" strike="noStrike">
                <a:solidFill>
                  <a:schemeClr val="lt1"/>
                </a:solidFill>
                <a:latin typeface="Times New Roman"/>
                <a:ea typeface="Times New Roman"/>
                <a:cs typeface="Times New Roman"/>
                <a:sym typeface="Times New Roman"/>
              </a:rPr>
              <a:t>Nanoelectronics - Seminar Presentation</a:t>
            </a:r>
            <a:br>
              <a:rPr b="0" i="0" lang="en-US" sz="1800" u="none" cap="none" strike="noStrike">
                <a:solidFill>
                  <a:schemeClr val="lt1"/>
                </a:solidFill>
                <a:latin typeface="Times New Roman"/>
                <a:ea typeface="Times New Roman"/>
                <a:cs typeface="Times New Roman"/>
                <a:sym typeface="Times New Roman"/>
              </a:rPr>
            </a:br>
            <a:r>
              <a:rPr b="0" i="0" lang="en-US" sz="1800" u="none" cap="none" strike="noStrike">
                <a:solidFill>
                  <a:schemeClr val="lt1"/>
                </a:solidFill>
                <a:latin typeface="Times New Roman"/>
                <a:ea typeface="Times New Roman"/>
                <a:cs typeface="Times New Roman"/>
                <a:sym typeface="Times New Roman"/>
              </a:rPr>
              <a:t>Ronit Dutta</a:t>
            </a:r>
            <a:endParaRPr b="0" i="0" sz="1800" u="none" cap="none" strike="noStrike">
              <a:solidFill>
                <a:schemeClr val="lt1"/>
              </a:solidFill>
              <a:latin typeface="Times New Roman"/>
              <a:ea typeface="Times New Roman"/>
              <a:cs typeface="Times New Roman"/>
              <a:sym typeface="Times New Roman"/>
            </a:endParaRPr>
          </a:p>
        </p:txBody>
      </p:sp>
      <p:pic>
        <p:nvPicPr>
          <p:cNvPr id="1394" name="Google Shape;1394;g3da1138a163_0_1"/>
          <p:cNvPicPr preferRelativeResize="0"/>
          <p:nvPr/>
        </p:nvPicPr>
        <p:blipFill rotWithShape="1">
          <a:blip r:embed="rId4">
            <a:alphaModFix/>
          </a:blip>
          <a:srcRect b="0" l="0" r="0" t="0"/>
          <a:stretch/>
        </p:blipFill>
        <p:spPr>
          <a:xfrm>
            <a:off x="10590875" y="6330524"/>
            <a:ext cx="1500023" cy="585000"/>
          </a:xfrm>
          <a:prstGeom prst="rect">
            <a:avLst/>
          </a:prstGeom>
          <a:noFill/>
          <a:ln>
            <a:noFill/>
          </a:ln>
        </p:spPr>
      </p:pic>
      <p:pic>
        <p:nvPicPr>
          <p:cNvPr id="1395" name="Google Shape;1395;g3da1138a163_0_1"/>
          <p:cNvPicPr preferRelativeResize="0"/>
          <p:nvPr/>
        </p:nvPicPr>
        <p:blipFill rotWithShape="1">
          <a:blip r:embed="rId6">
            <a:alphaModFix/>
          </a:blip>
          <a:srcRect b="0" l="0" r="0" t="0"/>
          <a:stretch/>
        </p:blipFill>
        <p:spPr>
          <a:xfrm>
            <a:off x="0" y="6234674"/>
            <a:ext cx="12192000" cy="1165875"/>
          </a:xfrm>
          <a:prstGeom prst="rect">
            <a:avLst/>
          </a:prstGeom>
          <a:noFill/>
          <a:ln>
            <a:noFill/>
          </a:ln>
        </p:spPr>
      </p:pic>
      <p:sp>
        <p:nvSpPr>
          <p:cNvPr id="1396" name="Google Shape;1396;g3da1138a163_0_1"/>
          <p:cNvSpPr txBox="1"/>
          <p:nvPr/>
        </p:nvSpPr>
        <p:spPr>
          <a:xfrm>
            <a:off x="-1" y="6310697"/>
            <a:ext cx="5981100" cy="6465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chemeClr val="dk1"/>
              </a:buClr>
              <a:buSzPts val="1800"/>
              <a:buFont typeface="Arial"/>
              <a:buNone/>
            </a:pPr>
            <a:r>
              <a:rPr lang="en-US" sz="1800">
                <a:solidFill>
                  <a:schemeClr val="lt1"/>
                </a:solidFill>
                <a:latin typeface="Times New Roman"/>
                <a:ea typeface="Times New Roman"/>
                <a:cs typeface="Times New Roman"/>
                <a:sym typeface="Times New Roman"/>
              </a:rPr>
              <a:t>Applied Mathematics for Engineering [MIDTERM PROJECT]</a:t>
            </a:r>
            <a:br>
              <a:rPr b="0" i="0" lang="en-US" sz="1800" u="none" cap="none" strike="noStrike">
                <a:solidFill>
                  <a:schemeClr val="lt1"/>
                </a:solidFill>
                <a:latin typeface="Times New Roman"/>
                <a:ea typeface="Times New Roman"/>
                <a:cs typeface="Times New Roman"/>
                <a:sym typeface="Times New Roman"/>
              </a:rPr>
            </a:br>
            <a:r>
              <a:rPr b="0" i="0" lang="en-US" sz="1800" u="none" cap="none" strike="noStrike">
                <a:solidFill>
                  <a:schemeClr val="lt1"/>
                </a:solidFill>
                <a:latin typeface="Times New Roman"/>
                <a:ea typeface="Times New Roman"/>
                <a:cs typeface="Times New Roman"/>
                <a:sym typeface="Times New Roman"/>
              </a:rPr>
              <a:t>Ronit Dutta</a:t>
            </a:r>
            <a:endParaRPr b="0" i="0" sz="1800" u="none" cap="none" strike="noStrike">
              <a:solidFill>
                <a:schemeClr val="lt1"/>
              </a:solidFill>
              <a:latin typeface="Times New Roman"/>
              <a:ea typeface="Times New Roman"/>
              <a:cs typeface="Times New Roman"/>
              <a:sym typeface="Times New Roman"/>
            </a:endParaRPr>
          </a:p>
        </p:txBody>
      </p:sp>
      <p:pic>
        <p:nvPicPr>
          <p:cNvPr id="1397" name="Google Shape;1397;g3da1138a163_0_1"/>
          <p:cNvPicPr preferRelativeResize="0"/>
          <p:nvPr/>
        </p:nvPicPr>
        <p:blipFill rotWithShape="1">
          <a:blip r:embed="rId4">
            <a:alphaModFix/>
          </a:blip>
          <a:srcRect b="0" l="0" r="0" t="0"/>
          <a:stretch/>
        </p:blipFill>
        <p:spPr>
          <a:xfrm>
            <a:off x="10579375" y="6341449"/>
            <a:ext cx="1500023" cy="585000"/>
          </a:xfrm>
          <a:prstGeom prst="rect">
            <a:avLst/>
          </a:prstGeom>
          <a:noFill/>
          <a:ln>
            <a:noFill/>
          </a:ln>
        </p:spPr>
      </p:pic>
      <p:pic>
        <p:nvPicPr>
          <p:cNvPr id="1398" name="Google Shape;1398;g3da1138a163_0_1"/>
          <p:cNvPicPr preferRelativeResize="0"/>
          <p:nvPr/>
        </p:nvPicPr>
        <p:blipFill rotWithShape="1">
          <a:blip r:embed="rId6">
            <a:alphaModFix/>
          </a:blip>
          <a:srcRect b="0" l="0" r="0" t="0"/>
          <a:stretch/>
        </p:blipFill>
        <p:spPr>
          <a:xfrm>
            <a:off x="0" y="6330524"/>
            <a:ext cx="12192000" cy="1165875"/>
          </a:xfrm>
          <a:prstGeom prst="rect">
            <a:avLst/>
          </a:prstGeom>
          <a:noFill/>
          <a:ln>
            <a:noFill/>
          </a:ln>
        </p:spPr>
      </p:pic>
      <p:sp>
        <p:nvSpPr>
          <p:cNvPr id="1399" name="Google Shape;1399;g3da1138a163_0_1"/>
          <p:cNvSpPr txBox="1"/>
          <p:nvPr/>
        </p:nvSpPr>
        <p:spPr>
          <a:xfrm>
            <a:off x="-1" y="6445547"/>
            <a:ext cx="5981100" cy="6465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chemeClr val="dk1"/>
              </a:buClr>
              <a:buSzPts val="1800"/>
              <a:buFont typeface="Arial"/>
              <a:buNone/>
            </a:pPr>
            <a:r>
              <a:rPr lang="en-US" sz="1800">
                <a:solidFill>
                  <a:schemeClr val="lt1"/>
                </a:solidFill>
                <a:latin typeface="Times New Roman"/>
                <a:ea typeface="Times New Roman"/>
                <a:cs typeface="Times New Roman"/>
                <a:sym typeface="Times New Roman"/>
              </a:rPr>
              <a:t>Applied Mathematics for Engineering [MIDTERM PROJECT]</a:t>
            </a:r>
            <a:br>
              <a:rPr b="0" i="0" lang="en-US" sz="1800" u="none" cap="none" strike="noStrike">
                <a:solidFill>
                  <a:schemeClr val="lt1"/>
                </a:solidFill>
                <a:latin typeface="Times New Roman"/>
                <a:ea typeface="Times New Roman"/>
                <a:cs typeface="Times New Roman"/>
                <a:sym typeface="Times New Roman"/>
              </a:rPr>
            </a:br>
            <a:r>
              <a:rPr b="0" i="0" lang="en-US" sz="1800" u="none" cap="none" strike="noStrike">
                <a:solidFill>
                  <a:schemeClr val="lt1"/>
                </a:solidFill>
                <a:latin typeface="Times New Roman"/>
                <a:ea typeface="Times New Roman"/>
                <a:cs typeface="Times New Roman"/>
                <a:sym typeface="Times New Roman"/>
              </a:rPr>
              <a:t>Ronit Dutta</a:t>
            </a:r>
            <a:endParaRPr b="0" i="0" sz="1800" u="none" cap="none" strike="noStrike">
              <a:solidFill>
                <a:schemeClr val="lt1"/>
              </a:solidFill>
              <a:latin typeface="Times New Roman"/>
              <a:ea typeface="Times New Roman"/>
              <a:cs typeface="Times New Roman"/>
              <a:sym typeface="Times New Roman"/>
            </a:endParaRPr>
          </a:p>
        </p:txBody>
      </p:sp>
      <p:pic>
        <p:nvPicPr>
          <p:cNvPr id="1400" name="Google Shape;1400;g3da1138a163_0_1"/>
          <p:cNvPicPr preferRelativeResize="0"/>
          <p:nvPr/>
        </p:nvPicPr>
        <p:blipFill rotWithShape="1">
          <a:blip r:embed="rId4">
            <a:alphaModFix/>
          </a:blip>
          <a:srcRect b="0" l="0" r="0" t="0"/>
          <a:stretch/>
        </p:blipFill>
        <p:spPr>
          <a:xfrm>
            <a:off x="10579375" y="6476299"/>
            <a:ext cx="1500023" cy="585000"/>
          </a:xfrm>
          <a:prstGeom prst="rect">
            <a:avLst/>
          </a:prstGeom>
          <a:noFill/>
          <a:ln>
            <a:noFill/>
          </a:ln>
        </p:spPr>
      </p:pic>
      <p:pic>
        <p:nvPicPr>
          <p:cNvPr id="1401" name="Google Shape;1401;g3da1138a163_0_1"/>
          <p:cNvPicPr preferRelativeResize="0"/>
          <p:nvPr/>
        </p:nvPicPr>
        <p:blipFill rotWithShape="1">
          <a:blip r:embed="rId3">
            <a:alphaModFix/>
          </a:blip>
          <a:srcRect b="0" l="0" r="0" t="0"/>
          <a:stretch/>
        </p:blipFill>
        <p:spPr>
          <a:xfrm>
            <a:off x="10590934" y="6330522"/>
            <a:ext cx="1499906" cy="585000"/>
          </a:xfrm>
          <a:prstGeom prst="rect">
            <a:avLst/>
          </a:prstGeom>
          <a:noFill/>
          <a:ln>
            <a:noFill/>
          </a:ln>
        </p:spPr>
      </p:pic>
      <p:sp>
        <p:nvSpPr>
          <p:cNvPr id="1402" name="Google Shape;1402;g3da1138a163_0_1"/>
          <p:cNvSpPr txBox="1"/>
          <p:nvPr/>
        </p:nvSpPr>
        <p:spPr>
          <a:xfrm>
            <a:off x="-1" y="6288587"/>
            <a:ext cx="5981100" cy="3693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chemeClr val="dk1"/>
              </a:buClr>
              <a:buSzPts val="1800"/>
              <a:buFont typeface="Arial"/>
              <a:buNone/>
            </a:pPr>
            <a:r>
              <a:rPr b="0" i="0" lang="en-US" sz="1800" u="none" cap="none" strike="noStrike">
                <a:solidFill>
                  <a:schemeClr val="lt1"/>
                </a:solidFill>
                <a:latin typeface="Times New Roman"/>
                <a:ea typeface="Times New Roman"/>
                <a:cs typeface="Times New Roman"/>
                <a:sym typeface="Times New Roman"/>
              </a:rPr>
              <a:t>Term Paper Presentation | Ronit Dutta</a:t>
            </a:r>
            <a:endParaRPr b="0" i="0" sz="1800" u="none" cap="none" strike="noStrike">
              <a:solidFill>
                <a:schemeClr val="lt1"/>
              </a:solidFill>
              <a:latin typeface="Times New Roman"/>
              <a:ea typeface="Times New Roman"/>
              <a:cs typeface="Times New Roman"/>
              <a:sym typeface="Times New Roman"/>
            </a:endParaRPr>
          </a:p>
        </p:txBody>
      </p:sp>
      <p:pic>
        <p:nvPicPr>
          <p:cNvPr id="1403" name="Google Shape;1403;g3da1138a163_0_1"/>
          <p:cNvPicPr preferRelativeResize="0"/>
          <p:nvPr/>
        </p:nvPicPr>
        <p:blipFill rotWithShape="1">
          <a:blip r:embed="rId3">
            <a:alphaModFix/>
          </a:blip>
          <a:srcRect b="0" l="0" r="0" t="0"/>
          <a:stretch/>
        </p:blipFill>
        <p:spPr>
          <a:xfrm>
            <a:off x="10590934" y="6330522"/>
            <a:ext cx="1499906" cy="585000"/>
          </a:xfrm>
          <a:prstGeom prst="rect">
            <a:avLst/>
          </a:prstGeom>
          <a:noFill/>
          <a:ln>
            <a:noFill/>
          </a:ln>
        </p:spPr>
      </p:pic>
      <p:sp>
        <p:nvSpPr>
          <p:cNvPr id="1404" name="Google Shape;1404;g3da1138a163_0_1"/>
          <p:cNvSpPr txBox="1"/>
          <p:nvPr/>
        </p:nvSpPr>
        <p:spPr>
          <a:xfrm>
            <a:off x="-1" y="6288587"/>
            <a:ext cx="5981100" cy="3693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chemeClr val="dk1"/>
              </a:buClr>
              <a:buSzPts val="1800"/>
              <a:buFont typeface="Arial"/>
              <a:buNone/>
            </a:pPr>
            <a:r>
              <a:rPr b="0" i="0" lang="en-US" sz="1800" u="none" cap="none" strike="noStrike">
                <a:solidFill>
                  <a:schemeClr val="lt1"/>
                </a:solidFill>
                <a:latin typeface="Times New Roman"/>
                <a:ea typeface="Times New Roman"/>
                <a:cs typeface="Times New Roman"/>
                <a:sym typeface="Times New Roman"/>
              </a:rPr>
              <a:t>Term Paper Presentation | Ronit Dutta</a:t>
            </a:r>
            <a:endParaRPr b="0" i="0" sz="1800" u="none" cap="none" strike="noStrike">
              <a:solidFill>
                <a:schemeClr val="lt1"/>
              </a:solidFill>
              <a:latin typeface="Times New Roman"/>
              <a:ea typeface="Times New Roman"/>
              <a:cs typeface="Times New Roman"/>
              <a:sym typeface="Times New Roman"/>
            </a:endParaRPr>
          </a:p>
        </p:txBody>
      </p:sp>
      <p:pic>
        <p:nvPicPr>
          <p:cNvPr id="1405" name="Google Shape;1405;g3da1138a163_0_1"/>
          <p:cNvPicPr preferRelativeResize="0"/>
          <p:nvPr/>
        </p:nvPicPr>
        <p:blipFill rotWithShape="1">
          <a:blip r:embed="rId3">
            <a:alphaModFix/>
          </a:blip>
          <a:srcRect b="0" l="0" r="0" t="0"/>
          <a:stretch/>
        </p:blipFill>
        <p:spPr>
          <a:xfrm>
            <a:off x="10590934" y="6330522"/>
            <a:ext cx="1499906" cy="585000"/>
          </a:xfrm>
          <a:prstGeom prst="rect">
            <a:avLst/>
          </a:prstGeom>
          <a:noFill/>
          <a:ln>
            <a:noFill/>
          </a:ln>
        </p:spPr>
      </p:pic>
      <p:sp>
        <p:nvSpPr>
          <p:cNvPr id="1406" name="Google Shape;1406;g3da1138a163_0_1"/>
          <p:cNvSpPr txBox="1"/>
          <p:nvPr/>
        </p:nvSpPr>
        <p:spPr>
          <a:xfrm>
            <a:off x="-1" y="6288587"/>
            <a:ext cx="5981100" cy="6465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chemeClr val="dk1"/>
              </a:buClr>
              <a:buSzPts val="1800"/>
              <a:buFont typeface="Arial"/>
              <a:buNone/>
            </a:pPr>
            <a:r>
              <a:rPr b="0" i="0" lang="en-US" sz="1800" u="none" cap="none" strike="noStrike">
                <a:solidFill>
                  <a:schemeClr val="lt1"/>
                </a:solidFill>
                <a:latin typeface="Times New Roman"/>
                <a:ea typeface="Times New Roman"/>
                <a:cs typeface="Times New Roman"/>
                <a:sym typeface="Times New Roman"/>
              </a:rPr>
              <a:t>Machine Learning Professional</a:t>
            </a:r>
            <a:br>
              <a:rPr b="0" i="0" lang="en-US" sz="1800" u="none" cap="none" strike="noStrike">
                <a:solidFill>
                  <a:schemeClr val="lt1"/>
                </a:solidFill>
                <a:latin typeface="Times New Roman"/>
                <a:ea typeface="Times New Roman"/>
                <a:cs typeface="Times New Roman"/>
                <a:sym typeface="Times New Roman"/>
              </a:rPr>
            </a:br>
            <a:r>
              <a:rPr b="0" i="0" lang="en-US" sz="1800" u="none" cap="none" strike="noStrike">
                <a:solidFill>
                  <a:schemeClr val="lt1"/>
                </a:solidFill>
                <a:latin typeface="Times New Roman"/>
                <a:ea typeface="Times New Roman"/>
                <a:cs typeface="Times New Roman"/>
                <a:sym typeface="Times New Roman"/>
              </a:rPr>
              <a:t>Project Presentation</a:t>
            </a:r>
            <a:endParaRPr b="0" i="0" sz="1800" u="none" cap="none" strike="noStrike">
              <a:solidFill>
                <a:schemeClr val="lt1"/>
              </a:solidFill>
              <a:latin typeface="Times New Roman"/>
              <a:ea typeface="Times New Roman"/>
              <a:cs typeface="Times New Roman"/>
              <a:sym typeface="Times New Roman"/>
            </a:endParaRPr>
          </a:p>
        </p:txBody>
      </p:sp>
      <p:pic>
        <p:nvPicPr>
          <p:cNvPr id="1407" name="Google Shape;1407;g3da1138a163_0_1"/>
          <p:cNvPicPr preferRelativeResize="0"/>
          <p:nvPr/>
        </p:nvPicPr>
        <p:blipFill rotWithShape="1">
          <a:blip r:embed="rId4">
            <a:alphaModFix/>
          </a:blip>
          <a:srcRect b="0" l="0" r="0" t="0"/>
          <a:stretch/>
        </p:blipFill>
        <p:spPr>
          <a:xfrm>
            <a:off x="10590875" y="6341462"/>
            <a:ext cx="1500023" cy="585000"/>
          </a:xfrm>
          <a:prstGeom prst="rect">
            <a:avLst/>
          </a:prstGeom>
          <a:noFill/>
          <a:ln>
            <a:noFill/>
          </a:ln>
        </p:spPr>
      </p:pic>
      <p:sp>
        <p:nvSpPr>
          <p:cNvPr id="1408" name="Google Shape;1408;g3da1138a163_0_1"/>
          <p:cNvSpPr txBox="1"/>
          <p:nvPr/>
        </p:nvSpPr>
        <p:spPr>
          <a:xfrm>
            <a:off x="-1" y="6288587"/>
            <a:ext cx="5981100" cy="6465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chemeClr val="dk1"/>
              </a:buClr>
              <a:buSzPts val="1800"/>
              <a:buFont typeface="Arial"/>
              <a:buNone/>
            </a:pPr>
            <a:r>
              <a:rPr b="0" i="0" lang="en-US" sz="1800" u="none" cap="none" strike="noStrike">
                <a:solidFill>
                  <a:schemeClr val="lt1"/>
                </a:solidFill>
                <a:latin typeface="Times New Roman"/>
                <a:ea typeface="Times New Roman"/>
                <a:cs typeface="Times New Roman"/>
                <a:sym typeface="Times New Roman"/>
              </a:rPr>
              <a:t>Machine Learning Professional</a:t>
            </a:r>
            <a:br>
              <a:rPr b="0" i="0" lang="en-US" sz="1800" u="none" cap="none" strike="noStrike">
                <a:solidFill>
                  <a:schemeClr val="lt1"/>
                </a:solidFill>
                <a:latin typeface="Times New Roman"/>
                <a:ea typeface="Times New Roman"/>
                <a:cs typeface="Times New Roman"/>
                <a:sym typeface="Times New Roman"/>
              </a:rPr>
            </a:br>
            <a:r>
              <a:rPr b="0" i="0" lang="en-US" sz="1800" u="none" cap="none" strike="noStrike">
                <a:solidFill>
                  <a:schemeClr val="lt1"/>
                </a:solidFill>
                <a:latin typeface="Times New Roman"/>
                <a:ea typeface="Times New Roman"/>
                <a:cs typeface="Times New Roman"/>
                <a:sym typeface="Times New Roman"/>
              </a:rPr>
              <a:t>Project Presentation</a:t>
            </a:r>
            <a:endParaRPr b="0" i="0" sz="1800" u="none" cap="none" strike="noStrike">
              <a:solidFill>
                <a:schemeClr val="lt1"/>
              </a:solidFill>
              <a:latin typeface="Times New Roman"/>
              <a:ea typeface="Times New Roman"/>
              <a:cs typeface="Times New Roman"/>
              <a:sym typeface="Times New Roman"/>
            </a:endParaRPr>
          </a:p>
        </p:txBody>
      </p:sp>
      <p:pic>
        <p:nvPicPr>
          <p:cNvPr id="1409" name="Google Shape;1409;g3da1138a163_0_1"/>
          <p:cNvPicPr preferRelativeResize="0"/>
          <p:nvPr/>
        </p:nvPicPr>
        <p:blipFill rotWithShape="1">
          <a:blip r:embed="rId4">
            <a:alphaModFix/>
          </a:blip>
          <a:srcRect b="0" l="0" r="0" t="0"/>
          <a:stretch/>
        </p:blipFill>
        <p:spPr>
          <a:xfrm>
            <a:off x="10590875" y="6330524"/>
            <a:ext cx="1500023" cy="585000"/>
          </a:xfrm>
          <a:prstGeom prst="rect">
            <a:avLst/>
          </a:prstGeom>
          <a:noFill/>
          <a:ln>
            <a:noFill/>
          </a:ln>
        </p:spPr>
      </p:pic>
      <p:sp>
        <p:nvSpPr>
          <p:cNvPr id="1410" name="Google Shape;1410;g3da1138a163_0_1"/>
          <p:cNvSpPr txBox="1"/>
          <p:nvPr/>
        </p:nvSpPr>
        <p:spPr>
          <a:xfrm>
            <a:off x="-1" y="6234672"/>
            <a:ext cx="5981100" cy="6465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chemeClr val="dk1"/>
              </a:buClr>
              <a:buSzPts val="1800"/>
              <a:buFont typeface="Arial"/>
              <a:buNone/>
            </a:pPr>
            <a:r>
              <a:rPr b="0" i="0" lang="en-US" sz="1800" u="none" cap="none" strike="noStrike">
                <a:solidFill>
                  <a:schemeClr val="lt1"/>
                </a:solidFill>
                <a:latin typeface="Times New Roman"/>
                <a:ea typeface="Times New Roman"/>
                <a:cs typeface="Times New Roman"/>
                <a:sym typeface="Times New Roman"/>
              </a:rPr>
              <a:t>Machine Learning Professional</a:t>
            </a:r>
            <a:br>
              <a:rPr b="0" i="0" lang="en-US" sz="1800" u="none" cap="none" strike="noStrike">
                <a:solidFill>
                  <a:schemeClr val="lt1"/>
                </a:solidFill>
                <a:latin typeface="Times New Roman"/>
                <a:ea typeface="Times New Roman"/>
                <a:cs typeface="Times New Roman"/>
                <a:sym typeface="Times New Roman"/>
              </a:rPr>
            </a:br>
            <a:r>
              <a:rPr b="0" i="0" lang="en-US" sz="1800" u="none" cap="none" strike="noStrike">
                <a:solidFill>
                  <a:schemeClr val="lt1"/>
                </a:solidFill>
                <a:latin typeface="Times New Roman"/>
                <a:ea typeface="Times New Roman"/>
                <a:cs typeface="Times New Roman"/>
                <a:sym typeface="Times New Roman"/>
              </a:rPr>
              <a:t>Project Presentation</a:t>
            </a:r>
            <a:endParaRPr b="0" i="0" sz="1800" u="none" cap="none" strike="noStrike">
              <a:solidFill>
                <a:schemeClr val="lt1"/>
              </a:solidFill>
              <a:latin typeface="Times New Roman"/>
              <a:ea typeface="Times New Roman"/>
              <a:cs typeface="Times New Roman"/>
              <a:sym typeface="Times New Roman"/>
            </a:endParaRPr>
          </a:p>
        </p:txBody>
      </p:sp>
      <p:pic>
        <p:nvPicPr>
          <p:cNvPr id="1411" name="Google Shape;1411;g3da1138a163_0_1"/>
          <p:cNvPicPr preferRelativeResize="0"/>
          <p:nvPr/>
        </p:nvPicPr>
        <p:blipFill rotWithShape="1">
          <a:blip r:embed="rId4">
            <a:alphaModFix/>
          </a:blip>
          <a:srcRect b="0" l="0" r="0" t="0"/>
          <a:stretch/>
        </p:blipFill>
        <p:spPr>
          <a:xfrm>
            <a:off x="10590875" y="6330524"/>
            <a:ext cx="1500023" cy="585000"/>
          </a:xfrm>
          <a:prstGeom prst="rect">
            <a:avLst/>
          </a:prstGeom>
          <a:noFill/>
          <a:ln>
            <a:noFill/>
          </a:ln>
        </p:spPr>
      </p:pic>
      <p:sp>
        <p:nvSpPr>
          <p:cNvPr id="1412" name="Google Shape;1412;g3da1138a163_0_1"/>
          <p:cNvSpPr txBox="1"/>
          <p:nvPr/>
        </p:nvSpPr>
        <p:spPr>
          <a:xfrm>
            <a:off x="-1" y="6234672"/>
            <a:ext cx="5981100" cy="6465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chemeClr val="dk1"/>
              </a:buClr>
              <a:buSzPts val="1800"/>
              <a:buFont typeface="Arial"/>
              <a:buNone/>
            </a:pPr>
            <a:r>
              <a:rPr b="0" i="0" lang="en-US" sz="1800" u="none" cap="none" strike="noStrike">
                <a:solidFill>
                  <a:schemeClr val="lt1"/>
                </a:solidFill>
                <a:latin typeface="Times New Roman"/>
                <a:ea typeface="Times New Roman"/>
                <a:cs typeface="Times New Roman"/>
                <a:sym typeface="Times New Roman"/>
              </a:rPr>
              <a:t>Machine Learning Professional</a:t>
            </a:r>
            <a:br>
              <a:rPr b="0" i="0" lang="en-US" sz="1800" u="none" cap="none" strike="noStrike">
                <a:solidFill>
                  <a:schemeClr val="lt1"/>
                </a:solidFill>
                <a:latin typeface="Times New Roman"/>
                <a:ea typeface="Times New Roman"/>
                <a:cs typeface="Times New Roman"/>
                <a:sym typeface="Times New Roman"/>
              </a:rPr>
            </a:br>
            <a:r>
              <a:rPr b="0" i="0" lang="en-US" sz="1800" u="none" cap="none" strike="noStrike">
                <a:solidFill>
                  <a:schemeClr val="lt1"/>
                </a:solidFill>
                <a:latin typeface="Times New Roman"/>
                <a:ea typeface="Times New Roman"/>
                <a:cs typeface="Times New Roman"/>
                <a:sym typeface="Times New Roman"/>
              </a:rPr>
              <a:t>Project Presentation</a:t>
            </a:r>
            <a:endParaRPr b="0" i="0" sz="1800" u="none" cap="none" strike="noStrike">
              <a:solidFill>
                <a:schemeClr val="lt1"/>
              </a:solidFill>
              <a:latin typeface="Times New Roman"/>
              <a:ea typeface="Times New Roman"/>
              <a:cs typeface="Times New Roman"/>
              <a:sym typeface="Times New Roman"/>
            </a:endParaRPr>
          </a:p>
        </p:txBody>
      </p:sp>
      <p:pic>
        <p:nvPicPr>
          <p:cNvPr id="1413" name="Google Shape;1413;g3da1138a163_0_1"/>
          <p:cNvPicPr preferRelativeResize="0"/>
          <p:nvPr/>
        </p:nvPicPr>
        <p:blipFill rotWithShape="1">
          <a:blip r:embed="rId4">
            <a:alphaModFix/>
          </a:blip>
          <a:srcRect b="0" l="0" r="0" t="0"/>
          <a:stretch/>
        </p:blipFill>
        <p:spPr>
          <a:xfrm>
            <a:off x="10590875" y="6330524"/>
            <a:ext cx="1500023" cy="585000"/>
          </a:xfrm>
          <a:prstGeom prst="rect">
            <a:avLst/>
          </a:prstGeom>
          <a:noFill/>
          <a:ln>
            <a:noFill/>
          </a:ln>
        </p:spPr>
      </p:pic>
      <p:sp>
        <p:nvSpPr>
          <p:cNvPr id="1414" name="Google Shape;1414;g3da1138a163_0_1"/>
          <p:cNvSpPr txBox="1"/>
          <p:nvPr/>
        </p:nvSpPr>
        <p:spPr>
          <a:xfrm>
            <a:off x="-1" y="6234672"/>
            <a:ext cx="5981100" cy="6465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chemeClr val="dk1"/>
              </a:buClr>
              <a:buSzPts val="1800"/>
              <a:buFont typeface="Arial"/>
              <a:buNone/>
            </a:pPr>
            <a:r>
              <a:rPr b="0" i="0" lang="en-US" sz="1800" u="none" cap="none" strike="noStrike">
                <a:solidFill>
                  <a:schemeClr val="lt1"/>
                </a:solidFill>
                <a:latin typeface="Times New Roman"/>
                <a:ea typeface="Times New Roman"/>
                <a:cs typeface="Times New Roman"/>
                <a:sym typeface="Times New Roman"/>
              </a:rPr>
              <a:t>Nanoelectronics - Seminar Presentation</a:t>
            </a:r>
            <a:br>
              <a:rPr b="0" i="0" lang="en-US" sz="1800" u="none" cap="none" strike="noStrike">
                <a:solidFill>
                  <a:schemeClr val="lt1"/>
                </a:solidFill>
                <a:latin typeface="Times New Roman"/>
                <a:ea typeface="Times New Roman"/>
                <a:cs typeface="Times New Roman"/>
                <a:sym typeface="Times New Roman"/>
              </a:rPr>
            </a:br>
            <a:r>
              <a:rPr b="0" i="0" lang="en-US" sz="1800" u="none" cap="none" strike="noStrike">
                <a:solidFill>
                  <a:schemeClr val="lt1"/>
                </a:solidFill>
                <a:latin typeface="Times New Roman"/>
                <a:ea typeface="Times New Roman"/>
                <a:cs typeface="Times New Roman"/>
                <a:sym typeface="Times New Roman"/>
              </a:rPr>
              <a:t>Ronit Dutta</a:t>
            </a:r>
            <a:endParaRPr b="0" i="0" sz="1800" u="none" cap="none" strike="noStrike">
              <a:solidFill>
                <a:schemeClr val="lt1"/>
              </a:solidFill>
              <a:latin typeface="Times New Roman"/>
              <a:ea typeface="Times New Roman"/>
              <a:cs typeface="Times New Roman"/>
              <a:sym typeface="Times New Roman"/>
            </a:endParaRPr>
          </a:p>
        </p:txBody>
      </p:sp>
      <p:pic>
        <p:nvPicPr>
          <p:cNvPr id="1415" name="Google Shape;1415;g3da1138a163_0_1"/>
          <p:cNvPicPr preferRelativeResize="0"/>
          <p:nvPr/>
        </p:nvPicPr>
        <p:blipFill rotWithShape="1">
          <a:blip r:embed="rId4">
            <a:alphaModFix/>
          </a:blip>
          <a:srcRect b="0" l="0" r="0" t="0"/>
          <a:stretch/>
        </p:blipFill>
        <p:spPr>
          <a:xfrm>
            <a:off x="10590875" y="6330524"/>
            <a:ext cx="1500023" cy="585000"/>
          </a:xfrm>
          <a:prstGeom prst="rect">
            <a:avLst/>
          </a:prstGeom>
          <a:noFill/>
          <a:ln>
            <a:noFill/>
          </a:ln>
        </p:spPr>
      </p:pic>
      <p:pic>
        <p:nvPicPr>
          <p:cNvPr id="1416" name="Google Shape;1416;g3da1138a163_0_1"/>
          <p:cNvPicPr preferRelativeResize="0"/>
          <p:nvPr/>
        </p:nvPicPr>
        <p:blipFill rotWithShape="1">
          <a:blip r:embed="rId3">
            <a:alphaModFix/>
          </a:blip>
          <a:srcRect b="0" l="0" r="0" t="0"/>
          <a:stretch/>
        </p:blipFill>
        <p:spPr>
          <a:xfrm>
            <a:off x="10590934" y="6330522"/>
            <a:ext cx="1499906" cy="585000"/>
          </a:xfrm>
          <a:prstGeom prst="rect">
            <a:avLst/>
          </a:prstGeom>
          <a:noFill/>
          <a:ln>
            <a:noFill/>
          </a:ln>
        </p:spPr>
      </p:pic>
      <p:sp>
        <p:nvSpPr>
          <p:cNvPr id="1417" name="Google Shape;1417;g3da1138a163_0_1"/>
          <p:cNvSpPr txBox="1"/>
          <p:nvPr/>
        </p:nvSpPr>
        <p:spPr>
          <a:xfrm>
            <a:off x="-1" y="6288587"/>
            <a:ext cx="5981100" cy="3693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chemeClr val="dk1"/>
              </a:buClr>
              <a:buSzPts val="1800"/>
              <a:buFont typeface="Arial"/>
              <a:buNone/>
            </a:pPr>
            <a:r>
              <a:rPr b="0" i="0" lang="en-US" sz="1800" u="none" cap="none" strike="noStrike">
                <a:solidFill>
                  <a:schemeClr val="lt1"/>
                </a:solidFill>
                <a:latin typeface="Times New Roman"/>
                <a:ea typeface="Times New Roman"/>
                <a:cs typeface="Times New Roman"/>
                <a:sym typeface="Times New Roman"/>
              </a:rPr>
              <a:t>Term Paper Presentation | Ronit Dutta</a:t>
            </a:r>
            <a:endParaRPr b="0" i="0" sz="1800" u="none" cap="none" strike="noStrike">
              <a:solidFill>
                <a:schemeClr val="lt1"/>
              </a:solidFill>
              <a:latin typeface="Times New Roman"/>
              <a:ea typeface="Times New Roman"/>
              <a:cs typeface="Times New Roman"/>
              <a:sym typeface="Times New Roman"/>
            </a:endParaRPr>
          </a:p>
        </p:txBody>
      </p:sp>
      <p:pic>
        <p:nvPicPr>
          <p:cNvPr id="1418" name="Google Shape;1418;g3da1138a163_0_1"/>
          <p:cNvPicPr preferRelativeResize="0"/>
          <p:nvPr/>
        </p:nvPicPr>
        <p:blipFill rotWithShape="1">
          <a:blip r:embed="rId3">
            <a:alphaModFix/>
          </a:blip>
          <a:srcRect b="0" l="0" r="0" t="0"/>
          <a:stretch/>
        </p:blipFill>
        <p:spPr>
          <a:xfrm>
            <a:off x="10590934" y="6330522"/>
            <a:ext cx="1499906" cy="585000"/>
          </a:xfrm>
          <a:prstGeom prst="rect">
            <a:avLst/>
          </a:prstGeom>
          <a:noFill/>
          <a:ln>
            <a:noFill/>
          </a:ln>
        </p:spPr>
      </p:pic>
      <p:sp>
        <p:nvSpPr>
          <p:cNvPr id="1419" name="Google Shape;1419;g3da1138a163_0_1"/>
          <p:cNvSpPr txBox="1"/>
          <p:nvPr/>
        </p:nvSpPr>
        <p:spPr>
          <a:xfrm>
            <a:off x="-1" y="6288587"/>
            <a:ext cx="5981100" cy="3693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chemeClr val="dk1"/>
              </a:buClr>
              <a:buSzPts val="1800"/>
              <a:buFont typeface="Arial"/>
              <a:buNone/>
            </a:pPr>
            <a:r>
              <a:rPr b="0" i="0" lang="en-US" sz="1800" u="none" cap="none" strike="noStrike">
                <a:solidFill>
                  <a:schemeClr val="lt1"/>
                </a:solidFill>
                <a:latin typeface="Times New Roman"/>
                <a:ea typeface="Times New Roman"/>
                <a:cs typeface="Times New Roman"/>
                <a:sym typeface="Times New Roman"/>
              </a:rPr>
              <a:t>Term Paper Presentation | Ronit Dutta</a:t>
            </a:r>
            <a:endParaRPr b="0" i="0" sz="1800" u="none" cap="none" strike="noStrike">
              <a:solidFill>
                <a:schemeClr val="lt1"/>
              </a:solidFill>
              <a:latin typeface="Times New Roman"/>
              <a:ea typeface="Times New Roman"/>
              <a:cs typeface="Times New Roman"/>
              <a:sym typeface="Times New Roman"/>
            </a:endParaRPr>
          </a:p>
        </p:txBody>
      </p:sp>
      <p:pic>
        <p:nvPicPr>
          <p:cNvPr id="1420" name="Google Shape;1420;g3da1138a163_0_1"/>
          <p:cNvPicPr preferRelativeResize="0"/>
          <p:nvPr/>
        </p:nvPicPr>
        <p:blipFill rotWithShape="1">
          <a:blip r:embed="rId3">
            <a:alphaModFix/>
          </a:blip>
          <a:srcRect b="0" l="0" r="0" t="0"/>
          <a:stretch/>
        </p:blipFill>
        <p:spPr>
          <a:xfrm>
            <a:off x="10590934" y="6330522"/>
            <a:ext cx="1499906" cy="585000"/>
          </a:xfrm>
          <a:prstGeom prst="rect">
            <a:avLst/>
          </a:prstGeom>
          <a:noFill/>
          <a:ln>
            <a:noFill/>
          </a:ln>
        </p:spPr>
      </p:pic>
      <p:sp>
        <p:nvSpPr>
          <p:cNvPr id="1421" name="Google Shape;1421;g3da1138a163_0_1"/>
          <p:cNvSpPr txBox="1"/>
          <p:nvPr/>
        </p:nvSpPr>
        <p:spPr>
          <a:xfrm>
            <a:off x="-1" y="6288587"/>
            <a:ext cx="5981100" cy="6465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chemeClr val="dk1"/>
              </a:buClr>
              <a:buSzPts val="1800"/>
              <a:buFont typeface="Arial"/>
              <a:buNone/>
            </a:pPr>
            <a:r>
              <a:rPr b="0" i="0" lang="en-US" sz="1800" u="none" cap="none" strike="noStrike">
                <a:solidFill>
                  <a:schemeClr val="lt1"/>
                </a:solidFill>
                <a:latin typeface="Times New Roman"/>
                <a:ea typeface="Times New Roman"/>
                <a:cs typeface="Times New Roman"/>
                <a:sym typeface="Times New Roman"/>
              </a:rPr>
              <a:t>Machine Learning Professional</a:t>
            </a:r>
            <a:br>
              <a:rPr b="0" i="0" lang="en-US" sz="1800" u="none" cap="none" strike="noStrike">
                <a:solidFill>
                  <a:schemeClr val="lt1"/>
                </a:solidFill>
                <a:latin typeface="Times New Roman"/>
                <a:ea typeface="Times New Roman"/>
                <a:cs typeface="Times New Roman"/>
                <a:sym typeface="Times New Roman"/>
              </a:rPr>
            </a:br>
            <a:r>
              <a:rPr b="0" i="0" lang="en-US" sz="1800" u="none" cap="none" strike="noStrike">
                <a:solidFill>
                  <a:schemeClr val="lt1"/>
                </a:solidFill>
                <a:latin typeface="Times New Roman"/>
                <a:ea typeface="Times New Roman"/>
                <a:cs typeface="Times New Roman"/>
                <a:sym typeface="Times New Roman"/>
              </a:rPr>
              <a:t>Project Presentation</a:t>
            </a:r>
            <a:endParaRPr b="0" i="0" sz="1800" u="none" cap="none" strike="noStrike">
              <a:solidFill>
                <a:schemeClr val="lt1"/>
              </a:solidFill>
              <a:latin typeface="Times New Roman"/>
              <a:ea typeface="Times New Roman"/>
              <a:cs typeface="Times New Roman"/>
              <a:sym typeface="Times New Roman"/>
            </a:endParaRPr>
          </a:p>
        </p:txBody>
      </p:sp>
      <p:pic>
        <p:nvPicPr>
          <p:cNvPr id="1422" name="Google Shape;1422;g3da1138a163_0_1"/>
          <p:cNvPicPr preferRelativeResize="0"/>
          <p:nvPr/>
        </p:nvPicPr>
        <p:blipFill rotWithShape="1">
          <a:blip r:embed="rId4">
            <a:alphaModFix/>
          </a:blip>
          <a:srcRect b="0" l="0" r="0" t="0"/>
          <a:stretch/>
        </p:blipFill>
        <p:spPr>
          <a:xfrm>
            <a:off x="10590875" y="6341462"/>
            <a:ext cx="1500023" cy="585000"/>
          </a:xfrm>
          <a:prstGeom prst="rect">
            <a:avLst/>
          </a:prstGeom>
          <a:noFill/>
          <a:ln>
            <a:noFill/>
          </a:ln>
        </p:spPr>
      </p:pic>
      <p:sp>
        <p:nvSpPr>
          <p:cNvPr id="1423" name="Google Shape;1423;g3da1138a163_0_1"/>
          <p:cNvSpPr txBox="1"/>
          <p:nvPr/>
        </p:nvSpPr>
        <p:spPr>
          <a:xfrm>
            <a:off x="-1" y="6288587"/>
            <a:ext cx="5981100" cy="6465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chemeClr val="dk1"/>
              </a:buClr>
              <a:buSzPts val="1800"/>
              <a:buFont typeface="Arial"/>
              <a:buNone/>
            </a:pPr>
            <a:r>
              <a:rPr b="0" i="0" lang="en-US" sz="1800" u="none" cap="none" strike="noStrike">
                <a:solidFill>
                  <a:schemeClr val="lt1"/>
                </a:solidFill>
                <a:latin typeface="Times New Roman"/>
                <a:ea typeface="Times New Roman"/>
                <a:cs typeface="Times New Roman"/>
                <a:sym typeface="Times New Roman"/>
              </a:rPr>
              <a:t>Machine Learning Professional</a:t>
            </a:r>
            <a:br>
              <a:rPr b="0" i="0" lang="en-US" sz="1800" u="none" cap="none" strike="noStrike">
                <a:solidFill>
                  <a:schemeClr val="lt1"/>
                </a:solidFill>
                <a:latin typeface="Times New Roman"/>
                <a:ea typeface="Times New Roman"/>
                <a:cs typeface="Times New Roman"/>
                <a:sym typeface="Times New Roman"/>
              </a:rPr>
            </a:br>
            <a:r>
              <a:rPr b="0" i="0" lang="en-US" sz="1800" u="none" cap="none" strike="noStrike">
                <a:solidFill>
                  <a:schemeClr val="lt1"/>
                </a:solidFill>
                <a:latin typeface="Times New Roman"/>
                <a:ea typeface="Times New Roman"/>
                <a:cs typeface="Times New Roman"/>
                <a:sym typeface="Times New Roman"/>
              </a:rPr>
              <a:t>Project Presentation</a:t>
            </a:r>
            <a:endParaRPr b="0" i="0" sz="1800" u="none" cap="none" strike="noStrike">
              <a:solidFill>
                <a:schemeClr val="lt1"/>
              </a:solidFill>
              <a:latin typeface="Times New Roman"/>
              <a:ea typeface="Times New Roman"/>
              <a:cs typeface="Times New Roman"/>
              <a:sym typeface="Times New Roman"/>
            </a:endParaRPr>
          </a:p>
        </p:txBody>
      </p:sp>
      <p:pic>
        <p:nvPicPr>
          <p:cNvPr id="1424" name="Google Shape;1424;g3da1138a163_0_1"/>
          <p:cNvPicPr preferRelativeResize="0"/>
          <p:nvPr/>
        </p:nvPicPr>
        <p:blipFill rotWithShape="1">
          <a:blip r:embed="rId4">
            <a:alphaModFix/>
          </a:blip>
          <a:srcRect b="0" l="0" r="0" t="0"/>
          <a:stretch/>
        </p:blipFill>
        <p:spPr>
          <a:xfrm>
            <a:off x="10590875" y="6330524"/>
            <a:ext cx="1500023" cy="585000"/>
          </a:xfrm>
          <a:prstGeom prst="rect">
            <a:avLst/>
          </a:prstGeom>
          <a:noFill/>
          <a:ln>
            <a:noFill/>
          </a:ln>
        </p:spPr>
      </p:pic>
      <p:sp>
        <p:nvSpPr>
          <p:cNvPr id="1425" name="Google Shape;1425;g3da1138a163_0_1"/>
          <p:cNvSpPr txBox="1"/>
          <p:nvPr/>
        </p:nvSpPr>
        <p:spPr>
          <a:xfrm>
            <a:off x="-1" y="6234672"/>
            <a:ext cx="5981100" cy="6465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chemeClr val="dk1"/>
              </a:buClr>
              <a:buSzPts val="1800"/>
              <a:buFont typeface="Arial"/>
              <a:buNone/>
            </a:pPr>
            <a:r>
              <a:rPr b="0" i="0" lang="en-US" sz="1800" u="none" cap="none" strike="noStrike">
                <a:solidFill>
                  <a:schemeClr val="lt1"/>
                </a:solidFill>
                <a:latin typeface="Times New Roman"/>
                <a:ea typeface="Times New Roman"/>
                <a:cs typeface="Times New Roman"/>
                <a:sym typeface="Times New Roman"/>
              </a:rPr>
              <a:t>Machine Learning Professional</a:t>
            </a:r>
            <a:br>
              <a:rPr b="0" i="0" lang="en-US" sz="1800" u="none" cap="none" strike="noStrike">
                <a:solidFill>
                  <a:schemeClr val="lt1"/>
                </a:solidFill>
                <a:latin typeface="Times New Roman"/>
                <a:ea typeface="Times New Roman"/>
                <a:cs typeface="Times New Roman"/>
                <a:sym typeface="Times New Roman"/>
              </a:rPr>
            </a:br>
            <a:r>
              <a:rPr b="0" i="0" lang="en-US" sz="1800" u="none" cap="none" strike="noStrike">
                <a:solidFill>
                  <a:schemeClr val="lt1"/>
                </a:solidFill>
                <a:latin typeface="Times New Roman"/>
                <a:ea typeface="Times New Roman"/>
                <a:cs typeface="Times New Roman"/>
                <a:sym typeface="Times New Roman"/>
              </a:rPr>
              <a:t>Project Presentation</a:t>
            </a:r>
            <a:endParaRPr b="0" i="0" sz="1800" u="none" cap="none" strike="noStrike">
              <a:solidFill>
                <a:schemeClr val="lt1"/>
              </a:solidFill>
              <a:latin typeface="Times New Roman"/>
              <a:ea typeface="Times New Roman"/>
              <a:cs typeface="Times New Roman"/>
              <a:sym typeface="Times New Roman"/>
            </a:endParaRPr>
          </a:p>
        </p:txBody>
      </p:sp>
      <p:pic>
        <p:nvPicPr>
          <p:cNvPr id="1426" name="Google Shape;1426;g3da1138a163_0_1"/>
          <p:cNvPicPr preferRelativeResize="0"/>
          <p:nvPr/>
        </p:nvPicPr>
        <p:blipFill rotWithShape="1">
          <a:blip r:embed="rId4">
            <a:alphaModFix/>
          </a:blip>
          <a:srcRect b="0" l="0" r="0" t="0"/>
          <a:stretch/>
        </p:blipFill>
        <p:spPr>
          <a:xfrm>
            <a:off x="10590875" y="6330524"/>
            <a:ext cx="1500023" cy="585000"/>
          </a:xfrm>
          <a:prstGeom prst="rect">
            <a:avLst/>
          </a:prstGeom>
          <a:noFill/>
          <a:ln>
            <a:noFill/>
          </a:ln>
        </p:spPr>
      </p:pic>
      <p:sp>
        <p:nvSpPr>
          <p:cNvPr id="1427" name="Google Shape;1427;g3da1138a163_0_1"/>
          <p:cNvSpPr txBox="1"/>
          <p:nvPr/>
        </p:nvSpPr>
        <p:spPr>
          <a:xfrm>
            <a:off x="-1" y="6234672"/>
            <a:ext cx="5981100" cy="6465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chemeClr val="dk1"/>
              </a:buClr>
              <a:buSzPts val="1800"/>
              <a:buFont typeface="Arial"/>
              <a:buNone/>
            </a:pPr>
            <a:r>
              <a:rPr b="0" i="0" lang="en-US" sz="1800" u="none" cap="none" strike="noStrike">
                <a:solidFill>
                  <a:schemeClr val="lt1"/>
                </a:solidFill>
                <a:latin typeface="Times New Roman"/>
                <a:ea typeface="Times New Roman"/>
                <a:cs typeface="Times New Roman"/>
                <a:sym typeface="Times New Roman"/>
              </a:rPr>
              <a:t>Machine Learning Professional</a:t>
            </a:r>
            <a:br>
              <a:rPr b="0" i="0" lang="en-US" sz="1800" u="none" cap="none" strike="noStrike">
                <a:solidFill>
                  <a:schemeClr val="lt1"/>
                </a:solidFill>
                <a:latin typeface="Times New Roman"/>
                <a:ea typeface="Times New Roman"/>
                <a:cs typeface="Times New Roman"/>
                <a:sym typeface="Times New Roman"/>
              </a:rPr>
            </a:br>
            <a:r>
              <a:rPr b="0" i="0" lang="en-US" sz="1800" u="none" cap="none" strike="noStrike">
                <a:solidFill>
                  <a:schemeClr val="lt1"/>
                </a:solidFill>
                <a:latin typeface="Times New Roman"/>
                <a:ea typeface="Times New Roman"/>
                <a:cs typeface="Times New Roman"/>
                <a:sym typeface="Times New Roman"/>
              </a:rPr>
              <a:t>Project Presentation</a:t>
            </a:r>
            <a:endParaRPr b="0" i="0" sz="1800" u="none" cap="none" strike="noStrike">
              <a:solidFill>
                <a:schemeClr val="lt1"/>
              </a:solidFill>
              <a:latin typeface="Times New Roman"/>
              <a:ea typeface="Times New Roman"/>
              <a:cs typeface="Times New Roman"/>
              <a:sym typeface="Times New Roman"/>
            </a:endParaRPr>
          </a:p>
        </p:txBody>
      </p:sp>
      <p:pic>
        <p:nvPicPr>
          <p:cNvPr id="1428" name="Google Shape;1428;g3da1138a163_0_1"/>
          <p:cNvPicPr preferRelativeResize="0"/>
          <p:nvPr/>
        </p:nvPicPr>
        <p:blipFill rotWithShape="1">
          <a:blip r:embed="rId4">
            <a:alphaModFix/>
          </a:blip>
          <a:srcRect b="0" l="0" r="0" t="0"/>
          <a:stretch/>
        </p:blipFill>
        <p:spPr>
          <a:xfrm>
            <a:off x="10590875" y="6330524"/>
            <a:ext cx="1500023" cy="585000"/>
          </a:xfrm>
          <a:prstGeom prst="rect">
            <a:avLst/>
          </a:prstGeom>
          <a:noFill/>
          <a:ln>
            <a:noFill/>
          </a:ln>
        </p:spPr>
      </p:pic>
      <p:sp>
        <p:nvSpPr>
          <p:cNvPr id="1429" name="Google Shape;1429;g3da1138a163_0_1"/>
          <p:cNvSpPr txBox="1"/>
          <p:nvPr/>
        </p:nvSpPr>
        <p:spPr>
          <a:xfrm>
            <a:off x="-1" y="6234672"/>
            <a:ext cx="5981100" cy="6465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chemeClr val="dk1"/>
              </a:buClr>
              <a:buSzPts val="1800"/>
              <a:buFont typeface="Arial"/>
              <a:buNone/>
            </a:pPr>
            <a:r>
              <a:rPr b="0" i="0" lang="en-US" sz="1800" u="none" cap="none" strike="noStrike">
                <a:solidFill>
                  <a:schemeClr val="lt1"/>
                </a:solidFill>
                <a:latin typeface="Times New Roman"/>
                <a:ea typeface="Times New Roman"/>
                <a:cs typeface="Times New Roman"/>
                <a:sym typeface="Times New Roman"/>
              </a:rPr>
              <a:t>Nanoelectronics - Seminar Presentation</a:t>
            </a:r>
            <a:br>
              <a:rPr b="0" i="0" lang="en-US" sz="1800" u="none" cap="none" strike="noStrike">
                <a:solidFill>
                  <a:schemeClr val="lt1"/>
                </a:solidFill>
                <a:latin typeface="Times New Roman"/>
                <a:ea typeface="Times New Roman"/>
                <a:cs typeface="Times New Roman"/>
                <a:sym typeface="Times New Roman"/>
              </a:rPr>
            </a:br>
            <a:r>
              <a:rPr b="0" i="0" lang="en-US" sz="1800" u="none" cap="none" strike="noStrike">
                <a:solidFill>
                  <a:schemeClr val="lt1"/>
                </a:solidFill>
                <a:latin typeface="Times New Roman"/>
                <a:ea typeface="Times New Roman"/>
                <a:cs typeface="Times New Roman"/>
                <a:sym typeface="Times New Roman"/>
              </a:rPr>
              <a:t>Ronit Dutta</a:t>
            </a:r>
            <a:endParaRPr b="0" i="0" sz="1800" u="none" cap="none" strike="noStrike">
              <a:solidFill>
                <a:schemeClr val="lt1"/>
              </a:solidFill>
              <a:latin typeface="Times New Roman"/>
              <a:ea typeface="Times New Roman"/>
              <a:cs typeface="Times New Roman"/>
              <a:sym typeface="Times New Roman"/>
            </a:endParaRPr>
          </a:p>
        </p:txBody>
      </p:sp>
      <p:pic>
        <p:nvPicPr>
          <p:cNvPr id="1430" name="Google Shape;1430;g3da1138a163_0_1"/>
          <p:cNvPicPr preferRelativeResize="0"/>
          <p:nvPr/>
        </p:nvPicPr>
        <p:blipFill rotWithShape="1">
          <a:blip r:embed="rId4">
            <a:alphaModFix/>
          </a:blip>
          <a:srcRect b="0" l="0" r="0" t="0"/>
          <a:stretch/>
        </p:blipFill>
        <p:spPr>
          <a:xfrm>
            <a:off x="10590875" y="6330524"/>
            <a:ext cx="1500023" cy="585000"/>
          </a:xfrm>
          <a:prstGeom prst="rect">
            <a:avLst/>
          </a:prstGeom>
          <a:noFill/>
          <a:ln>
            <a:noFill/>
          </a:ln>
        </p:spPr>
      </p:pic>
      <p:pic>
        <p:nvPicPr>
          <p:cNvPr id="1431" name="Google Shape;1431;g3da1138a163_0_1"/>
          <p:cNvPicPr preferRelativeResize="0"/>
          <p:nvPr/>
        </p:nvPicPr>
        <p:blipFill rotWithShape="1">
          <a:blip r:embed="rId7">
            <a:alphaModFix/>
          </a:blip>
          <a:srcRect b="0" l="0" r="0" t="0"/>
          <a:stretch/>
        </p:blipFill>
        <p:spPr>
          <a:xfrm>
            <a:off x="0" y="6234674"/>
            <a:ext cx="12192000" cy="1165875"/>
          </a:xfrm>
          <a:prstGeom prst="rect">
            <a:avLst/>
          </a:prstGeom>
          <a:noFill/>
          <a:ln>
            <a:noFill/>
          </a:ln>
        </p:spPr>
      </p:pic>
      <p:sp>
        <p:nvSpPr>
          <p:cNvPr id="1432" name="Google Shape;1432;g3da1138a163_0_1"/>
          <p:cNvSpPr txBox="1"/>
          <p:nvPr/>
        </p:nvSpPr>
        <p:spPr>
          <a:xfrm>
            <a:off x="-1" y="6310697"/>
            <a:ext cx="5981100" cy="6465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chemeClr val="dk1"/>
              </a:buClr>
              <a:buSzPts val="1800"/>
              <a:buFont typeface="Arial"/>
              <a:buNone/>
            </a:pPr>
            <a:r>
              <a:rPr lang="en-US" sz="1800">
                <a:solidFill>
                  <a:schemeClr val="lt1"/>
                </a:solidFill>
                <a:latin typeface="Times New Roman"/>
                <a:ea typeface="Times New Roman"/>
                <a:cs typeface="Times New Roman"/>
                <a:sym typeface="Times New Roman"/>
              </a:rPr>
              <a:t>Applied Mathematics for Engineering [MIDTERM PROJECT]</a:t>
            </a:r>
            <a:br>
              <a:rPr b="0" i="0" lang="en-US" sz="1800" u="none" cap="none" strike="noStrike">
                <a:solidFill>
                  <a:schemeClr val="lt1"/>
                </a:solidFill>
                <a:latin typeface="Times New Roman"/>
                <a:ea typeface="Times New Roman"/>
                <a:cs typeface="Times New Roman"/>
                <a:sym typeface="Times New Roman"/>
              </a:rPr>
            </a:br>
            <a:r>
              <a:rPr b="0" i="0" lang="en-US" sz="1800" u="none" cap="none" strike="noStrike">
                <a:solidFill>
                  <a:schemeClr val="lt1"/>
                </a:solidFill>
                <a:latin typeface="Times New Roman"/>
                <a:ea typeface="Times New Roman"/>
                <a:cs typeface="Times New Roman"/>
                <a:sym typeface="Times New Roman"/>
              </a:rPr>
              <a:t>Ronit Dutta</a:t>
            </a:r>
            <a:endParaRPr b="0" i="0" sz="1800" u="none" cap="none" strike="noStrike">
              <a:solidFill>
                <a:schemeClr val="lt1"/>
              </a:solidFill>
              <a:latin typeface="Times New Roman"/>
              <a:ea typeface="Times New Roman"/>
              <a:cs typeface="Times New Roman"/>
              <a:sym typeface="Times New Roman"/>
            </a:endParaRPr>
          </a:p>
        </p:txBody>
      </p:sp>
      <p:sp>
        <p:nvSpPr>
          <p:cNvPr id="1433" name="Google Shape;1433;g3da1138a163_0_1"/>
          <p:cNvSpPr txBox="1"/>
          <p:nvPr/>
        </p:nvSpPr>
        <p:spPr>
          <a:xfrm>
            <a:off x="444475" y="975175"/>
            <a:ext cx="5820000" cy="5025000"/>
          </a:xfrm>
          <a:prstGeom prst="rect">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228600" lvl="0" marL="800100" marR="0" rtl="0" algn="l">
              <a:lnSpc>
                <a:spcPct val="115000"/>
              </a:lnSpc>
              <a:spcBef>
                <a:spcPts val="0"/>
              </a:spcBef>
              <a:spcAft>
                <a:spcPts val="0"/>
              </a:spcAft>
              <a:buClr>
                <a:srgbClr val="B7B7B7"/>
              </a:buClr>
              <a:buSzPts val="1800"/>
              <a:buFont typeface="Georgia"/>
              <a:buAutoNum type="arabicPeriod"/>
            </a:pPr>
            <a:r>
              <a:rPr b="0" i="0" lang="en-US" sz="1800" u="none" cap="none" strike="noStrike">
                <a:solidFill>
                  <a:srgbClr val="B7B7B7"/>
                </a:solidFill>
                <a:latin typeface="Georgia"/>
                <a:ea typeface="Georgia"/>
                <a:cs typeface="Georgia"/>
                <a:sym typeface="Georgia"/>
              </a:rPr>
              <a:t>Introduction</a:t>
            </a:r>
            <a:endParaRPr b="0" i="0" sz="1800" u="none" cap="none" strike="noStrike">
              <a:solidFill>
                <a:srgbClr val="B7B7B7"/>
              </a:solidFill>
              <a:latin typeface="Georgia"/>
              <a:ea typeface="Georgia"/>
              <a:cs typeface="Georgia"/>
              <a:sym typeface="Georgia"/>
            </a:endParaRPr>
          </a:p>
          <a:p>
            <a:pPr indent="-228600" lvl="1" marL="1028700" marR="0" rtl="0" algn="l">
              <a:lnSpc>
                <a:spcPct val="80000"/>
              </a:lnSpc>
              <a:spcBef>
                <a:spcPts val="1000"/>
              </a:spcBef>
              <a:spcAft>
                <a:spcPts val="0"/>
              </a:spcAft>
              <a:buClr>
                <a:srgbClr val="B7B7B7"/>
              </a:buClr>
              <a:buSzPts val="1800"/>
              <a:buFont typeface="Georgia"/>
              <a:buChar char="○"/>
            </a:pPr>
            <a:r>
              <a:rPr lang="en-US" sz="1800">
                <a:solidFill>
                  <a:srgbClr val="B7B7B7"/>
                </a:solidFill>
                <a:latin typeface="Georgia"/>
                <a:ea typeface="Georgia"/>
                <a:cs typeface="Georgia"/>
                <a:sym typeface="Georgia"/>
              </a:rPr>
              <a:t>Schrodinger equation as energy</a:t>
            </a:r>
            <a:br>
              <a:rPr lang="en-US" sz="1800">
                <a:solidFill>
                  <a:srgbClr val="B7B7B7"/>
                </a:solidFill>
                <a:latin typeface="Georgia"/>
                <a:ea typeface="Georgia"/>
                <a:cs typeface="Georgia"/>
                <a:sym typeface="Georgia"/>
              </a:rPr>
            </a:br>
            <a:r>
              <a:rPr lang="en-US" sz="1800">
                <a:solidFill>
                  <a:srgbClr val="B7B7B7"/>
                </a:solidFill>
                <a:latin typeface="Georgia"/>
                <a:ea typeface="Georgia"/>
                <a:cs typeface="Georgia"/>
                <a:sym typeface="Georgia"/>
              </a:rPr>
              <a:t>conservation and eigenvalue equation</a:t>
            </a:r>
            <a:endParaRPr sz="1800">
              <a:solidFill>
                <a:srgbClr val="B7B7B7"/>
              </a:solidFill>
              <a:latin typeface="Georgia"/>
              <a:ea typeface="Georgia"/>
              <a:cs typeface="Georgia"/>
              <a:sym typeface="Georgia"/>
            </a:endParaRPr>
          </a:p>
          <a:p>
            <a:pPr indent="-228600" lvl="1" marL="1028700" marR="0" rtl="0" algn="l">
              <a:lnSpc>
                <a:spcPct val="80000"/>
              </a:lnSpc>
              <a:spcBef>
                <a:spcPts val="1000"/>
              </a:spcBef>
              <a:spcAft>
                <a:spcPts val="0"/>
              </a:spcAft>
              <a:buClr>
                <a:srgbClr val="B7B7B7"/>
              </a:buClr>
              <a:buSzPts val="1800"/>
              <a:buFont typeface="Georgia"/>
              <a:buChar char="○"/>
            </a:pPr>
            <a:r>
              <a:rPr lang="en-US" sz="1800">
                <a:solidFill>
                  <a:srgbClr val="B7B7B7"/>
                </a:solidFill>
                <a:latin typeface="Georgia"/>
                <a:ea typeface="Georgia"/>
                <a:cs typeface="Georgia"/>
                <a:sym typeface="Georgia"/>
              </a:rPr>
              <a:t>Fourier conjugates &amp; uncertainty principle</a:t>
            </a:r>
            <a:endParaRPr sz="1800">
              <a:solidFill>
                <a:srgbClr val="B7B7B7"/>
              </a:solidFill>
              <a:latin typeface="Georgia"/>
              <a:ea typeface="Georgia"/>
              <a:cs typeface="Georgia"/>
              <a:sym typeface="Georgia"/>
            </a:endParaRPr>
          </a:p>
          <a:p>
            <a:pPr indent="-228600" lvl="1" marL="1028700" marR="0" rtl="0" algn="l">
              <a:lnSpc>
                <a:spcPct val="80000"/>
              </a:lnSpc>
              <a:spcBef>
                <a:spcPts val="1000"/>
              </a:spcBef>
              <a:spcAft>
                <a:spcPts val="0"/>
              </a:spcAft>
              <a:buClr>
                <a:srgbClr val="B7B7B7"/>
              </a:buClr>
              <a:buSzPts val="1800"/>
              <a:buFont typeface="Georgia"/>
              <a:buChar char="○"/>
            </a:pPr>
            <a:r>
              <a:rPr lang="en-US" sz="1800">
                <a:solidFill>
                  <a:srgbClr val="B7B7B7"/>
                </a:solidFill>
                <a:latin typeface="Georgia"/>
                <a:ea typeface="Georgia"/>
                <a:cs typeface="Georgia"/>
                <a:sym typeface="Georgia"/>
              </a:rPr>
              <a:t>Confined vs scattering states</a:t>
            </a:r>
            <a:endParaRPr sz="1800">
              <a:solidFill>
                <a:srgbClr val="B7B7B7"/>
              </a:solidFill>
              <a:latin typeface="Georgia"/>
              <a:ea typeface="Georgia"/>
              <a:cs typeface="Georgia"/>
              <a:sym typeface="Georgia"/>
            </a:endParaRPr>
          </a:p>
          <a:p>
            <a:pPr indent="-228600" lvl="1" marL="1028700" marR="0" rtl="0" algn="l">
              <a:lnSpc>
                <a:spcPct val="80000"/>
              </a:lnSpc>
              <a:spcBef>
                <a:spcPts val="1000"/>
              </a:spcBef>
              <a:spcAft>
                <a:spcPts val="0"/>
              </a:spcAft>
              <a:buClr>
                <a:srgbClr val="B7B7B7"/>
              </a:buClr>
              <a:buSzPts val="1800"/>
              <a:buFont typeface="Georgia"/>
              <a:buChar char="○"/>
            </a:pPr>
            <a:r>
              <a:rPr lang="en-US" sz="1800">
                <a:solidFill>
                  <a:srgbClr val="B7B7B7"/>
                </a:solidFill>
                <a:latin typeface="Georgia"/>
                <a:ea typeface="Georgia"/>
                <a:cs typeface="Georgia"/>
                <a:sym typeface="Georgia"/>
              </a:rPr>
              <a:t>Common 1D scattering</a:t>
            </a:r>
            <a:endParaRPr sz="1800">
              <a:solidFill>
                <a:srgbClr val="B7B7B7"/>
              </a:solidFill>
              <a:latin typeface="Georgia"/>
              <a:ea typeface="Georgia"/>
              <a:cs typeface="Georgia"/>
              <a:sym typeface="Georgia"/>
            </a:endParaRPr>
          </a:p>
          <a:p>
            <a:pPr indent="-228600" lvl="0" marL="800100" marR="0" rtl="0" algn="l">
              <a:lnSpc>
                <a:spcPct val="115000"/>
              </a:lnSpc>
              <a:spcBef>
                <a:spcPts val="1000"/>
              </a:spcBef>
              <a:spcAft>
                <a:spcPts val="0"/>
              </a:spcAft>
              <a:buClr>
                <a:schemeClr val="dk1"/>
              </a:buClr>
              <a:buSzPts val="1800"/>
              <a:buFont typeface="Georgia"/>
              <a:buAutoNum type="arabicPeriod"/>
            </a:pPr>
            <a:r>
              <a:rPr lang="en-US" sz="1800">
                <a:solidFill>
                  <a:schemeClr val="dk1"/>
                </a:solidFill>
                <a:latin typeface="Georgia"/>
                <a:ea typeface="Georgia"/>
                <a:cs typeface="Georgia"/>
                <a:sym typeface="Georgia"/>
              </a:rPr>
              <a:t>S-matrix and its properties</a:t>
            </a:r>
            <a:endParaRPr sz="1800">
              <a:solidFill>
                <a:schemeClr val="dk1"/>
              </a:solidFill>
              <a:latin typeface="Georgia"/>
              <a:ea typeface="Georgia"/>
              <a:cs typeface="Georgia"/>
              <a:sym typeface="Georgia"/>
            </a:endParaRPr>
          </a:p>
          <a:p>
            <a:pPr indent="-228600" lvl="1" marL="1028700" marR="0" rtl="0" algn="l">
              <a:lnSpc>
                <a:spcPct val="80000"/>
              </a:lnSpc>
              <a:spcBef>
                <a:spcPts val="1000"/>
              </a:spcBef>
              <a:spcAft>
                <a:spcPts val="0"/>
              </a:spcAft>
              <a:buClr>
                <a:schemeClr val="dk1"/>
              </a:buClr>
              <a:buSzPts val="1800"/>
              <a:buFont typeface="Georgia"/>
              <a:buChar char="○"/>
            </a:pPr>
            <a:r>
              <a:rPr lang="en-US" sz="1800">
                <a:solidFill>
                  <a:schemeClr val="dk1"/>
                </a:solidFill>
                <a:latin typeface="Georgia"/>
                <a:ea typeface="Georgia"/>
                <a:cs typeface="Georgia"/>
                <a:sym typeface="Georgia"/>
              </a:rPr>
              <a:t>1D solutions using S matrix</a:t>
            </a:r>
            <a:endParaRPr sz="1800">
              <a:solidFill>
                <a:schemeClr val="dk1"/>
              </a:solidFill>
              <a:latin typeface="Georgia"/>
              <a:ea typeface="Georgia"/>
              <a:cs typeface="Georgia"/>
              <a:sym typeface="Georgia"/>
            </a:endParaRPr>
          </a:p>
          <a:p>
            <a:pPr indent="-228600" lvl="1" marL="1028700" marR="0" rtl="0" algn="l">
              <a:lnSpc>
                <a:spcPct val="80000"/>
              </a:lnSpc>
              <a:spcBef>
                <a:spcPts val="1000"/>
              </a:spcBef>
              <a:spcAft>
                <a:spcPts val="0"/>
              </a:spcAft>
              <a:buClr>
                <a:schemeClr val="dk1"/>
              </a:buClr>
              <a:buSzPts val="1800"/>
              <a:buFont typeface="Georgia"/>
              <a:buChar char="○"/>
            </a:pPr>
            <a:r>
              <a:rPr lang="en-US" sz="1800">
                <a:solidFill>
                  <a:schemeClr val="dk1"/>
                </a:solidFill>
                <a:latin typeface="Georgia"/>
                <a:ea typeface="Georgia"/>
                <a:cs typeface="Georgia"/>
                <a:sym typeface="Georgia"/>
              </a:rPr>
              <a:t>Resonances</a:t>
            </a:r>
            <a:endParaRPr sz="1800">
              <a:solidFill>
                <a:schemeClr val="dk1"/>
              </a:solidFill>
              <a:latin typeface="Georgia"/>
              <a:ea typeface="Georgia"/>
              <a:cs typeface="Georgia"/>
              <a:sym typeface="Georgia"/>
            </a:endParaRPr>
          </a:p>
          <a:p>
            <a:pPr indent="-228600" lvl="0" marL="800100" marR="0" rtl="0" algn="l">
              <a:lnSpc>
                <a:spcPct val="115000"/>
              </a:lnSpc>
              <a:spcBef>
                <a:spcPts val="1000"/>
              </a:spcBef>
              <a:spcAft>
                <a:spcPts val="0"/>
              </a:spcAft>
              <a:buClr>
                <a:srgbClr val="B7B7B7"/>
              </a:buClr>
              <a:buSzPts val="1800"/>
              <a:buFont typeface="Georgia"/>
              <a:buAutoNum type="arabicPeriod"/>
            </a:pPr>
            <a:r>
              <a:rPr lang="en-US" sz="1800">
                <a:solidFill>
                  <a:srgbClr val="B7B7B7"/>
                </a:solidFill>
                <a:latin typeface="Georgia"/>
                <a:ea typeface="Georgia"/>
                <a:cs typeface="Georgia"/>
                <a:sym typeface="Georgia"/>
              </a:rPr>
              <a:t>3D potentials and cross section formula</a:t>
            </a:r>
            <a:endParaRPr sz="1800">
              <a:solidFill>
                <a:srgbClr val="B7B7B7"/>
              </a:solidFill>
              <a:latin typeface="Georgia"/>
              <a:ea typeface="Georgia"/>
              <a:cs typeface="Georgia"/>
              <a:sym typeface="Georgia"/>
            </a:endParaRPr>
          </a:p>
          <a:p>
            <a:pPr indent="-228600" lvl="1" marL="1028700" marR="0" rtl="0" algn="l">
              <a:lnSpc>
                <a:spcPct val="80000"/>
              </a:lnSpc>
              <a:spcBef>
                <a:spcPts val="1000"/>
              </a:spcBef>
              <a:spcAft>
                <a:spcPts val="0"/>
              </a:spcAft>
              <a:buClr>
                <a:srgbClr val="B7B7B7"/>
              </a:buClr>
              <a:buSzPts val="1800"/>
              <a:buFont typeface="Georgia"/>
              <a:buChar char="○"/>
            </a:pPr>
            <a:r>
              <a:rPr lang="en-US" sz="1800">
                <a:solidFill>
                  <a:srgbClr val="B7B7B7"/>
                </a:solidFill>
                <a:latin typeface="Georgia"/>
                <a:ea typeface="Georgia"/>
                <a:cs typeface="Georgia"/>
                <a:sym typeface="Georgia"/>
              </a:rPr>
              <a:t>Partial waves &amp; Phase shifts</a:t>
            </a:r>
            <a:endParaRPr sz="1800">
              <a:solidFill>
                <a:srgbClr val="B7B7B7"/>
              </a:solidFill>
              <a:latin typeface="Georgia"/>
              <a:ea typeface="Georgia"/>
              <a:cs typeface="Georgia"/>
              <a:sym typeface="Georgia"/>
            </a:endParaRPr>
          </a:p>
          <a:p>
            <a:pPr indent="-228600" lvl="1" marL="1028700" marR="0" rtl="0" algn="l">
              <a:lnSpc>
                <a:spcPct val="80000"/>
              </a:lnSpc>
              <a:spcBef>
                <a:spcPts val="1000"/>
              </a:spcBef>
              <a:spcAft>
                <a:spcPts val="0"/>
              </a:spcAft>
              <a:buClr>
                <a:srgbClr val="B7B7B7"/>
              </a:buClr>
              <a:buSzPts val="1800"/>
              <a:buFont typeface="Georgia"/>
              <a:buChar char="○"/>
            </a:pPr>
            <a:r>
              <a:rPr lang="en-US" sz="1800">
                <a:solidFill>
                  <a:srgbClr val="B7B7B7"/>
                </a:solidFill>
                <a:latin typeface="Georgia"/>
                <a:ea typeface="Georgia"/>
                <a:cs typeface="Georgia"/>
                <a:sym typeface="Georgia"/>
              </a:rPr>
              <a:t>Hard sphere solution</a:t>
            </a:r>
            <a:endParaRPr sz="1800">
              <a:solidFill>
                <a:srgbClr val="B7B7B7"/>
              </a:solidFill>
              <a:latin typeface="Georgia"/>
              <a:ea typeface="Georgia"/>
              <a:cs typeface="Georgia"/>
              <a:sym typeface="Georgia"/>
            </a:endParaRPr>
          </a:p>
          <a:p>
            <a:pPr indent="-228600" lvl="1" marL="1028700" marR="0" rtl="0" algn="l">
              <a:lnSpc>
                <a:spcPct val="80000"/>
              </a:lnSpc>
              <a:spcBef>
                <a:spcPts val="1000"/>
              </a:spcBef>
              <a:spcAft>
                <a:spcPts val="1000"/>
              </a:spcAft>
              <a:buClr>
                <a:srgbClr val="B7B7B7"/>
              </a:buClr>
              <a:buSzPts val="1800"/>
              <a:buFont typeface="Georgia"/>
              <a:buChar char="○"/>
            </a:pPr>
            <a:r>
              <a:rPr lang="en-US" sz="1800">
                <a:solidFill>
                  <a:srgbClr val="B7B7B7"/>
                </a:solidFill>
                <a:latin typeface="Georgia"/>
                <a:ea typeface="Georgia"/>
                <a:cs typeface="Georgia"/>
                <a:sym typeface="Georgia"/>
              </a:rPr>
              <a:t>Bound states &amp;</a:t>
            </a:r>
            <a:r>
              <a:rPr lang="en-US" sz="1800">
                <a:solidFill>
                  <a:srgbClr val="B7B7B7"/>
                </a:solidFill>
                <a:latin typeface="Georgia"/>
                <a:ea typeface="Georgia"/>
                <a:cs typeface="Georgia"/>
                <a:sym typeface="Georgia"/>
              </a:rPr>
              <a:t> scattering length</a:t>
            </a:r>
            <a:endParaRPr sz="1800">
              <a:solidFill>
                <a:srgbClr val="B7B7B7"/>
              </a:solidFill>
              <a:latin typeface="Georgia"/>
              <a:ea typeface="Georgia"/>
              <a:cs typeface="Georgia"/>
              <a:sym typeface="Georgia"/>
            </a:endParaRPr>
          </a:p>
        </p:txBody>
      </p:sp>
      <p:pic>
        <p:nvPicPr>
          <p:cNvPr id="1434" name="Google Shape;1434;g3da1138a163_0_1"/>
          <p:cNvPicPr preferRelativeResize="0"/>
          <p:nvPr/>
        </p:nvPicPr>
        <p:blipFill rotWithShape="1">
          <a:blip r:embed="rId4">
            <a:alphaModFix/>
          </a:blip>
          <a:srcRect b="0" l="0" r="0" t="0"/>
          <a:stretch/>
        </p:blipFill>
        <p:spPr>
          <a:xfrm>
            <a:off x="10579375" y="6341449"/>
            <a:ext cx="1500023" cy="585000"/>
          </a:xfrm>
          <a:prstGeom prst="rect">
            <a:avLst/>
          </a:prstGeom>
          <a:noFill/>
          <a:ln>
            <a:noFill/>
          </a:ln>
        </p:spPr>
      </p:pic>
    </p:spTree>
  </p:cSld>
  <p:clrMapOvr>
    <a:masterClrMapping/>
  </p:clrMapOvr>
</p:sld>
</file>

<file path=ppt/slides/slide1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438" name="Shape 1438"/>
        <p:cNvGrpSpPr/>
        <p:nvPr/>
      </p:nvGrpSpPr>
      <p:grpSpPr>
        <a:xfrm>
          <a:off x="0" y="0"/>
          <a:ext cx="0" cy="0"/>
          <a:chOff x="0" y="0"/>
          <a:chExt cx="0" cy="0"/>
        </a:xfrm>
      </p:grpSpPr>
      <p:sp>
        <p:nvSpPr>
          <p:cNvPr id="1439" name="Google Shape;1439;g3a3edffe164_0_93"/>
          <p:cNvSpPr txBox="1"/>
          <p:nvPr/>
        </p:nvSpPr>
        <p:spPr>
          <a:xfrm>
            <a:off x="2692025" y="4528275"/>
            <a:ext cx="3975600" cy="1551000"/>
          </a:xfrm>
          <a:prstGeom prst="rect">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just">
              <a:lnSpc>
                <a:spcPct val="115000"/>
              </a:lnSpc>
              <a:spcBef>
                <a:spcPts val="0"/>
              </a:spcBef>
              <a:spcAft>
                <a:spcPts val="0"/>
              </a:spcAft>
              <a:buNone/>
            </a:pPr>
            <a:r>
              <a:rPr lang="en-US">
                <a:solidFill>
                  <a:schemeClr val="dk1"/>
                </a:solidFill>
                <a:latin typeface="Georgia"/>
                <a:ea typeface="Georgia"/>
                <a:cs typeface="Georgia"/>
                <a:sym typeface="Georgia"/>
              </a:rPr>
              <a:t>The off-diagonal elements vanish by virtue of the relations t′= t and r′ =−r</a:t>
            </a:r>
            <a:r>
              <a:rPr baseline="30000" lang="en-US">
                <a:solidFill>
                  <a:schemeClr val="dk1"/>
                </a:solidFill>
                <a:latin typeface="Georgia"/>
                <a:ea typeface="Georgia"/>
                <a:cs typeface="Georgia"/>
                <a:sym typeface="Georgia"/>
              </a:rPr>
              <a:t>*</a:t>
            </a:r>
            <a:r>
              <a:rPr lang="en-US">
                <a:solidFill>
                  <a:schemeClr val="dk1"/>
                </a:solidFill>
                <a:latin typeface="Georgia"/>
                <a:ea typeface="Georgia"/>
                <a:cs typeface="Georgia"/>
                <a:sym typeface="Georgia"/>
              </a:rPr>
              <a:t>t/t</a:t>
            </a:r>
            <a:r>
              <a:rPr baseline="30000" lang="en-US">
                <a:solidFill>
                  <a:schemeClr val="dk1"/>
                </a:solidFill>
                <a:latin typeface="Georgia"/>
                <a:ea typeface="Georgia"/>
                <a:cs typeface="Georgia"/>
                <a:sym typeface="Georgia"/>
              </a:rPr>
              <a:t>*</a:t>
            </a:r>
            <a:r>
              <a:rPr lang="en-US">
                <a:solidFill>
                  <a:srgbClr val="141413"/>
                </a:solidFill>
                <a:latin typeface="Georgia"/>
                <a:ea typeface="Georgia"/>
                <a:cs typeface="Georgia"/>
                <a:sym typeface="Georgia"/>
              </a:rPr>
              <a:t> (from probability current proof).</a:t>
            </a:r>
            <a:r>
              <a:rPr lang="en-US">
                <a:solidFill>
                  <a:srgbClr val="141413"/>
                </a:solidFill>
                <a:latin typeface="Georgia"/>
                <a:ea typeface="Georgia"/>
                <a:cs typeface="Georgia"/>
                <a:sym typeface="Georgia"/>
              </a:rPr>
              <a:t> </a:t>
            </a:r>
            <a:endParaRPr>
              <a:solidFill>
                <a:srgbClr val="141413"/>
              </a:solidFill>
              <a:latin typeface="Georgia"/>
              <a:ea typeface="Georgia"/>
              <a:cs typeface="Georgia"/>
              <a:sym typeface="Georgia"/>
            </a:endParaRPr>
          </a:p>
          <a:p>
            <a:pPr indent="0" lvl="0" marL="0" rtl="0" algn="just">
              <a:lnSpc>
                <a:spcPct val="115000"/>
              </a:lnSpc>
              <a:spcBef>
                <a:spcPts val="0"/>
              </a:spcBef>
              <a:spcAft>
                <a:spcPts val="0"/>
              </a:spcAft>
              <a:buNone/>
            </a:pPr>
            <a:r>
              <a:rPr lang="en-US">
                <a:solidFill>
                  <a:srgbClr val="141413"/>
                </a:solidFill>
                <a:latin typeface="Georgia"/>
                <a:ea typeface="Georgia"/>
                <a:cs typeface="Georgia"/>
                <a:sym typeface="Georgia"/>
              </a:rPr>
              <a:t>Meanwhile, the diagonal elements are equal to 1 (again conservation of probability current).</a:t>
            </a:r>
            <a:endParaRPr>
              <a:solidFill>
                <a:schemeClr val="dk1"/>
              </a:solidFill>
              <a:latin typeface="Georgia"/>
              <a:ea typeface="Georgia"/>
              <a:cs typeface="Georgia"/>
              <a:sym typeface="Georgia"/>
            </a:endParaRPr>
          </a:p>
        </p:txBody>
      </p:sp>
      <p:pic>
        <p:nvPicPr>
          <p:cNvPr id="1440" name="Google Shape;1440;g3a3edffe164_0_93"/>
          <p:cNvPicPr preferRelativeResize="0"/>
          <p:nvPr/>
        </p:nvPicPr>
        <p:blipFill rotWithShape="1">
          <a:blip r:embed="rId3">
            <a:alphaModFix/>
          </a:blip>
          <a:srcRect b="0" l="0" r="0" t="0"/>
          <a:stretch/>
        </p:blipFill>
        <p:spPr>
          <a:xfrm>
            <a:off x="-4" y="6211289"/>
            <a:ext cx="12192003" cy="1285104"/>
          </a:xfrm>
          <a:prstGeom prst="rect">
            <a:avLst/>
          </a:prstGeom>
          <a:noFill/>
          <a:ln>
            <a:noFill/>
          </a:ln>
        </p:spPr>
      </p:pic>
      <p:pic>
        <p:nvPicPr>
          <p:cNvPr id="1441" name="Google Shape;1441;g3a3edffe164_0_93"/>
          <p:cNvPicPr preferRelativeResize="0"/>
          <p:nvPr/>
        </p:nvPicPr>
        <p:blipFill rotWithShape="1">
          <a:blip r:embed="rId4">
            <a:alphaModFix/>
          </a:blip>
          <a:srcRect b="0" l="0" r="0" t="0"/>
          <a:stretch/>
        </p:blipFill>
        <p:spPr>
          <a:xfrm>
            <a:off x="10590934" y="6330522"/>
            <a:ext cx="1499906" cy="585000"/>
          </a:xfrm>
          <a:prstGeom prst="rect">
            <a:avLst/>
          </a:prstGeom>
          <a:noFill/>
          <a:ln>
            <a:noFill/>
          </a:ln>
        </p:spPr>
      </p:pic>
      <p:sp>
        <p:nvSpPr>
          <p:cNvPr id="1442" name="Google Shape;1442;g3a3edffe164_0_93"/>
          <p:cNvSpPr txBox="1"/>
          <p:nvPr/>
        </p:nvSpPr>
        <p:spPr>
          <a:xfrm>
            <a:off x="-1" y="6288587"/>
            <a:ext cx="5981100" cy="3693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chemeClr val="dk1"/>
              </a:buClr>
              <a:buSzPts val="1800"/>
              <a:buFont typeface="Arial"/>
              <a:buNone/>
            </a:pPr>
            <a:r>
              <a:rPr b="0" i="0" lang="en-US" sz="1800" u="none" cap="none" strike="noStrike">
                <a:solidFill>
                  <a:schemeClr val="lt1"/>
                </a:solidFill>
                <a:latin typeface="Times New Roman"/>
                <a:ea typeface="Times New Roman"/>
                <a:cs typeface="Times New Roman"/>
                <a:sym typeface="Times New Roman"/>
              </a:rPr>
              <a:t>Term Paper Presentation | Ronit Dutta</a:t>
            </a:r>
            <a:endParaRPr b="0" i="0" sz="1800" u="none" cap="none" strike="noStrike">
              <a:solidFill>
                <a:schemeClr val="lt1"/>
              </a:solidFill>
              <a:latin typeface="Times New Roman"/>
              <a:ea typeface="Times New Roman"/>
              <a:cs typeface="Times New Roman"/>
              <a:sym typeface="Times New Roman"/>
            </a:endParaRPr>
          </a:p>
        </p:txBody>
      </p:sp>
      <p:sp>
        <p:nvSpPr>
          <p:cNvPr id="1443" name="Google Shape;1443;g3a3edffe164_0_93"/>
          <p:cNvSpPr txBox="1"/>
          <p:nvPr/>
        </p:nvSpPr>
        <p:spPr>
          <a:xfrm>
            <a:off x="0" y="0"/>
            <a:ext cx="12192000" cy="5850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3200"/>
              <a:buFont typeface="Arial"/>
              <a:buNone/>
            </a:pPr>
            <a:r>
              <a:rPr lang="en-US" sz="3200">
                <a:solidFill>
                  <a:schemeClr val="dk1"/>
                </a:solidFill>
                <a:latin typeface="Times New Roman"/>
                <a:ea typeface="Times New Roman"/>
                <a:cs typeface="Times New Roman"/>
                <a:sym typeface="Times New Roman"/>
              </a:rPr>
              <a:t>S-matrix and its properties : unitarity &amp; parity basis</a:t>
            </a:r>
            <a:endParaRPr b="0" i="0" sz="3200" u="none" cap="none" strike="noStrike">
              <a:solidFill>
                <a:schemeClr val="dk1"/>
              </a:solidFill>
              <a:latin typeface="Times New Roman"/>
              <a:ea typeface="Times New Roman"/>
              <a:cs typeface="Times New Roman"/>
              <a:sym typeface="Times New Roman"/>
            </a:endParaRPr>
          </a:p>
        </p:txBody>
      </p:sp>
      <p:cxnSp>
        <p:nvCxnSpPr>
          <p:cNvPr id="1444" name="Google Shape;1444;g3a3edffe164_0_93"/>
          <p:cNvCxnSpPr/>
          <p:nvPr/>
        </p:nvCxnSpPr>
        <p:spPr>
          <a:xfrm flipH="1" rot="10800000">
            <a:off x="6" y="554389"/>
            <a:ext cx="6318000" cy="30600"/>
          </a:xfrm>
          <a:prstGeom prst="straightConnector1">
            <a:avLst/>
          </a:prstGeom>
          <a:noFill/>
          <a:ln cap="flat" cmpd="sng" w="9525">
            <a:solidFill>
              <a:srgbClr val="0E4D3B"/>
            </a:solidFill>
            <a:prstDash val="solid"/>
            <a:miter lim="800000"/>
            <a:headEnd len="sm" w="sm" type="none"/>
            <a:tailEnd len="sm" w="sm" type="none"/>
          </a:ln>
        </p:spPr>
      </p:cxnSp>
      <p:pic>
        <p:nvPicPr>
          <p:cNvPr id="1445" name="Google Shape;1445;g3a3edffe164_0_93"/>
          <p:cNvPicPr preferRelativeResize="0"/>
          <p:nvPr/>
        </p:nvPicPr>
        <p:blipFill rotWithShape="1">
          <a:blip r:embed="rId5">
            <a:alphaModFix/>
          </a:blip>
          <a:srcRect b="0" l="0" r="0" t="0"/>
          <a:stretch/>
        </p:blipFill>
        <p:spPr>
          <a:xfrm>
            <a:off x="-4" y="6211289"/>
            <a:ext cx="12192003" cy="1285104"/>
          </a:xfrm>
          <a:prstGeom prst="rect">
            <a:avLst/>
          </a:prstGeom>
          <a:noFill/>
          <a:ln>
            <a:noFill/>
          </a:ln>
        </p:spPr>
      </p:pic>
      <p:pic>
        <p:nvPicPr>
          <p:cNvPr id="1446" name="Google Shape;1446;g3a3edffe164_0_93"/>
          <p:cNvPicPr preferRelativeResize="0"/>
          <p:nvPr/>
        </p:nvPicPr>
        <p:blipFill rotWithShape="1">
          <a:blip r:embed="rId4">
            <a:alphaModFix/>
          </a:blip>
          <a:srcRect b="0" l="0" r="0" t="0"/>
          <a:stretch/>
        </p:blipFill>
        <p:spPr>
          <a:xfrm>
            <a:off x="10590934" y="6330522"/>
            <a:ext cx="1499906" cy="585000"/>
          </a:xfrm>
          <a:prstGeom prst="rect">
            <a:avLst/>
          </a:prstGeom>
          <a:noFill/>
          <a:ln>
            <a:noFill/>
          </a:ln>
        </p:spPr>
      </p:pic>
      <p:sp>
        <p:nvSpPr>
          <p:cNvPr id="1447" name="Google Shape;1447;g3a3edffe164_0_93"/>
          <p:cNvSpPr txBox="1"/>
          <p:nvPr/>
        </p:nvSpPr>
        <p:spPr>
          <a:xfrm>
            <a:off x="-1" y="6288587"/>
            <a:ext cx="5981100" cy="3693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chemeClr val="dk1"/>
              </a:buClr>
              <a:buSzPts val="1800"/>
              <a:buFont typeface="Arial"/>
              <a:buNone/>
            </a:pPr>
            <a:r>
              <a:rPr b="0" i="0" lang="en-US" sz="1800" u="none" cap="none" strike="noStrike">
                <a:solidFill>
                  <a:schemeClr val="lt1"/>
                </a:solidFill>
                <a:latin typeface="Times New Roman"/>
                <a:ea typeface="Times New Roman"/>
                <a:cs typeface="Times New Roman"/>
                <a:sym typeface="Times New Roman"/>
              </a:rPr>
              <a:t>Term Paper Presentation | Ronit Dutta</a:t>
            </a:r>
            <a:endParaRPr b="0" i="0" sz="1800" u="none" cap="none" strike="noStrike">
              <a:solidFill>
                <a:schemeClr val="lt1"/>
              </a:solidFill>
              <a:latin typeface="Times New Roman"/>
              <a:ea typeface="Times New Roman"/>
              <a:cs typeface="Times New Roman"/>
              <a:sym typeface="Times New Roman"/>
            </a:endParaRPr>
          </a:p>
        </p:txBody>
      </p:sp>
      <p:pic>
        <p:nvPicPr>
          <p:cNvPr id="1448" name="Google Shape;1448;g3a3edffe164_0_93"/>
          <p:cNvPicPr preferRelativeResize="0"/>
          <p:nvPr/>
        </p:nvPicPr>
        <p:blipFill rotWithShape="1">
          <a:blip r:embed="rId5">
            <a:alphaModFix/>
          </a:blip>
          <a:srcRect b="0" l="0" r="0" t="0"/>
          <a:stretch/>
        </p:blipFill>
        <p:spPr>
          <a:xfrm>
            <a:off x="-4" y="6211289"/>
            <a:ext cx="12192003" cy="1285104"/>
          </a:xfrm>
          <a:prstGeom prst="rect">
            <a:avLst/>
          </a:prstGeom>
          <a:noFill/>
          <a:ln>
            <a:noFill/>
          </a:ln>
        </p:spPr>
      </p:pic>
      <p:pic>
        <p:nvPicPr>
          <p:cNvPr id="1449" name="Google Shape;1449;g3a3edffe164_0_93"/>
          <p:cNvPicPr preferRelativeResize="0"/>
          <p:nvPr/>
        </p:nvPicPr>
        <p:blipFill rotWithShape="1">
          <a:blip r:embed="rId4">
            <a:alphaModFix/>
          </a:blip>
          <a:srcRect b="0" l="0" r="0" t="0"/>
          <a:stretch/>
        </p:blipFill>
        <p:spPr>
          <a:xfrm>
            <a:off x="10590934" y="6330522"/>
            <a:ext cx="1499906" cy="585000"/>
          </a:xfrm>
          <a:prstGeom prst="rect">
            <a:avLst/>
          </a:prstGeom>
          <a:noFill/>
          <a:ln>
            <a:noFill/>
          </a:ln>
        </p:spPr>
      </p:pic>
      <p:sp>
        <p:nvSpPr>
          <p:cNvPr id="1450" name="Google Shape;1450;g3a3edffe164_0_93"/>
          <p:cNvSpPr txBox="1"/>
          <p:nvPr/>
        </p:nvSpPr>
        <p:spPr>
          <a:xfrm>
            <a:off x="-1" y="6288587"/>
            <a:ext cx="5981100" cy="6465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chemeClr val="dk1"/>
              </a:buClr>
              <a:buSzPts val="1800"/>
              <a:buFont typeface="Arial"/>
              <a:buNone/>
            </a:pPr>
            <a:r>
              <a:rPr b="0" i="0" lang="en-US" sz="1800" u="none" cap="none" strike="noStrike">
                <a:solidFill>
                  <a:schemeClr val="lt1"/>
                </a:solidFill>
                <a:latin typeface="Times New Roman"/>
                <a:ea typeface="Times New Roman"/>
                <a:cs typeface="Times New Roman"/>
                <a:sym typeface="Times New Roman"/>
              </a:rPr>
              <a:t>Machine Learning Professional</a:t>
            </a:r>
            <a:br>
              <a:rPr b="0" i="0" lang="en-US" sz="1800" u="none" cap="none" strike="noStrike">
                <a:solidFill>
                  <a:schemeClr val="lt1"/>
                </a:solidFill>
                <a:latin typeface="Times New Roman"/>
                <a:ea typeface="Times New Roman"/>
                <a:cs typeface="Times New Roman"/>
                <a:sym typeface="Times New Roman"/>
              </a:rPr>
            </a:br>
            <a:r>
              <a:rPr b="0" i="0" lang="en-US" sz="1800" u="none" cap="none" strike="noStrike">
                <a:solidFill>
                  <a:schemeClr val="lt1"/>
                </a:solidFill>
                <a:latin typeface="Times New Roman"/>
                <a:ea typeface="Times New Roman"/>
                <a:cs typeface="Times New Roman"/>
                <a:sym typeface="Times New Roman"/>
              </a:rPr>
              <a:t>Project Presentation</a:t>
            </a:r>
            <a:endParaRPr b="0" i="0" sz="1800" u="none" cap="none" strike="noStrike">
              <a:solidFill>
                <a:schemeClr val="lt1"/>
              </a:solidFill>
              <a:latin typeface="Times New Roman"/>
              <a:ea typeface="Times New Roman"/>
              <a:cs typeface="Times New Roman"/>
              <a:sym typeface="Times New Roman"/>
            </a:endParaRPr>
          </a:p>
        </p:txBody>
      </p:sp>
      <p:pic>
        <p:nvPicPr>
          <p:cNvPr id="1451" name="Google Shape;1451;g3a3edffe164_0_93"/>
          <p:cNvPicPr preferRelativeResize="0"/>
          <p:nvPr/>
        </p:nvPicPr>
        <p:blipFill rotWithShape="1">
          <a:blip r:embed="rId6">
            <a:alphaModFix/>
          </a:blip>
          <a:srcRect b="0" l="0" r="0" t="0"/>
          <a:stretch/>
        </p:blipFill>
        <p:spPr>
          <a:xfrm>
            <a:off x="10590875" y="6330524"/>
            <a:ext cx="1500023" cy="585000"/>
          </a:xfrm>
          <a:prstGeom prst="rect">
            <a:avLst/>
          </a:prstGeom>
          <a:noFill/>
          <a:ln>
            <a:noFill/>
          </a:ln>
        </p:spPr>
      </p:pic>
      <p:pic>
        <p:nvPicPr>
          <p:cNvPr id="1452" name="Google Shape;1452;g3a3edffe164_0_93"/>
          <p:cNvPicPr preferRelativeResize="0"/>
          <p:nvPr/>
        </p:nvPicPr>
        <p:blipFill rotWithShape="1">
          <a:blip r:embed="rId7">
            <a:alphaModFix/>
          </a:blip>
          <a:srcRect b="0" l="0" r="0" t="0"/>
          <a:stretch/>
        </p:blipFill>
        <p:spPr>
          <a:xfrm>
            <a:off x="-4" y="6211289"/>
            <a:ext cx="12192003" cy="1285104"/>
          </a:xfrm>
          <a:prstGeom prst="rect">
            <a:avLst/>
          </a:prstGeom>
          <a:noFill/>
          <a:ln>
            <a:noFill/>
          </a:ln>
        </p:spPr>
      </p:pic>
      <p:sp>
        <p:nvSpPr>
          <p:cNvPr id="1453" name="Google Shape;1453;g3a3edffe164_0_93"/>
          <p:cNvSpPr txBox="1"/>
          <p:nvPr/>
        </p:nvSpPr>
        <p:spPr>
          <a:xfrm>
            <a:off x="-1" y="6288587"/>
            <a:ext cx="5981100" cy="6465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chemeClr val="dk1"/>
              </a:buClr>
              <a:buSzPts val="1800"/>
              <a:buFont typeface="Arial"/>
              <a:buNone/>
            </a:pPr>
            <a:r>
              <a:rPr b="0" i="0" lang="en-US" sz="1800" u="none" cap="none" strike="noStrike">
                <a:solidFill>
                  <a:schemeClr val="lt1"/>
                </a:solidFill>
                <a:latin typeface="Times New Roman"/>
                <a:ea typeface="Times New Roman"/>
                <a:cs typeface="Times New Roman"/>
                <a:sym typeface="Times New Roman"/>
              </a:rPr>
              <a:t>Machine Learning Professional</a:t>
            </a:r>
            <a:br>
              <a:rPr b="0" i="0" lang="en-US" sz="1800" u="none" cap="none" strike="noStrike">
                <a:solidFill>
                  <a:schemeClr val="lt1"/>
                </a:solidFill>
                <a:latin typeface="Times New Roman"/>
                <a:ea typeface="Times New Roman"/>
                <a:cs typeface="Times New Roman"/>
                <a:sym typeface="Times New Roman"/>
              </a:rPr>
            </a:br>
            <a:r>
              <a:rPr b="0" i="0" lang="en-US" sz="1800" u="none" cap="none" strike="noStrike">
                <a:solidFill>
                  <a:schemeClr val="lt1"/>
                </a:solidFill>
                <a:latin typeface="Times New Roman"/>
                <a:ea typeface="Times New Roman"/>
                <a:cs typeface="Times New Roman"/>
                <a:sym typeface="Times New Roman"/>
              </a:rPr>
              <a:t>Project Presentation</a:t>
            </a:r>
            <a:endParaRPr b="0" i="0" sz="1800" u="none" cap="none" strike="noStrike">
              <a:solidFill>
                <a:schemeClr val="lt1"/>
              </a:solidFill>
              <a:latin typeface="Times New Roman"/>
              <a:ea typeface="Times New Roman"/>
              <a:cs typeface="Times New Roman"/>
              <a:sym typeface="Times New Roman"/>
            </a:endParaRPr>
          </a:p>
        </p:txBody>
      </p:sp>
      <p:pic>
        <p:nvPicPr>
          <p:cNvPr id="1454" name="Google Shape;1454;g3a3edffe164_0_93"/>
          <p:cNvPicPr preferRelativeResize="0"/>
          <p:nvPr/>
        </p:nvPicPr>
        <p:blipFill rotWithShape="1">
          <a:blip r:embed="rId6">
            <a:alphaModFix/>
          </a:blip>
          <a:srcRect b="0" l="0" r="0" t="0"/>
          <a:stretch/>
        </p:blipFill>
        <p:spPr>
          <a:xfrm>
            <a:off x="10590875" y="6330524"/>
            <a:ext cx="1500023" cy="585000"/>
          </a:xfrm>
          <a:prstGeom prst="rect">
            <a:avLst/>
          </a:prstGeom>
          <a:noFill/>
          <a:ln>
            <a:noFill/>
          </a:ln>
        </p:spPr>
      </p:pic>
      <p:pic>
        <p:nvPicPr>
          <p:cNvPr id="1455" name="Google Shape;1455;g3a3edffe164_0_93"/>
          <p:cNvPicPr preferRelativeResize="0"/>
          <p:nvPr/>
        </p:nvPicPr>
        <p:blipFill rotWithShape="1">
          <a:blip r:embed="rId7">
            <a:alphaModFix/>
          </a:blip>
          <a:srcRect b="0" l="0" r="0" t="0"/>
          <a:stretch/>
        </p:blipFill>
        <p:spPr>
          <a:xfrm>
            <a:off x="-4" y="6211289"/>
            <a:ext cx="12192003" cy="1285104"/>
          </a:xfrm>
          <a:prstGeom prst="rect">
            <a:avLst/>
          </a:prstGeom>
          <a:noFill/>
          <a:ln>
            <a:noFill/>
          </a:ln>
        </p:spPr>
      </p:pic>
      <p:sp>
        <p:nvSpPr>
          <p:cNvPr id="1456" name="Google Shape;1456;g3a3edffe164_0_93"/>
          <p:cNvSpPr txBox="1"/>
          <p:nvPr/>
        </p:nvSpPr>
        <p:spPr>
          <a:xfrm>
            <a:off x="-1" y="6234672"/>
            <a:ext cx="5981100" cy="6465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chemeClr val="dk1"/>
              </a:buClr>
              <a:buSzPts val="1800"/>
              <a:buFont typeface="Arial"/>
              <a:buNone/>
            </a:pPr>
            <a:r>
              <a:rPr b="0" i="0" lang="en-US" sz="1800" u="none" cap="none" strike="noStrike">
                <a:solidFill>
                  <a:schemeClr val="lt1"/>
                </a:solidFill>
                <a:latin typeface="Times New Roman"/>
                <a:ea typeface="Times New Roman"/>
                <a:cs typeface="Times New Roman"/>
                <a:sym typeface="Times New Roman"/>
              </a:rPr>
              <a:t>Machine Learning Professional</a:t>
            </a:r>
            <a:br>
              <a:rPr b="0" i="0" lang="en-US" sz="1800" u="none" cap="none" strike="noStrike">
                <a:solidFill>
                  <a:schemeClr val="lt1"/>
                </a:solidFill>
                <a:latin typeface="Times New Roman"/>
                <a:ea typeface="Times New Roman"/>
                <a:cs typeface="Times New Roman"/>
                <a:sym typeface="Times New Roman"/>
              </a:rPr>
            </a:br>
            <a:r>
              <a:rPr b="0" i="0" lang="en-US" sz="1800" u="none" cap="none" strike="noStrike">
                <a:solidFill>
                  <a:schemeClr val="lt1"/>
                </a:solidFill>
                <a:latin typeface="Times New Roman"/>
                <a:ea typeface="Times New Roman"/>
                <a:cs typeface="Times New Roman"/>
                <a:sym typeface="Times New Roman"/>
              </a:rPr>
              <a:t>Project Presentation</a:t>
            </a:r>
            <a:endParaRPr b="0" i="0" sz="1800" u="none" cap="none" strike="noStrike">
              <a:solidFill>
                <a:schemeClr val="lt1"/>
              </a:solidFill>
              <a:latin typeface="Times New Roman"/>
              <a:ea typeface="Times New Roman"/>
              <a:cs typeface="Times New Roman"/>
              <a:sym typeface="Times New Roman"/>
            </a:endParaRPr>
          </a:p>
        </p:txBody>
      </p:sp>
      <p:pic>
        <p:nvPicPr>
          <p:cNvPr id="1457" name="Google Shape;1457;g3a3edffe164_0_93"/>
          <p:cNvPicPr preferRelativeResize="0"/>
          <p:nvPr/>
        </p:nvPicPr>
        <p:blipFill rotWithShape="1">
          <a:blip r:embed="rId6">
            <a:alphaModFix/>
          </a:blip>
          <a:srcRect b="0" l="0" r="0" t="0"/>
          <a:stretch/>
        </p:blipFill>
        <p:spPr>
          <a:xfrm>
            <a:off x="10590875" y="6330524"/>
            <a:ext cx="1500023" cy="585000"/>
          </a:xfrm>
          <a:prstGeom prst="rect">
            <a:avLst/>
          </a:prstGeom>
          <a:noFill/>
          <a:ln>
            <a:noFill/>
          </a:ln>
        </p:spPr>
      </p:pic>
      <p:pic>
        <p:nvPicPr>
          <p:cNvPr id="1458" name="Google Shape;1458;g3a3edffe164_0_93"/>
          <p:cNvPicPr preferRelativeResize="0"/>
          <p:nvPr/>
        </p:nvPicPr>
        <p:blipFill rotWithShape="1">
          <a:blip r:embed="rId8">
            <a:alphaModFix/>
          </a:blip>
          <a:srcRect b="0" l="0" r="0" t="0"/>
          <a:stretch/>
        </p:blipFill>
        <p:spPr>
          <a:xfrm>
            <a:off x="-4" y="6211289"/>
            <a:ext cx="12192003" cy="1285104"/>
          </a:xfrm>
          <a:prstGeom prst="rect">
            <a:avLst/>
          </a:prstGeom>
          <a:noFill/>
          <a:ln>
            <a:noFill/>
          </a:ln>
        </p:spPr>
      </p:pic>
      <p:sp>
        <p:nvSpPr>
          <p:cNvPr id="1459" name="Google Shape;1459;g3a3edffe164_0_93"/>
          <p:cNvSpPr txBox="1"/>
          <p:nvPr/>
        </p:nvSpPr>
        <p:spPr>
          <a:xfrm>
            <a:off x="-1" y="6234672"/>
            <a:ext cx="5981100" cy="6465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chemeClr val="dk1"/>
              </a:buClr>
              <a:buSzPts val="1800"/>
              <a:buFont typeface="Arial"/>
              <a:buNone/>
            </a:pPr>
            <a:r>
              <a:rPr b="0" i="0" lang="en-US" sz="1800" u="none" cap="none" strike="noStrike">
                <a:solidFill>
                  <a:schemeClr val="lt1"/>
                </a:solidFill>
                <a:latin typeface="Times New Roman"/>
                <a:ea typeface="Times New Roman"/>
                <a:cs typeface="Times New Roman"/>
                <a:sym typeface="Times New Roman"/>
              </a:rPr>
              <a:t>Nanoelectronics - Seminar Presentation</a:t>
            </a:r>
            <a:br>
              <a:rPr b="0" i="0" lang="en-US" sz="1800" u="none" cap="none" strike="noStrike">
                <a:solidFill>
                  <a:schemeClr val="lt1"/>
                </a:solidFill>
                <a:latin typeface="Times New Roman"/>
                <a:ea typeface="Times New Roman"/>
                <a:cs typeface="Times New Roman"/>
                <a:sym typeface="Times New Roman"/>
              </a:rPr>
            </a:br>
            <a:r>
              <a:rPr b="0" i="0" lang="en-US" sz="1800" u="none" cap="none" strike="noStrike">
                <a:solidFill>
                  <a:schemeClr val="lt1"/>
                </a:solidFill>
                <a:latin typeface="Times New Roman"/>
                <a:ea typeface="Times New Roman"/>
                <a:cs typeface="Times New Roman"/>
                <a:sym typeface="Times New Roman"/>
              </a:rPr>
              <a:t>Ronit Dutta</a:t>
            </a:r>
            <a:endParaRPr b="0" i="0" sz="1800" u="none" cap="none" strike="noStrike">
              <a:solidFill>
                <a:schemeClr val="lt1"/>
              </a:solidFill>
              <a:latin typeface="Times New Roman"/>
              <a:ea typeface="Times New Roman"/>
              <a:cs typeface="Times New Roman"/>
              <a:sym typeface="Times New Roman"/>
            </a:endParaRPr>
          </a:p>
        </p:txBody>
      </p:sp>
      <p:pic>
        <p:nvPicPr>
          <p:cNvPr id="1460" name="Google Shape;1460;g3a3edffe164_0_93"/>
          <p:cNvPicPr preferRelativeResize="0"/>
          <p:nvPr/>
        </p:nvPicPr>
        <p:blipFill rotWithShape="1">
          <a:blip r:embed="rId6">
            <a:alphaModFix/>
          </a:blip>
          <a:srcRect b="0" l="0" r="0" t="0"/>
          <a:stretch/>
        </p:blipFill>
        <p:spPr>
          <a:xfrm>
            <a:off x="10590875" y="6330524"/>
            <a:ext cx="1500023" cy="585000"/>
          </a:xfrm>
          <a:prstGeom prst="rect">
            <a:avLst/>
          </a:prstGeom>
          <a:noFill/>
          <a:ln>
            <a:noFill/>
          </a:ln>
        </p:spPr>
      </p:pic>
      <p:pic>
        <p:nvPicPr>
          <p:cNvPr id="1461" name="Google Shape;1461;g3a3edffe164_0_93"/>
          <p:cNvPicPr preferRelativeResize="0"/>
          <p:nvPr/>
        </p:nvPicPr>
        <p:blipFill rotWithShape="1">
          <a:blip r:embed="rId9">
            <a:alphaModFix/>
          </a:blip>
          <a:srcRect b="0" l="0" r="0" t="0"/>
          <a:stretch/>
        </p:blipFill>
        <p:spPr>
          <a:xfrm>
            <a:off x="0" y="6330524"/>
            <a:ext cx="12192000" cy="1165875"/>
          </a:xfrm>
          <a:prstGeom prst="rect">
            <a:avLst/>
          </a:prstGeom>
          <a:noFill/>
          <a:ln>
            <a:noFill/>
          </a:ln>
        </p:spPr>
      </p:pic>
      <p:sp>
        <p:nvSpPr>
          <p:cNvPr id="1462" name="Google Shape;1462;g3a3edffe164_0_93"/>
          <p:cNvSpPr txBox="1"/>
          <p:nvPr/>
        </p:nvSpPr>
        <p:spPr>
          <a:xfrm>
            <a:off x="-1" y="6445547"/>
            <a:ext cx="5981100" cy="6465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chemeClr val="dk1"/>
              </a:buClr>
              <a:buSzPts val="1800"/>
              <a:buFont typeface="Arial"/>
              <a:buNone/>
            </a:pPr>
            <a:r>
              <a:rPr lang="en-US" sz="1800">
                <a:solidFill>
                  <a:schemeClr val="lt1"/>
                </a:solidFill>
                <a:latin typeface="Times New Roman"/>
                <a:ea typeface="Times New Roman"/>
                <a:cs typeface="Times New Roman"/>
                <a:sym typeface="Times New Roman"/>
              </a:rPr>
              <a:t>Applied Mathematics for Engineering [MIDTERM PROJECT]</a:t>
            </a:r>
            <a:br>
              <a:rPr b="0" i="0" lang="en-US" sz="1800" u="none" cap="none" strike="noStrike">
                <a:solidFill>
                  <a:schemeClr val="lt1"/>
                </a:solidFill>
                <a:latin typeface="Times New Roman"/>
                <a:ea typeface="Times New Roman"/>
                <a:cs typeface="Times New Roman"/>
                <a:sym typeface="Times New Roman"/>
              </a:rPr>
            </a:br>
            <a:r>
              <a:rPr b="0" i="0" lang="en-US" sz="1800" u="none" cap="none" strike="noStrike">
                <a:solidFill>
                  <a:schemeClr val="lt1"/>
                </a:solidFill>
                <a:latin typeface="Times New Roman"/>
                <a:ea typeface="Times New Roman"/>
                <a:cs typeface="Times New Roman"/>
                <a:sym typeface="Times New Roman"/>
              </a:rPr>
              <a:t>Ronit Dutta</a:t>
            </a:r>
            <a:endParaRPr b="0" i="0" sz="1800" u="none" cap="none" strike="noStrike">
              <a:solidFill>
                <a:schemeClr val="lt1"/>
              </a:solidFill>
              <a:latin typeface="Times New Roman"/>
              <a:ea typeface="Times New Roman"/>
              <a:cs typeface="Times New Roman"/>
              <a:sym typeface="Times New Roman"/>
            </a:endParaRPr>
          </a:p>
        </p:txBody>
      </p:sp>
      <p:pic>
        <p:nvPicPr>
          <p:cNvPr id="1463" name="Google Shape;1463;g3a3edffe164_0_93"/>
          <p:cNvPicPr preferRelativeResize="0"/>
          <p:nvPr/>
        </p:nvPicPr>
        <p:blipFill rotWithShape="1">
          <a:blip r:embed="rId6">
            <a:alphaModFix/>
          </a:blip>
          <a:srcRect b="0" l="0" r="0" t="0"/>
          <a:stretch/>
        </p:blipFill>
        <p:spPr>
          <a:xfrm>
            <a:off x="10579375" y="6476299"/>
            <a:ext cx="1500023" cy="585000"/>
          </a:xfrm>
          <a:prstGeom prst="rect">
            <a:avLst/>
          </a:prstGeom>
          <a:noFill/>
          <a:ln>
            <a:noFill/>
          </a:ln>
        </p:spPr>
      </p:pic>
      <p:pic>
        <p:nvPicPr>
          <p:cNvPr id="1464" name="Google Shape;1464;g3a3edffe164_0_93"/>
          <p:cNvPicPr preferRelativeResize="0"/>
          <p:nvPr/>
        </p:nvPicPr>
        <p:blipFill rotWithShape="1">
          <a:blip r:embed="rId4">
            <a:alphaModFix/>
          </a:blip>
          <a:srcRect b="0" l="0" r="0" t="0"/>
          <a:stretch/>
        </p:blipFill>
        <p:spPr>
          <a:xfrm>
            <a:off x="10590934" y="6330522"/>
            <a:ext cx="1499906" cy="585000"/>
          </a:xfrm>
          <a:prstGeom prst="rect">
            <a:avLst/>
          </a:prstGeom>
          <a:noFill/>
          <a:ln>
            <a:noFill/>
          </a:ln>
        </p:spPr>
      </p:pic>
      <p:sp>
        <p:nvSpPr>
          <p:cNvPr id="1465" name="Google Shape;1465;g3a3edffe164_0_93"/>
          <p:cNvSpPr txBox="1"/>
          <p:nvPr/>
        </p:nvSpPr>
        <p:spPr>
          <a:xfrm>
            <a:off x="-1" y="6288587"/>
            <a:ext cx="5981100" cy="3693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chemeClr val="dk1"/>
              </a:buClr>
              <a:buSzPts val="1800"/>
              <a:buFont typeface="Arial"/>
              <a:buNone/>
            </a:pPr>
            <a:r>
              <a:rPr b="0" i="0" lang="en-US" sz="1800" u="none" cap="none" strike="noStrike">
                <a:solidFill>
                  <a:schemeClr val="lt1"/>
                </a:solidFill>
                <a:latin typeface="Times New Roman"/>
                <a:ea typeface="Times New Roman"/>
                <a:cs typeface="Times New Roman"/>
                <a:sym typeface="Times New Roman"/>
              </a:rPr>
              <a:t>Term Paper Presentation | Ronit Dutta</a:t>
            </a:r>
            <a:endParaRPr b="0" i="0" sz="1800" u="none" cap="none" strike="noStrike">
              <a:solidFill>
                <a:schemeClr val="lt1"/>
              </a:solidFill>
              <a:latin typeface="Times New Roman"/>
              <a:ea typeface="Times New Roman"/>
              <a:cs typeface="Times New Roman"/>
              <a:sym typeface="Times New Roman"/>
            </a:endParaRPr>
          </a:p>
        </p:txBody>
      </p:sp>
      <p:pic>
        <p:nvPicPr>
          <p:cNvPr id="1466" name="Google Shape;1466;g3a3edffe164_0_93"/>
          <p:cNvPicPr preferRelativeResize="0"/>
          <p:nvPr/>
        </p:nvPicPr>
        <p:blipFill rotWithShape="1">
          <a:blip r:embed="rId4">
            <a:alphaModFix/>
          </a:blip>
          <a:srcRect b="0" l="0" r="0" t="0"/>
          <a:stretch/>
        </p:blipFill>
        <p:spPr>
          <a:xfrm>
            <a:off x="10590934" y="6330522"/>
            <a:ext cx="1499906" cy="585000"/>
          </a:xfrm>
          <a:prstGeom prst="rect">
            <a:avLst/>
          </a:prstGeom>
          <a:noFill/>
          <a:ln>
            <a:noFill/>
          </a:ln>
        </p:spPr>
      </p:pic>
      <p:sp>
        <p:nvSpPr>
          <p:cNvPr id="1467" name="Google Shape;1467;g3a3edffe164_0_93"/>
          <p:cNvSpPr txBox="1"/>
          <p:nvPr/>
        </p:nvSpPr>
        <p:spPr>
          <a:xfrm>
            <a:off x="-1" y="6288587"/>
            <a:ext cx="5981100" cy="3693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chemeClr val="dk1"/>
              </a:buClr>
              <a:buSzPts val="1800"/>
              <a:buFont typeface="Arial"/>
              <a:buNone/>
            </a:pPr>
            <a:r>
              <a:rPr b="0" i="0" lang="en-US" sz="1800" u="none" cap="none" strike="noStrike">
                <a:solidFill>
                  <a:schemeClr val="lt1"/>
                </a:solidFill>
                <a:latin typeface="Times New Roman"/>
                <a:ea typeface="Times New Roman"/>
                <a:cs typeface="Times New Roman"/>
                <a:sym typeface="Times New Roman"/>
              </a:rPr>
              <a:t>Term Paper Presentation | Ronit Dutta</a:t>
            </a:r>
            <a:endParaRPr b="0" i="0" sz="1800" u="none" cap="none" strike="noStrike">
              <a:solidFill>
                <a:schemeClr val="lt1"/>
              </a:solidFill>
              <a:latin typeface="Times New Roman"/>
              <a:ea typeface="Times New Roman"/>
              <a:cs typeface="Times New Roman"/>
              <a:sym typeface="Times New Roman"/>
            </a:endParaRPr>
          </a:p>
        </p:txBody>
      </p:sp>
      <p:pic>
        <p:nvPicPr>
          <p:cNvPr id="1468" name="Google Shape;1468;g3a3edffe164_0_93"/>
          <p:cNvPicPr preferRelativeResize="0"/>
          <p:nvPr/>
        </p:nvPicPr>
        <p:blipFill rotWithShape="1">
          <a:blip r:embed="rId4">
            <a:alphaModFix/>
          </a:blip>
          <a:srcRect b="0" l="0" r="0" t="0"/>
          <a:stretch/>
        </p:blipFill>
        <p:spPr>
          <a:xfrm>
            <a:off x="10590934" y="6330522"/>
            <a:ext cx="1499906" cy="585000"/>
          </a:xfrm>
          <a:prstGeom prst="rect">
            <a:avLst/>
          </a:prstGeom>
          <a:noFill/>
          <a:ln>
            <a:noFill/>
          </a:ln>
        </p:spPr>
      </p:pic>
      <p:sp>
        <p:nvSpPr>
          <p:cNvPr id="1469" name="Google Shape;1469;g3a3edffe164_0_93"/>
          <p:cNvSpPr txBox="1"/>
          <p:nvPr/>
        </p:nvSpPr>
        <p:spPr>
          <a:xfrm>
            <a:off x="-1" y="6288587"/>
            <a:ext cx="5981100" cy="6465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chemeClr val="dk1"/>
              </a:buClr>
              <a:buSzPts val="1800"/>
              <a:buFont typeface="Arial"/>
              <a:buNone/>
            </a:pPr>
            <a:r>
              <a:rPr b="0" i="0" lang="en-US" sz="1800" u="none" cap="none" strike="noStrike">
                <a:solidFill>
                  <a:schemeClr val="lt1"/>
                </a:solidFill>
                <a:latin typeface="Times New Roman"/>
                <a:ea typeface="Times New Roman"/>
                <a:cs typeface="Times New Roman"/>
                <a:sym typeface="Times New Roman"/>
              </a:rPr>
              <a:t>Machine Learning Professional</a:t>
            </a:r>
            <a:br>
              <a:rPr b="0" i="0" lang="en-US" sz="1800" u="none" cap="none" strike="noStrike">
                <a:solidFill>
                  <a:schemeClr val="lt1"/>
                </a:solidFill>
                <a:latin typeface="Times New Roman"/>
                <a:ea typeface="Times New Roman"/>
                <a:cs typeface="Times New Roman"/>
                <a:sym typeface="Times New Roman"/>
              </a:rPr>
            </a:br>
            <a:r>
              <a:rPr b="0" i="0" lang="en-US" sz="1800" u="none" cap="none" strike="noStrike">
                <a:solidFill>
                  <a:schemeClr val="lt1"/>
                </a:solidFill>
                <a:latin typeface="Times New Roman"/>
                <a:ea typeface="Times New Roman"/>
                <a:cs typeface="Times New Roman"/>
                <a:sym typeface="Times New Roman"/>
              </a:rPr>
              <a:t>Project Presentation</a:t>
            </a:r>
            <a:endParaRPr b="0" i="0" sz="1800" u="none" cap="none" strike="noStrike">
              <a:solidFill>
                <a:schemeClr val="lt1"/>
              </a:solidFill>
              <a:latin typeface="Times New Roman"/>
              <a:ea typeface="Times New Roman"/>
              <a:cs typeface="Times New Roman"/>
              <a:sym typeface="Times New Roman"/>
            </a:endParaRPr>
          </a:p>
        </p:txBody>
      </p:sp>
      <p:pic>
        <p:nvPicPr>
          <p:cNvPr id="1470" name="Google Shape;1470;g3a3edffe164_0_93"/>
          <p:cNvPicPr preferRelativeResize="0"/>
          <p:nvPr/>
        </p:nvPicPr>
        <p:blipFill rotWithShape="1">
          <a:blip r:embed="rId6">
            <a:alphaModFix/>
          </a:blip>
          <a:srcRect b="0" l="0" r="0" t="0"/>
          <a:stretch/>
        </p:blipFill>
        <p:spPr>
          <a:xfrm>
            <a:off x="10590875" y="6341462"/>
            <a:ext cx="1500023" cy="585000"/>
          </a:xfrm>
          <a:prstGeom prst="rect">
            <a:avLst/>
          </a:prstGeom>
          <a:noFill/>
          <a:ln>
            <a:noFill/>
          </a:ln>
        </p:spPr>
      </p:pic>
      <p:sp>
        <p:nvSpPr>
          <p:cNvPr id="1471" name="Google Shape;1471;g3a3edffe164_0_93"/>
          <p:cNvSpPr txBox="1"/>
          <p:nvPr/>
        </p:nvSpPr>
        <p:spPr>
          <a:xfrm>
            <a:off x="-1" y="6288587"/>
            <a:ext cx="5981100" cy="6465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chemeClr val="dk1"/>
              </a:buClr>
              <a:buSzPts val="1800"/>
              <a:buFont typeface="Arial"/>
              <a:buNone/>
            </a:pPr>
            <a:r>
              <a:rPr b="0" i="0" lang="en-US" sz="1800" u="none" cap="none" strike="noStrike">
                <a:solidFill>
                  <a:schemeClr val="lt1"/>
                </a:solidFill>
                <a:latin typeface="Times New Roman"/>
                <a:ea typeface="Times New Roman"/>
                <a:cs typeface="Times New Roman"/>
                <a:sym typeface="Times New Roman"/>
              </a:rPr>
              <a:t>Machine Learning Professional</a:t>
            </a:r>
            <a:br>
              <a:rPr b="0" i="0" lang="en-US" sz="1800" u="none" cap="none" strike="noStrike">
                <a:solidFill>
                  <a:schemeClr val="lt1"/>
                </a:solidFill>
                <a:latin typeface="Times New Roman"/>
                <a:ea typeface="Times New Roman"/>
                <a:cs typeface="Times New Roman"/>
                <a:sym typeface="Times New Roman"/>
              </a:rPr>
            </a:br>
            <a:r>
              <a:rPr b="0" i="0" lang="en-US" sz="1800" u="none" cap="none" strike="noStrike">
                <a:solidFill>
                  <a:schemeClr val="lt1"/>
                </a:solidFill>
                <a:latin typeface="Times New Roman"/>
                <a:ea typeface="Times New Roman"/>
                <a:cs typeface="Times New Roman"/>
                <a:sym typeface="Times New Roman"/>
              </a:rPr>
              <a:t>Project Presentation</a:t>
            </a:r>
            <a:endParaRPr b="0" i="0" sz="1800" u="none" cap="none" strike="noStrike">
              <a:solidFill>
                <a:schemeClr val="lt1"/>
              </a:solidFill>
              <a:latin typeface="Times New Roman"/>
              <a:ea typeface="Times New Roman"/>
              <a:cs typeface="Times New Roman"/>
              <a:sym typeface="Times New Roman"/>
            </a:endParaRPr>
          </a:p>
        </p:txBody>
      </p:sp>
      <p:pic>
        <p:nvPicPr>
          <p:cNvPr id="1472" name="Google Shape;1472;g3a3edffe164_0_93"/>
          <p:cNvPicPr preferRelativeResize="0"/>
          <p:nvPr/>
        </p:nvPicPr>
        <p:blipFill rotWithShape="1">
          <a:blip r:embed="rId6">
            <a:alphaModFix/>
          </a:blip>
          <a:srcRect b="0" l="0" r="0" t="0"/>
          <a:stretch/>
        </p:blipFill>
        <p:spPr>
          <a:xfrm>
            <a:off x="10590875" y="6330524"/>
            <a:ext cx="1500023" cy="585000"/>
          </a:xfrm>
          <a:prstGeom prst="rect">
            <a:avLst/>
          </a:prstGeom>
          <a:noFill/>
          <a:ln>
            <a:noFill/>
          </a:ln>
        </p:spPr>
      </p:pic>
      <p:sp>
        <p:nvSpPr>
          <p:cNvPr id="1473" name="Google Shape;1473;g3a3edffe164_0_93"/>
          <p:cNvSpPr txBox="1"/>
          <p:nvPr/>
        </p:nvSpPr>
        <p:spPr>
          <a:xfrm>
            <a:off x="-1" y="6234672"/>
            <a:ext cx="5981100" cy="6465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chemeClr val="dk1"/>
              </a:buClr>
              <a:buSzPts val="1800"/>
              <a:buFont typeface="Arial"/>
              <a:buNone/>
            </a:pPr>
            <a:r>
              <a:rPr b="0" i="0" lang="en-US" sz="1800" u="none" cap="none" strike="noStrike">
                <a:solidFill>
                  <a:schemeClr val="lt1"/>
                </a:solidFill>
                <a:latin typeface="Times New Roman"/>
                <a:ea typeface="Times New Roman"/>
                <a:cs typeface="Times New Roman"/>
                <a:sym typeface="Times New Roman"/>
              </a:rPr>
              <a:t>Machine Learning Professional</a:t>
            </a:r>
            <a:br>
              <a:rPr b="0" i="0" lang="en-US" sz="1800" u="none" cap="none" strike="noStrike">
                <a:solidFill>
                  <a:schemeClr val="lt1"/>
                </a:solidFill>
                <a:latin typeface="Times New Roman"/>
                <a:ea typeface="Times New Roman"/>
                <a:cs typeface="Times New Roman"/>
                <a:sym typeface="Times New Roman"/>
              </a:rPr>
            </a:br>
            <a:r>
              <a:rPr b="0" i="0" lang="en-US" sz="1800" u="none" cap="none" strike="noStrike">
                <a:solidFill>
                  <a:schemeClr val="lt1"/>
                </a:solidFill>
                <a:latin typeface="Times New Roman"/>
                <a:ea typeface="Times New Roman"/>
                <a:cs typeface="Times New Roman"/>
                <a:sym typeface="Times New Roman"/>
              </a:rPr>
              <a:t>Project Presentation</a:t>
            </a:r>
            <a:endParaRPr b="0" i="0" sz="1800" u="none" cap="none" strike="noStrike">
              <a:solidFill>
                <a:schemeClr val="lt1"/>
              </a:solidFill>
              <a:latin typeface="Times New Roman"/>
              <a:ea typeface="Times New Roman"/>
              <a:cs typeface="Times New Roman"/>
              <a:sym typeface="Times New Roman"/>
            </a:endParaRPr>
          </a:p>
        </p:txBody>
      </p:sp>
      <p:pic>
        <p:nvPicPr>
          <p:cNvPr id="1474" name="Google Shape;1474;g3a3edffe164_0_93"/>
          <p:cNvPicPr preferRelativeResize="0"/>
          <p:nvPr/>
        </p:nvPicPr>
        <p:blipFill rotWithShape="1">
          <a:blip r:embed="rId6">
            <a:alphaModFix/>
          </a:blip>
          <a:srcRect b="0" l="0" r="0" t="0"/>
          <a:stretch/>
        </p:blipFill>
        <p:spPr>
          <a:xfrm>
            <a:off x="10590875" y="6330524"/>
            <a:ext cx="1500023" cy="585000"/>
          </a:xfrm>
          <a:prstGeom prst="rect">
            <a:avLst/>
          </a:prstGeom>
          <a:noFill/>
          <a:ln>
            <a:noFill/>
          </a:ln>
        </p:spPr>
      </p:pic>
      <p:sp>
        <p:nvSpPr>
          <p:cNvPr id="1475" name="Google Shape;1475;g3a3edffe164_0_93"/>
          <p:cNvSpPr txBox="1"/>
          <p:nvPr/>
        </p:nvSpPr>
        <p:spPr>
          <a:xfrm>
            <a:off x="-1" y="6234672"/>
            <a:ext cx="5981100" cy="6465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chemeClr val="dk1"/>
              </a:buClr>
              <a:buSzPts val="1800"/>
              <a:buFont typeface="Arial"/>
              <a:buNone/>
            </a:pPr>
            <a:r>
              <a:rPr b="0" i="0" lang="en-US" sz="1800" u="none" cap="none" strike="noStrike">
                <a:solidFill>
                  <a:schemeClr val="lt1"/>
                </a:solidFill>
                <a:latin typeface="Times New Roman"/>
                <a:ea typeface="Times New Roman"/>
                <a:cs typeface="Times New Roman"/>
                <a:sym typeface="Times New Roman"/>
              </a:rPr>
              <a:t>Machine Learning Professional</a:t>
            </a:r>
            <a:br>
              <a:rPr b="0" i="0" lang="en-US" sz="1800" u="none" cap="none" strike="noStrike">
                <a:solidFill>
                  <a:schemeClr val="lt1"/>
                </a:solidFill>
                <a:latin typeface="Times New Roman"/>
                <a:ea typeface="Times New Roman"/>
                <a:cs typeface="Times New Roman"/>
                <a:sym typeface="Times New Roman"/>
              </a:rPr>
            </a:br>
            <a:r>
              <a:rPr b="0" i="0" lang="en-US" sz="1800" u="none" cap="none" strike="noStrike">
                <a:solidFill>
                  <a:schemeClr val="lt1"/>
                </a:solidFill>
                <a:latin typeface="Times New Roman"/>
                <a:ea typeface="Times New Roman"/>
                <a:cs typeface="Times New Roman"/>
                <a:sym typeface="Times New Roman"/>
              </a:rPr>
              <a:t>Project Presentation</a:t>
            </a:r>
            <a:endParaRPr b="0" i="0" sz="1800" u="none" cap="none" strike="noStrike">
              <a:solidFill>
                <a:schemeClr val="lt1"/>
              </a:solidFill>
              <a:latin typeface="Times New Roman"/>
              <a:ea typeface="Times New Roman"/>
              <a:cs typeface="Times New Roman"/>
              <a:sym typeface="Times New Roman"/>
            </a:endParaRPr>
          </a:p>
        </p:txBody>
      </p:sp>
      <p:pic>
        <p:nvPicPr>
          <p:cNvPr id="1476" name="Google Shape;1476;g3a3edffe164_0_93"/>
          <p:cNvPicPr preferRelativeResize="0"/>
          <p:nvPr/>
        </p:nvPicPr>
        <p:blipFill rotWithShape="1">
          <a:blip r:embed="rId6">
            <a:alphaModFix/>
          </a:blip>
          <a:srcRect b="0" l="0" r="0" t="0"/>
          <a:stretch/>
        </p:blipFill>
        <p:spPr>
          <a:xfrm>
            <a:off x="10590875" y="6330524"/>
            <a:ext cx="1500023" cy="585000"/>
          </a:xfrm>
          <a:prstGeom prst="rect">
            <a:avLst/>
          </a:prstGeom>
          <a:noFill/>
          <a:ln>
            <a:noFill/>
          </a:ln>
        </p:spPr>
      </p:pic>
      <p:sp>
        <p:nvSpPr>
          <p:cNvPr id="1477" name="Google Shape;1477;g3a3edffe164_0_93"/>
          <p:cNvSpPr txBox="1"/>
          <p:nvPr/>
        </p:nvSpPr>
        <p:spPr>
          <a:xfrm>
            <a:off x="-1" y="6234672"/>
            <a:ext cx="5981100" cy="6465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chemeClr val="dk1"/>
              </a:buClr>
              <a:buSzPts val="1800"/>
              <a:buFont typeface="Arial"/>
              <a:buNone/>
            </a:pPr>
            <a:r>
              <a:rPr b="0" i="0" lang="en-US" sz="1800" u="none" cap="none" strike="noStrike">
                <a:solidFill>
                  <a:schemeClr val="lt1"/>
                </a:solidFill>
                <a:latin typeface="Times New Roman"/>
                <a:ea typeface="Times New Roman"/>
                <a:cs typeface="Times New Roman"/>
                <a:sym typeface="Times New Roman"/>
              </a:rPr>
              <a:t>Nanoelectronics - Seminar Presentation</a:t>
            </a:r>
            <a:br>
              <a:rPr b="0" i="0" lang="en-US" sz="1800" u="none" cap="none" strike="noStrike">
                <a:solidFill>
                  <a:schemeClr val="lt1"/>
                </a:solidFill>
                <a:latin typeface="Times New Roman"/>
                <a:ea typeface="Times New Roman"/>
                <a:cs typeface="Times New Roman"/>
                <a:sym typeface="Times New Roman"/>
              </a:rPr>
            </a:br>
            <a:r>
              <a:rPr b="0" i="0" lang="en-US" sz="1800" u="none" cap="none" strike="noStrike">
                <a:solidFill>
                  <a:schemeClr val="lt1"/>
                </a:solidFill>
                <a:latin typeface="Times New Roman"/>
                <a:ea typeface="Times New Roman"/>
                <a:cs typeface="Times New Roman"/>
                <a:sym typeface="Times New Roman"/>
              </a:rPr>
              <a:t>Ronit Dutta</a:t>
            </a:r>
            <a:endParaRPr b="0" i="0" sz="1800" u="none" cap="none" strike="noStrike">
              <a:solidFill>
                <a:schemeClr val="lt1"/>
              </a:solidFill>
              <a:latin typeface="Times New Roman"/>
              <a:ea typeface="Times New Roman"/>
              <a:cs typeface="Times New Roman"/>
              <a:sym typeface="Times New Roman"/>
            </a:endParaRPr>
          </a:p>
        </p:txBody>
      </p:sp>
      <p:pic>
        <p:nvPicPr>
          <p:cNvPr id="1478" name="Google Shape;1478;g3a3edffe164_0_93"/>
          <p:cNvPicPr preferRelativeResize="0"/>
          <p:nvPr/>
        </p:nvPicPr>
        <p:blipFill rotWithShape="1">
          <a:blip r:embed="rId6">
            <a:alphaModFix/>
          </a:blip>
          <a:srcRect b="0" l="0" r="0" t="0"/>
          <a:stretch/>
        </p:blipFill>
        <p:spPr>
          <a:xfrm>
            <a:off x="10590875" y="6330524"/>
            <a:ext cx="1500023" cy="585000"/>
          </a:xfrm>
          <a:prstGeom prst="rect">
            <a:avLst/>
          </a:prstGeom>
          <a:noFill/>
          <a:ln>
            <a:noFill/>
          </a:ln>
        </p:spPr>
      </p:pic>
      <p:pic>
        <p:nvPicPr>
          <p:cNvPr id="1479" name="Google Shape;1479;g3a3edffe164_0_93"/>
          <p:cNvPicPr preferRelativeResize="0"/>
          <p:nvPr/>
        </p:nvPicPr>
        <p:blipFill rotWithShape="1">
          <a:blip r:embed="rId4">
            <a:alphaModFix/>
          </a:blip>
          <a:srcRect b="0" l="0" r="0" t="0"/>
          <a:stretch/>
        </p:blipFill>
        <p:spPr>
          <a:xfrm>
            <a:off x="10590934" y="6330522"/>
            <a:ext cx="1499906" cy="585000"/>
          </a:xfrm>
          <a:prstGeom prst="rect">
            <a:avLst/>
          </a:prstGeom>
          <a:noFill/>
          <a:ln>
            <a:noFill/>
          </a:ln>
        </p:spPr>
      </p:pic>
      <p:sp>
        <p:nvSpPr>
          <p:cNvPr id="1480" name="Google Shape;1480;g3a3edffe164_0_93"/>
          <p:cNvSpPr txBox="1"/>
          <p:nvPr/>
        </p:nvSpPr>
        <p:spPr>
          <a:xfrm>
            <a:off x="-1" y="6288587"/>
            <a:ext cx="5981100" cy="3693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chemeClr val="dk1"/>
              </a:buClr>
              <a:buSzPts val="1800"/>
              <a:buFont typeface="Arial"/>
              <a:buNone/>
            </a:pPr>
            <a:r>
              <a:rPr b="0" i="0" lang="en-US" sz="1800" u="none" cap="none" strike="noStrike">
                <a:solidFill>
                  <a:schemeClr val="lt1"/>
                </a:solidFill>
                <a:latin typeface="Times New Roman"/>
                <a:ea typeface="Times New Roman"/>
                <a:cs typeface="Times New Roman"/>
                <a:sym typeface="Times New Roman"/>
              </a:rPr>
              <a:t>Term Paper Presentation | Ronit Dutta</a:t>
            </a:r>
            <a:endParaRPr b="0" i="0" sz="1800" u="none" cap="none" strike="noStrike">
              <a:solidFill>
                <a:schemeClr val="lt1"/>
              </a:solidFill>
              <a:latin typeface="Times New Roman"/>
              <a:ea typeface="Times New Roman"/>
              <a:cs typeface="Times New Roman"/>
              <a:sym typeface="Times New Roman"/>
            </a:endParaRPr>
          </a:p>
        </p:txBody>
      </p:sp>
      <p:pic>
        <p:nvPicPr>
          <p:cNvPr id="1481" name="Google Shape;1481;g3a3edffe164_0_93"/>
          <p:cNvPicPr preferRelativeResize="0"/>
          <p:nvPr/>
        </p:nvPicPr>
        <p:blipFill rotWithShape="1">
          <a:blip r:embed="rId4">
            <a:alphaModFix/>
          </a:blip>
          <a:srcRect b="0" l="0" r="0" t="0"/>
          <a:stretch/>
        </p:blipFill>
        <p:spPr>
          <a:xfrm>
            <a:off x="10590934" y="6330522"/>
            <a:ext cx="1499906" cy="585000"/>
          </a:xfrm>
          <a:prstGeom prst="rect">
            <a:avLst/>
          </a:prstGeom>
          <a:noFill/>
          <a:ln>
            <a:noFill/>
          </a:ln>
        </p:spPr>
      </p:pic>
      <p:sp>
        <p:nvSpPr>
          <p:cNvPr id="1482" name="Google Shape;1482;g3a3edffe164_0_93"/>
          <p:cNvSpPr txBox="1"/>
          <p:nvPr/>
        </p:nvSpPr>
        <p:spPr>
          <a:xfrm>
            <a:off x="-1" y="6288587"/>
            <a:ext cx="5981100" cy="3693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chemeClr val="dk1"/>
              </a:buClr>
              <a:buSzPts val="1800"/>
              <a:buFont typeface="Arial"/>
              <a:buNone/>
            </a:pPr>
            <a:r>
              <a:rPr b="0" i="0" lang="en-US" sz="1800" u="none" cap="none" strike="noStrike">
                <a:solidFill>
                  <a:schemeClr val="lt1"/>
                </a:solidFill>
                <a:latin typeface="Times New Roman"/>
                <a:ea typeface="Times New Roman"/>
                <a:cs typeface="Times New Roman"/>
                <a:sym typeface="Times New Roman"/>
              </a:rPr>
              <a:t>Term Paper Presentation | Ronit Dutta</a:t>
            </a:r>
            <a:endParaRPr b="0" i="0" sz="1800" u="none" cap="none" strike="noStrike">
              <a:solidFill>
                <a:schemeClr val="lt1"/>
              </a:solidFill>
              <a:latin typeface="Times New Roman"/>
              <a:ea typeface="Times New Roman"/>
              <a:cs typeface="Times New Roman"/>
              <a:sym typeface="Times New Roman"/>
            </a:endParaRPr>
          </a:p>
        </p:txBody>
      </p:sp>
      <p:pic>
        <p:nvPicPr>
          <p:cNvPr id="1483" name="Google Shape;1483;g3a3edffe164_0_93"/>
          <p:cNvPicPr preferRelativeResize="0"/>
          <p:nvPr/>
        </p:nvPicPr>
        <p:blipFill rotWithShape="1">
          <a:blip r:embed="rId4">
            <a:alphaModFix/>
          </a:blip>
          <a:srcRect b="0" l="0" r="0" t="0"/>
          <a:stretch/>
        </p:blipFill>
        <p:spPr>
          <a:xfrm>
            <a:off x="10590934" y="6330522"/>
            <a:ext cx="1499906" cy="585000"/>
          </a:xfrm>
          <a:prstGeom prst="rect">
            <a:avLst/>
          </a:prstGeom>
          <a:noFill/>
          <a:ln>
            <a:noFill/>
          </a:ln>
        </p:spPr>
      </p:pic>
      <p:sp>
        <p:nvSpPr>
          <p:cNvPr id="1484" name="Google Shape;1484;g3a3edffe164_0_93"/>
          <p:cNvSpPr txBox="1"/>
          <p:nvPr/>
        </p:nvSpPr>
        <p:spPr>
          <a:xfrm>
            <a:off x="-1" y="6288587"/>
            <a:ext cx="5981100" cy="6465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chemeClr val="dk1"/>
              </a:buClr>
              <a:buSzPts val="1800"/>
              <a:buFont typeface="Arial"/>
              <a:buNone/>
            </a:pPr>
            <a:r>
              <a:rPr b="0" i="0" lang="en-US" sz="1800" u="none" cap="none" strike="noStrike">
                <a:solidFill>
                  <a:schemeClr val="lt1"/>
                </a:solidFill>
                <a:latin typeface="Times New Roman"/>
                <a:ea typeface="Times New Roman"/>
                <a:cs typeface="Times New Roman"/>
                <a:sym typeface="Times New Roman"/>
              </a:rPr>
              <a:t>Machine Learning Professional</a:t>
            </a:r>
            <a:br>
              <a:rPr b="0" i="0" lang="en-US" sz="1800" u="none" cap="none" strike="noStrike">
                <a:solidFill>
                  <a:schemeClr val="lt1"/>
                </a:solidFill>
                <a:latin typeface="Times New Roman"/>
                <a:ea typeface="Times New Roman"/>
                <a:cs typeface="Times New Roman"/>
                <a:sym typeface="Times New Roman"/>
              </a:rPr>
            </a:br>
            <a:r>
              <a:rPr b="0" i="0" lang="en-US" sz="1800" u="none" cap="none" strike="noStrike">
                <a:solidFill>
                  <a:schemeClr val="lt1"/>
                </a:solidFill>
                <a:latin typeface="Times New Roman"/>
                <a:ea typeface="Times New Roman"/>
                <a:cs typeface="Times New Roman"/>
                <a:sym typeface="Times New Roman"/>
              </a:rPr>
              <a:t>Project Presentation</a:t>
            </a:r>
            <a:endParaRPr b="0" i="0" sz="1800" u="none" cap="none" strike="noStrike">
              <a:solidFill>
                <a:schemeClr val="lt1"/>
              </a:solidFill>
              <a:latin typeface="Times New Roman"/>
              <a:ea typeface="Times New Roman"/>
              <a:cs typeface="Times New Roman"/>
              <a:sym typeface="Times New Roman"/>
            </a:endParaRPr>
          </a:p>
        </p:txBody>
      </p:sp>
      <p:pic>
        <p:nvPicPr>
          <p:cNvPr id="1485" name="Google Shape;1485;g3a3edffe164_0_93"/>
          <p:cNvPicPr preferRelativeResize="0"/>
          <p:nvPr/>
        </p:nvPicPr>
        <p:blipFill rotWithShape="1">
          <a:blip r:embed="rId6">
            <a:alphaModFix/>
          </a:blip>
          <a:srcRect b="0" l="0" r="0" t="0"/>
          <a:stretch/>
        </p:blipFill>
        <p:spPr>
          <a:xfrm>
            <a:off x="10590875" y="6341462"/>
            <a:ext cx="1500023" cy="585000"/>
          </a:xfrm>
          <a:prstGeom prst="rect">
            <a:avLst/>
          </a:prstGeom>
          <a:noFill/>
          <a:ln>
            <a:noFill/>
          </a:ln>
        </p:spPr>
      </p:pic>
      <p:sp>
        <p:nvSpPr>
          <p:cNvPr id="1486" name="Google Shape;1486;g3a3edffe164_0_93"/>
          <p:cNvSpPr txBox="1"/>
          <p:nvPr/>
        </p:nvSpPr>
        <p:spPr>
          <a:xfrm>
            <a:off x="-1" y="6288587"/>
            <a:ext cx="5981100" cy="6465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chemeClr val="dk1"/>
              </a:buClr>
              <a:buSzPts val="1800"/>
              <a:buFont typeface="Arial"/>
              <a:buNone/>
            </a:pPr>
            <a:r>
              <a:rPr b="0" i="0" lang="en-US" sz="1800" u="none" cap="none" strike="noStrike">
                <a:solidFill>
                  <a:schemeClr val="lt1"/>
                </a:solidFill>
                <a:latin typeface="Times New Roman"/>
                <a:ea typeface="Times New Roman"/>
                <a:cs typeface="Times New Roman"/>
                <a:sym typeface="Times New Roman"/>
              </a:rPr>
              <a:t>Machine Learning Professional</a:t>
            </a:r>
            <a:br>
              <a:rPr b="0" i="0" lang="en-US" sz="1800" u="none" cap="none" strike="noStrike">
                <a:solidFill>
                  <a:schemeClr val="lt1"/>
                </a:solidFill>
                <a:latin typeface="Times New Roman"/>
                <a:ea typeface="Times New Roman"/>
                <a:cs typeface="Times New Roman"/>
                <a:sym typeface="Times New Roman"/>
              </a:rPr>
            </a:br>
            <a:r>
              <a:rPr b="0" i="0" lang="en-US" sz="1800" u="none" cap="none" strike="noStrike">
                <a:solidFill>
                  <a:schemeClr val="lt1"/>
                </a:solidFill>
                <a:latin typeface="Times New Roman"/>
                <a:ea typeface="Times New Roman"/>
                <a:cs typeface="Times New Roman"/>
                <a:sym typeface="Times New Roman"/>
              </a:rPr>
              <a:t>Project Presentation</a:t>
            </a:r>
            <a:endParaRPr b="0" i="0" sz="1800" u="none" cap="none" strike="noStrike">
              <a:solidFill>
                <a:schemeClr val="lt1"/>
              </a:solidFill>
              <a:latin typeface="Times New Roman"/>
              <a:ea typeface="Times New Roman"/>
              <a:cs typeface="Times New Roman"/>
              <a:sym typeface="Times New Roman"/>
            </a:endParaRPr>
          </a:p>
        </p:txBody>
      </p:sp>
      <p:pic>
        <p:nvPicPr>
          <p:cNvPr id="1487" name="Google Shape;1487;g3a3edffe164_0_93"/>
          <p:cNvPicPr preferRelativeResize="0"/>
          <p:nvPr/>
        </p:nvPicPr>
        <p:blipFill rotWithShape="1">
          <a:blip r:embed="rId6">
            <a:alphaModFix/>
          </a:blip>
          <a:srcRect b="0" l="0" r="0" t="0"/>
          <a:stretch/>
        </p:blipFill>
        <p:spPr>
          <a:xfrm>
            <a:off x="10590875" y="6330524"/>
            <a:ext cx="1500023" cy="585000"/>
          </a:xfrm>
          <a:prstGeom prst="rect">
            <a:avLst/>
          </a:prstGeom>
          <a:noFill/>
          <a:ln>
            <a:noFill/>
          </a:ln>
        </p:spPr>
      </p:pic>
      <p:sp>
        <p:nvSpPr>
          <p:cNvPr id="1488" name="Google Shape;1488;g3a3edffe164_0_93"/>
          <p:cNvSpPr txBox="1"/>
          <p:nvPr/>
        </p:nvSpPr>
        <p:spPr>
          <a:xfrm>
            <a:off x="-1" y="6234672"/>
            <a:ext cx="5981100" cy="6465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chemeClr val="dk1"/>
              </a:buClr>
              <a:buSzPts val="1800"/>
              <a:buFont typeface="Arial"/>
              <a:buNone/>
            </a:pPr>
            <a:r>
              <a:rPr b="0" i="0" lang="en-US" sz="1800" u="none" cap="none" strike="noStrike">
                <a:solidFill>
                  <a:schemeClr val="lt1"/>
                </a:solidFill>
                <a:latin typeface="Times New Roman"/>
                <a:ea typeface="Times New Roman"/>
                <a:cs typeface="Times New Roman"/>
                <a:sym typeface="Times New Roman"/>
              </a:rPr>
              <a:t>Machine Learning Professional</a:t>
            </a:r>
            <a:br>
              <a:rPr b="0" i="0" lang="en-US" sz="1800" u="none" cap="none" strike="noStrike">
                <a:solidFill>
                  <a:schemeClr val="lt1"/>
                </a:solidFill>
                <a:latin typeface="Times New Roman"/>
                <a:ea typeface="Times New Roman"/>
                <a:cs typeface="Times New Roman"/>
                <a:sym typeface="Times New Roman"/>
              </a:rPr>
            </a:br>
            <a:r>
              <a:rPr b="0" i="0" lang="en-US" sz="1800" u="none" cap="none" strike="noStrike">
                <a:solidFill>
                  <a:schemeClr val="lt1"/>
                </a:solidFill>
                <a:latin typeface="Times New Roman"/>
                <a:ea typeface="Times New Roman"/>
                <a:cs typeface="Times New Roman"/>
                <a:sym typeface="Times New Roman"/>
              </a:rPr>
              <a:t>Project Presentation</a:t>
            </a:r>
            <a:endParaRPr b="0" i="0" sz="1800" u="none" cap="none" strike="noStrike">
              <a:solidFill>
                <a:schemeClr val="lt1"/>
              </a:solidFill>
              <a:latin typeface="Times New Roman"/>
              <a:ea typeface="Times New Roman"/>
              <a:cs typeface="Times New Roman"/>
              <a:sym typeface="Times New Roman"/>
            </a:endParaRPr>
          </a:p>
        </p:txBody>
      </p:sp>
      <p:pic>
        <p:nvPicPr>
          <p:cNvPr id="1489" name="Google Shape;1489;g3a3edffe164_0_93"/>
          <p:cNvPicPr preferRelativeResize="0"/>
          <p:nvPr/>
        </p:nvPicPr>
        <p:blipFill rotWithShape="1">
          <a:blip r:embed="rId6">
            <a:alphaModFix/>
          </a:blip>
          <a:srcRect b="0" l="0" r="0" t="0"/>
          <a:stretch/>
        </p:blipFill>
        <p:spPr>
          <a:xfrm>
            <a:off x="10590875" y="6330524"/>
            <a:ext cx="1500023" cy="585000"/>
          </a:xfrm>
          <a:prstGeom prst="rect">
            <a:avLst/>
          </a:prstGeom>
          <a:noFill/>
          <a:ln>
            <a:noFill/>
          </a:ln>
        </p:spPr>
      </p:pic>
      <p:sp>
        <p:nvSpPr>
          <p:cNvPr id="1490" name="Google Shape;1490;g3a3edffe164_0_93"/>
          <p:cNvSpPr txBox="1"/>
          <p:nvPr/>
        </p:nvSpPr>
        <p:spPr>
          <a:xfrm>
            <a:off x="-1" y="6234672"/>
            <a:ext cx="5981100" cy="6465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chemeClr val="dk1"/>
              </a:buClr>
              <a:buSzPts val="1800"/>
              <a:buFont typeface="Arial"/>
              <a:buNone/>
            </a:pPr>
            <a:r>
              <a:rPr b="0" i="0" lang="en-US" sz="1800" u="none" cap="none" strike="noStrike">
                <a:solidFill>
                  <a:schemeClr val="lt1"/>
                </a:solidFill>
                <a:latin typeface="Times New Roman"/>
                <a:ea typeface="Times New Roman"/>
                <a:cs typeface="Times New Roman"/>
                <a:sym typeface="Times New Roman"/>
              </a:rPr>
              <a:t>Machine Learning Professional</a:t>
            </a:r>
            <a:br>
              <a:rPr b="0" i="0" lang="en-US" sz="1800" u="none" cap="none" strike="noStrike">
                <a:solidFill>
                  <a:schemeClr val="lt1"/>
                </a:solidFill>
                <a:latin typeface="Times New Roman"/>
                <a:ea typeface="Times New Roman"/>
                <a:cs typeface="Times New Roman"/>
                <a:sym typeface="Times New Roman"/>
              </a:rPr>
            </a:br>
            <a:r>
              <a:rPr b="0" i="0" lang="en-US" sz="1800" u="none" cap="none" strike="noStrike">
                <a:solidFill>
                  <a:schemeClr val="lt1"/>
                </a:solidFill>
                <a:latin typeface="Times New Roman"/>
                <a:ea typeface="Times New Roman"/>
                <a:cs typeface="Times New Roman"/>
                <a:sym typeface="Times New Roman"/>
              </a:rPr>
              <a:t>Project Presentation</a:t>
            </a:r>
            <a:endParaRPr b="0" i="0" sz="1800" u="none" cap="none" strike="noStrike">
              <a:solidFill>
                <a:schemeClr val="lt1"/>
              </a:solidFill>
              <a:latin typeface="Times New Roman"/>
              <a:ea typeface="Times New Roman"/>
              <a:cs typeface="Times New Roman"/>
              <a:sym typeface="Times New Roman"/>
            </a:endParaRPr>
          </a:p>
        </p:txBody>
      </p:sp>
      <p:pic>
        <p:nvPicPr>
          <p:cNvPr id="1491" name="Google Shape;1491;g3a3edffe164_0_93"/>
          <p:cNvPicPr preferRelativeResize="0"/>
          <p:nvPr/>
        </p:nvPicPr>
        <p:blipFill rotWithShape="1">
          <a:blip r:embed="rId6">
            <a:alphaModFix/>
          </a:blip>
          <a:srcRect b="0" l="0" r="0" t="0"/>
          <a:stretch/>
        </p:blipFill>
        <p:spPr>
          <a:xfrm>
            <a:off x="10590875" y="6330524"/>
            <a:ext cx="1500023" cy="585000"/>
          </a:xfrm>
          <a:prstGeom prst="rect">
            <a:avLst/>
          </a:prstGeom>
          <a:noFill/>
          <a:ln>
            <a:noFill/>
          </a:ln>
        </p:spPr>
      </p:pic>
      <p:sp>
        <p:nvSpPr>
          <p:cNvPr id="1492" name="Google Shape;1492;g3a3edffe164_0_93"/>
          <p:cNvSpPr txBox="1"/>
          <p:nvPr/>
        </p:nvSpPr>
        <p:spPr>
          <a:xfrm>
            <a:off x="-1" y="6234672"/>
            <a:ext cx="5981100" cy="6465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chemeClr val="dk1"/>
              </a:buClr>
              <a:buSzPts val="1800"/>
              <a:buFont typeface="Arial"/>
              <a:buNone/>
            </a:pPr>
            <a:r>
              <a:rPr b="0" i="0" lang="en-US" sz="1800" u="none" cap="none" strike="noStrike">
                <a:solidFill>
                  <a:schemeClr val="lt1"/>
                </a:solidFill>
                <a:latin typeface="Times New Roman"/>
                <a:ea typeface="Times New Roman"/>
                <a:cs typeface="Times New Roman"/>
                <a:sym typeface="Times New Roman"/>
              </a:rPr>
              <a:t>Nanoelectronics - Seminar Presentation</a:t>
            </a:r>
            <a:br>
              <a:rPr b="0" i="0" lang="en-US" sz="1800" u="none" cap="none" strike="noStrike">
                <a:solidFill>
                  <a:schemeClr val="lt1"/>
                </a:solidFill>
                <a:latin typeface="Times New Roman"/>
                <a:ea typeface="Times New Roman"/>
                <a:cs typeface="Times New Roman"/>
                <a:sym typeface="Times New Roman"/>
              </a:rPr>
            </a:br>
            <a:r>
              <a:rPr b="0" i="0" lang="en-US" sz="1800" u="none" cap="none" strike="noStrike">
                <a:solidFill>
                  <a:schemeClr val="lt1"/>
                </a:solidFill>
                <a:latin typeface="Times New Roman"/>
                <a:ea typeface="Times New Roman"/>
                <a:cs typeface="Times New Roman"/>
                <a:sym typeface="Times New Roman"/>
              </a:rPr>
              <a:t>Ronit Dutta</a:t>
            </a:r>
            <a:endParaRPr b="0" i="0" sz="1800" u="none" cap="none" strike="noStrike">
              <a:solidFill>
                <a:schemeClr val="lt1"/>
              </a:solidFill>
              <a:latin typeface="Times New Roman"/>
              <a:ea typeface="Times New Roman"/>
              <a:cs typeface="Times New Roman"/>
              <a:sym typeface="Times New Roman"/>
            </a:endParaRPr>
          </a:p>
        </p:txBody>
      </p:sp>
      <p:pic>
        <p:nvPicPr>
          <p:cNvPr id="1493" name="Google Shape;1493;g3a3edffe164_0_93"/>
          <p:cNvPicPr preferRelativeResize="0"/>
          <p:nvPr/>
        </p:nvPicPr>
        <p:blipFill rotWithShape="1">
          <a:blip r:embed="rId6">
            <a:alphaModFix/>
          </a:blip>
          <a:srcRect b="0" l="0" r="0" t="0"/>
          <a:stretch/>
        </p:blipFill>
        <p:spPr>
          <a:xfrm>
            <a:off x="10590875" y="6330524"/>
            <a:ext cx="1500023" cy="585000"/>
          </a:xfrm>
          <a:prstGeom prst="rect">
            <a:avLst/>
          </a:prstGeom>
          <a:noFill/>
          <a:ln>
            <a:noFill/>
          </a:ln>
        </p:spPr>
      </p:pic>
      <p:pic>
        <p:nvPicPr>
          <p:cNvPr id="1494" name="Google Shape;1494;g3a3edffe164_0_93"/>
          <p:cNvPicPr preferRelativeResize="0"/>
          <p:nvPr/>
        </p:nvPicPr>
        <p:blipFill rotWithShape="1">
          <a:blip r:embed="rId9">
            <a:alphaModFix/>
          </a:blip>
          <a:srcRect b="0" l="0" r="0" t="0"/>
          <a:stretch/>
        </p:blipFill>
        <p:spPr>
          <a:xfrm>
            <a:off x="0" y="6234674"/>
            <a:ext cx="12192000" cy="1165875"/>
          </a:xfrm>
          <a:prstGeom prst="rect">
            <a:avLst/>
          </a:prstGeom>
          <a:noFill/>
          <a:ln>
            <a:noFill/>
          </a:ln>
        </p:spPr>
      </p:pic>
      <p:sp>
        <p:nvSpPr>
          <p:cNvPr id="1495" name="Google Shape;1495;g3a3edffe164_0_93"/>
          <p:cNvSpPr txBox="1"/>
          <p:nvPr/>
        </p:nvSpPr>
        <p:spPr>
          <a:xfrm>
            <a:off x="-1" y="6310697"/>
            <a:ext cx="5981100" cy="6465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chemeClr val="dk1"/>
              </a:buClr>
              <a:buSzPts val="1800"/>
              <a:buFont typeface="Arial"/>
              <a:buNone/>
            </a:pPr>
            <a:r>
              <a:rPr lang="en-US" sz="1800">
                <a:solidFill>
                  <a:schemeClr val="lt1"/>
                </a:solidFill>
                <a:latin typeface="Times New Roman"/>
                <a:ea typeface="Times New Roman"/>
                <a:cs typeface="Times New Roman"/>
                <a:sym typeface="Times New Roman"/>
              </a:rPr>
              <a:t>Applied Mathematics for Engineering [MIDTERM PROJECT]</a:t>
            </a:r>
            <a:br>
              <a:rPr b="0" i="0" lang="en-US" sz="1800" u="none" cap="none" strike="noStrike">
                <a:solidFill>
                  <a:schemeClr val="lt1"/>
                </a:solidFill>
                <a:latin typeface="Times New Roman"/>
                <a:ea typeface="Times New Roman"/>
                <a:cs typeface="Times New Roman"/>
                <a:sym typeface="Times New Roman"/>
              </a:rPr>
            </a:br>
            <a:r>
              <a:rPr b="0" i="0" lang="en-US" sz="1800" u="none" cap="none" strike="noStrike">
                <a:solidFill>
                  <a:schemeClr val="lt1"/>
                </a:solidFill>
                <a:latin typeface="Times New Roman"/>
                <a:ea typeface="Times New Roman"/>
                <a:cs typeface="Times New Roman"/>
                <a:sym typeface="Times New Roman"/>
              </a:rPr>
              <a:t>Ronit Dutta</a:t>
            </a:r>
            <a:endParaRPr b="0" i="0" sz="1800" u="none" cap="none" strike="noStrike">
              <a:solidFill>
                <a:schemeClr val="lt1"/>
              </a:solidFill>
              <a:latin typeface="Times New Roman"/>
              <a:ea typeface="Times New Roman"/>
              <a:cs typeface="Times New Roman"/>
              <a:sym typeface="Times New Roman"/>
            </a:endParaRPr>
          </a:p>
        </p:txBody>
      </p:sp>
      <p:pic>
        <p:nvPicPr>
          <p:cNvPr id="1496" name="Google Shape;1496;g3a3edffe164_0_93"/>
          <p:cNvPicPr preferRelativeResize="0"/>
          <p:nvPr/>
        </p:nvPicPr>
        <p:blipFill rotWithShape="1">
          <a:blip r:embed="rId6">
            <a:alphaModFix/>
          </a:blip>
          <a:srcRect b="0" l="0" r="0" t="0"/>
          <a:stretch/>
        </p:blipFill>
        <p:spPr>
          <a:xfrm>
            <a:off x="10579375" y="6341449"/>
            <a:ext cx="1500023" cy="585000"/>
          </a:xfrm>
          <a:prstGeom prst="rect">
            <a:avLst/>
          </a:prstGeom>
          <a:noFill/>
          <a:ln>
            <a:noFill/>
          </a:ln>
        </p:spPr>
      </p:pic>
      <p:pic>
        <p:nvPicPr>
          <p:cNvPr id="1497" name="Google Shape;1497;g3a3edffe164_0_93"/>
          <p:cNvPicPr preferRelativeResize="0"/>
          <p:nvPr/>
        </p:nvPicPr>
        <p:blipFill rotWithShape="1">
          <a:blip r:embed="rId9">
            <a:alphaModFix/>
          </a:blip>
          <a:srcRect b="0" l="0" r="0" t="0"/>
          <a:stretch/>
        </p:blipFill>
        <p:spPr>
          <a:xfrm>
            <a:off x="0" y="6330524"/>
            <a:ext cx="12192000" cy="1165875"/>
          </a:xfrm>
          <a:prstGeom prst="rect">
            <a:avLst/>
          </a:prstGeom>
          <a:noFill/>
          <a:ln>
            <a:noFill/>
          </a:ln>
        </p:spPr>
      </p:pic>
      <p:sp>
        <p:nvSpPr>
          <p:cNvPr id="1498" name="Google Shape;1498;g3a3edffe164_0_93"/>
          <p:cNvSpPr txBox="1"/>
          <p:nvPr/>
        </p:nvSpPr>
        <p:spPr>
          <a:xfrm>
            <a:off x="-1" y="6445547"/>
            <a:ext cx="5981100" cy="6465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chemeClr val="dk1"/>
              </a:buClr>
              <a:buSzPts val="1800"/>
              <a:buFont typeface="Arial"/>
              <a:buNone/>
            </a:pPr>
            <a:r>
              <a:rPr lang="en-US" sz="1800">
                <a:solidFill>
                  <a:schemeClr val="lt1"/>
                </a:solidFill>
                <a:latin typeface="Times New Roman"/>
                <a:ea typeface="Times New Roman"/>
                <a:cs typeface="Times New Roman"/>
                <a:sym typeface="Times New Roman"/>
              </a:rPr>
              <a:t>Applied Mathematics for Engineering [MIDTERM PROJECT]</a:t>
            </a:r>
            <a:br>
              <a:rPr b="0" i="0" lang="en-US" sz="1800" u="none" cap="none" strike="noStrike">
                <a:solidFill>
                  <a:schemeClr val="lt1"/>
                </a:solidFill>
                <a:latin typeface="Times New Roman"/>
                <a:ea typeface="Times New Roman"/>
                <a:cs typeface="Times New Roman"/>
                <a:sym typeface="Times New Roman"/>
              </a:rPr>
            </a:br>
            <a:r>
              <a:rPr b="0" i="0" lang="en-US" sz="1800" u="none" cap="none" strike="noStrike">
                <a:solidFill>
                  <a:schemeClr val="lt1"/>
                </a:solidFill>
                <a:latin typeface="Times New Roman"/>
                <a:ea typeface="Times New Roman"/>
                <a:cs typeface="Times New Roman"/>
                <a:sym typeface="Times New Roman"/>
              </a:rPr>
              <a:t>Ronit Dutta</a:t>
            </a:r>
            <a:endParaRPr b="0" i="0" sz="1800" u="none" cap="none" strike="noStrike">
              <a:solidFill>
                <a:schemeClr val="lt1"/>
              </a:solidFill>
              <a:latin typeface="Times New Roman"/>
              <a:ea typeface="Times New Roman"/>
              <a:cs typeface="Times New Roman"/>
              <a:sym typeface="Times New Roman"/>
            </a:endParaRPr>
          </a:p>
        </p:txBody>
      </p:sp>
      <p:pic>
        <p:nvPicPr>
          <p:cNvPr id="1499" name="Google Shape;1499;g3a3edffe164_0_93"/>
          <p:cNvPicPr preferRelativeResize="0"/>
          <p:nvPr/>
        </p:nvPicPr>
        <p:blipFill rotWithShape="1">
          <a:blip r:embed="rId6">
            <a:alphaModFix/>
          </a:blip>
          <a:srcRect b="0" l="0" r="0" t="0"/>
          <a:stretch/>
        </p:blipFill>
        <p:spPr>
          <a:xfrm>
            <a:off x="10579375" y="6476299"/>
            <a:ext cx="1500023" cy="585000"/>
          </a:xfrm>
          <a:prstGeom prst="rect">
            <a:avLst/>
          </a:prstGeom>
          <a:noFill/>
          <a:ln>
            <a:noFill/>
          </a:ln>
        </p:spPr>
      </p:pic>
      <p:pic>
        <p:nvPicPr>
          <p:cNvPr id="1500" name="Google Shape;1500;g3a3edffe164_0_93"/>
          <p:cNvPicPr preferRelativeResize="0"/>
          <p:nvPr/>
        </p:nvPicPr>
        <p:blipFill rotWithShape="1">
          <a:blip r:embed="rId4">
            <a:alphaModFix/>
          </a:blip>
          <a:srcRect b="0" l="0" r="0" t="0"/>
          <a:stretch/>
        </p:blipFill>
        <p:spPr>
          <a:xfrm>
            <a:off x="10590934" y="6330522"/>
            <a:ext cx="1499906" cy="585000"/>
          </a:xfrm>
          <a:prstGeom prst="rect">
            <a:avLst/>
          </a:prstGeom>
          <a:noFill/>
          <a:ln>
            <a:noFill/>
          </a:ln>
        </p:spPr>
      </p:pic>
      <p:sp>
        <p:nvSpPr>
          <p:cNvPr id="1501" name="Google Shape;1501;g3a3edffe164_0_93"/>
          <p:cNvSpPr txBox="1"/>
          <p:nvPr/>
        </p:nvSpPr>
        <p:spPr>
          <a:xfrm>
            <a:off x="-1" y="6288587"/>
            <a:ext cx="5981100" cy="3693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chemeClr val="dk1"/>
              </a:buClr>
              <a:buSzPts val="1800"/>
              <a:buFont typeface="Arial"/>
              <a:buNone/>
            </a:pPr>
            <a:r>
              <a:rPr b="0" i="0" lang="en-US" sz="1800" u="none" cap="none" strike="noStrike">
                <a:solidFill>
                  <a:schemeClr val="lt1"/>
                </a:solidFill>
                <a:latin typeface="Times New Roman"/>
                <a:ea typeface="Times New Roman"/>
                <a:cs typeface="Times New Roman"/>
                <a:sym typeface="Times New Roman"/>
              </a:rPr>
              <a:t>Term Paper Presentation | Ronit Dutta</a:t>
            </a:r>
            <a:endParaRPr b="0" i="0" sz="1800" u="none" cap="none" strike="noStrike">
              <a:solidFill>
                <a:schemeClr val="lt1"/>
              </a:solidFill>
              <a:latin typeface="Times New Roman"/>
              <a:ea typeface="Times New Roman"/>
              <a:cs typeface="Times New Roman"/>
              <a:sym typeface="Times New Roman"/>
            </a:endParaRPr>
          </a:p>
        </p:txBody>
      </p:sp>
      <p:pic>
        <p:nvPicPr>
          <p:cNvPr id="1502" name="Google Shape;1502;g3a3edffe164_0_93"/>
          <p:cNvPicPr preferRelativeResize="0"/>
          <p:nvPr/>
        </p:nvPicPr>
        <p:blipFill rotWithShape="1">
          <a:blip r:embed="rId4">
            <a:alphaModFix/>
          </a:blip>
          <a:srcRect b="0" l="0" r="0" t="0"/>
          <a:stretch/>
        </p:blipFill>
        <p:spPr>
          <a:xfrm>
            <a:off x="10590934" y="6330522"/>
            <a:ext cx="1499906" cy="585000"/>
          </a:xfrm>
          <a:prstGeom prst="rect">
            <a:avLst/>
          </a:prstGeom>
          <a:noFill/>
          <a:ln>
            <a:noFill/>
          </a:ln>
        </p:spPr>
      </p:pic>
      <p:sp>
        <p:nvSpPr>
          <p:cNvPr id="1503" name="Google Shape;1503;g3a3edffe164_0_93"/>
          <p:cNvSpPr txBox="1"/>
          <p:nvPr/>
        </p:nvSpPr>
        <p:spPr>
          <a:xfrm>
            <a:off x="-1" y="6288587"/>
            <a:ext cx="5981100" cy="3693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chemeClr val="dk1"/>
              </a:buClr>
              <a:buSzPts val="1800"/>
              <a:buFont typeface="Arial"/>
              <a:buNone/>
            </a:pPr>
            <a:r>
              <a:rPr b="0" i="0" lang="en-US" sz="1800" u="none" cap="none" strike="noStrike">
                <a:solidFill>
                  <a:schemeClr val="lt1"/>
                </a:solidFill>
                <a:latin typeface="Times New Roman"/>
                <a:ea typeface="Times New Roman"/>
                <a:cs typeface="Times New Roman"/>
                <a:sym typeface="Times New Roman"/>
              </a:rPr>
              <a:t>Term Paper Presentation | Ronit Dutta</a:t>
            </a:r>
            <a:endParaRPr b="0" i="0" sz="1800" u="none" cap="none" strike="noStrike">
              <a:solidFill>
                <a:schemeClr val="lt1"/>
              </a:solidFill>
              <a:latin typeface="Times New Roman"/>
              <a:ea typeface="Times New Roman"/>
              <a:cs typeface="Times New Roman"/>
              <a:sym typeface="Times New Roman"/>
            </a:endParaRPr>
          </a:p>
        </p:txBody>
      </p:sp>
      <p:pic>
        <p:nvPicPr>
          <p:cNvPr id="1504" name="Google Shape;1504;g3a3edffe164_0_93"/>
          <p:cNvPicPr preferRelativeResize="0"/>
          <p:nvPr/>
        </p:nvPicPr>
        <p:blipFill rotWithShape="1">
          <a:blip r:embed="rId4">
            <a:alphaModFix/>
          </a:blip>
          <a:srcRect b="0" l="0" r="0" t="0"/>
          <a:stretch/>
        </p:blipFill>
        <p:spPr>
          <a:xfrm>
            <a:off x="10590934" y="6330522"/>
            <a:ext cx="1499906" cy="585000"/>
          </a:xfrm>
          <a:prstGeom prst="rect">
            <a:avLst/>
          </a:prstGeom>
          <a:noFill/>
          <a:ln>
            <a:noFill/>
          </a:ln>
        </p:spPr>
      </p:pic>
      <p:sp>
        <p:nvSpPr>
          <p:cNvPr id="1505" name="Google Shape;1505;g3a3edffe164_0_93"/>
          <p:cNvSpPr txBox="1"/>
          <p:nvPr/>
        </p:nvSpPr>
        <p:spPr>
          <a:xfrm>
            <a:off x="-1" y="6288587"/>
            <a:ext cx="5981100" cy="6465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chemeClr val="dk1"/>
              </a:buClr>
              <a:buSzPts val="1800"/>
              <a:buFont typeface="Arial"/>
              <a:buNone/>
            </a:pPr>
            <a:r>
              <a:rPr b="0" i="0" lang="en-US" sz="1800" u="none" cap="none" strike="noStrike">
                <a:solidFill>
                  <a:schemeClr val="lt1"/>
                </a:solidFill>
                <a:latin typeface="Times New Roman"/>
                <a:ea typeface="Times New Roman"/>
                <a:cs typeface="Times New Roman"/>
                <a:sym typeface="Times New Roman"/>
              </a:rPr>
              <a:t>Machine Learning Professional</a:t>
            </a:r>
            <a:br>
              <a:rPr b="0" i="0" lang="en-US" sz="1800" u="none" cap="none" strike="noStrike">
                <a:solidFill>
                  <a:schemeClr val="lt1"/>
                </a:solidFill>
                <a:latin typeface="Times New Roman"/>
                <a:ea typeface="Times New Roman"/>
                <a:cs typeface="Times New Roman"/>
                <a:sym typeface="Times New Roman"/>
              </a:rPr>
            </a:br>
            <a:r>
              <a:rPr b="0" i="0" lang="en-US" sz="1800" u="none" cap="none" strike="noStrike">
                <a:solidFill>
                  <a:schemeClr val="lt1"/>
                </a:solidFill>
                <a:latin typeface="Times New Roman"/>
                <a:ea typeface="Times New Roman"/>
                <a:cs typeface="Times New Roman"/>
                <a:sym typeface="Times New Roman"/>
              </a:rPr>
              <a:t>Project Presentation</a:t>
            </a:r>
            <a:endParaRPr b="0" i="0" sz="1800" u="none" cap="none" strike="noStrike">
              <a:solidFill>
                <a:schemeClr val="lt1"/>
              </a:solidFill>
              <a:latin typeface="Times New Roman"/>
              <a:ea typeface="Times New Roman"/>
              <a:cs typeface="Times New Roman"/>
              <a:sym typeface="Times New Roman"/>
            </a:endParaRPr>
          </a:p>
        </p:txBody>
      </p:sp>
      <p:pic>
        <p:nvPicPr>
          <p:cNvPr id="1506" name="Google Shape;1506;g3a3edffe164_0_93"/>
          <p:cNvPicPr preferRelativeResize="0"/>
          <p:nvPr/>
        </p:nvPicPr>
        <p:blipFill rotWithShape="1">
          <a:blip r:embed="rId6">
            <a:alphaModFix/>
          </a:blip>
          <a:srcRect b="0" l="0" r="0" t="0"/>
          <a:stretch/>
        </p:blipFill>
        <p:spPr>
          <a:xfrm>
            <a:off x="10590875" y="6341462"/>
            <a:ext cx="1500023" cy="585000"/>
          </a:xfrm>
          <a:prstGeom prst="rect">
            <a:avLst/>
          </a:prstGeom>
          <a:noFill/>
          <a:ln>
            <a:noFill/>
          </a:ln>
        </p:spPr>
      </p:pic>
      <p:sp>
        <p:nvSpPr>
          <p:cNvPr id="1507" name="Google Shape;1507;g3a3edffe164_0_93"/>
          <p:cNvSpPr txBox="1"/>
          <p:nvPr/>
        </p:nvSpPr>
        <p:spPr>
          <a:xfrm>
            <a:off x="-1" y="6288587"/>
            <a:ext cx="5981100" cy="6465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chemeClr val="dk1"/>
              </a:buClr>
              <a:buSzPts val="1800"/>
              <a:buFont typeface="Arial"/>
              <a:buNone/>
            </a:pPr>
            <a:r>
              <a:rPr b="0" i="0" lang="en-US" sz="1800" u="none" cap="none" strike="noStrike">
                <a:solidFill>
                  <a:schemeClr val="lt1"/>
                </a:solidFill>
                <a:latin typeface="Times New Roman"/>
                <a:ea typeface="Times New Roman"/>
                <a:cs typeface="Times New Roman"/>
                <a:sym typeface="Times New Roman"/>
              </a:rPr>
              <a:t>Machine Learning Professional</a:t>
            </a:r>
            <a:br>
              <a:rPr b="0" i="0" lang="en-US" sz="1800" u="none" cap="none" strike="noStrike">
                <a:solidFill>
                  <a:schemeClr val="lt1"/>
                </a:solidFill>
                <a:latin typeface="Times New Roman"/>
                <a:ea typeface="Times New Roman"/>
                <a:cs typeface="Times New Roman"/>
                <a:sym typeface="Times New Roman"/>
              </a:rPr>
            </a:br>
            <a:r>
              <a:rPr b="0" i="0" lang="en-US" sz="1800" u="none" cap="none" strike="noStrike">
                <a:solidFill>
                  <a:schemeClr val="lt1"/>
                </a:solidFill>
                <a:latin typeface="Times New Roman"/>
                <a:ea typeface="Times New Roman"/>
                <a:cs typeface="Times New Roman"/>
                <a:sym typeface="Times New Roman"/>
              </a:rPr>
              <a:t>Project Presentation</a:t>
            </a:r>
            <a:endParaRPr b="0" i="0" sz="1800" u="none" cap="none" strike="noStrike">
              <a:solidFill>
                <a:schemeClr val="lt1"/>
              </a:solidFill>
              <a:latin typeface="Times New Roman"/>
              <a:ea typeface="Times New Roman"/>
              <a:cs typeface="Times New Roman"/>
              <a:sym typeface="Times New Roman"/>
            </a:endParaRPr>
          </a:p>
        </p:txBody>
      </p:sp>
      <p:pic>
        <p:nvPicPr>
          <p:cNvPr id="1508" name="Google Shape;1508;g3a3edffe164_0_93"/>
          <p:cNvPicPr preferRelativeResize="0"/>
          <p:nvPr/>
        </p:nvPicPr>
        <p:blipFill rotWithShape="1">
          <a:blip r:embed="rId6">
            <a:alphaModFix/>
          </a:blip>
          <a:srcRect b="0" l="0" r="0" t="0"/>
          <a:stretch/>
        </p:blipFill>
        <p:spPr>
          <a:xfrm>
            <a:off x="10590875" y="6330524"/>
            <a:ext cx="1500023" cy="585000"/>
          </a:xfrm>
          <a:prstGeom prst="rect">
            <a:avLst/>
          </a:prstGeom>
          <a:noFill/>
          <a:ln>
            <a:noFill/>
          </a:ln>
        </p:spPr>
      </p:pic>
      <p:sp>
        <p:nvSpPr>
          <p:cNvPr id="1509" name="Google Shape;1509;g3a3edffe164_0_93"/>
          <p:cNvSpPr txBox="1"/>
          <p:nvPr/>
        </p:nvSpPr>
        <p:spPr>
          <a:xfrm>
            <a:off x="-1" y="6234672"/>
            <a:ext cx="5981100" cy="6465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chemeClr val="dk1"/>
              </a:buClr>
              <a:buSzPts val="1800"/>
              <a:buFont typeface="Arial"/>
              <a:buNone/>
            </a:pPr>
            <a:r>
              <a:rPr b="0" i="0" lang="en-US" sz="1800" u="none" cap="none" strike="noStrike">
                <a:solidFill>
                  <a:schemeClr val="lt1"/>
                </a:solidFill>
                <a:latin typeface="Times New Roman"/>
                <a:ea typeface="Times New Roman"/>
                <a:cs typeface="Times New Roman"/>
                <a:sym typeface="Times New Roman"/>
              </a:rPr>
              <a:t>Machine Learning Professional</a:t>
            </a:r>
            <a:br>
              <a:rPr b="0" i="0" lang="en-US" sz="1800" u="none" cap="none" strike="noStrike">
                <a:solidFill>
                  <a:schemeClr val="lt1"/>
                </a:solidFill>
                <a:latin typeface="Times New Roman"/>
                <a:ea typeface="Times New Roman"/>
                <a:cs typeface="Times New Roman"/>
                <a:sym typeface="Times New Roman"/>
              </a:rPr>
            </a:br>
            <a:r>
              <a:rPr b="0" i="0" lang="en-US" sz="1800" u="none" cap="none" strike="noStrike">
                <a:solidFill>
                  <a:schemeClr val="lt1"/>
                </a:solidFill>
                <a:latin typeface="Times New Roman"/>
                <a:ea typeface="Times New Roman"/>
                <a:cs typeface="Times New Roman"/>
                <a:sym typeface="Times New Roman"/>
              </a:rPr>
              <a:t>Project Presentation</a:t>
            </a:r>
            <a:endParaRPr b="0" i="0" sz="1800" u="none" cap="none" strike="noStrike">
              <a:solidFill>
                <a:schemeClr val="lt1"/>
              </a:solidFill>
              <a:latin typeface="Times New Roman"/>
              <a:ea typeface="Times New Roman"/>
              <a:cs typeface="Times New Roman"/>
              <a:sym typeface="Times New Roman"/>
            </a:endParaRPr>
          </a:p>
        </p:txBody>
      </p:sp>
      <p:pic>
        <p:nvPicPr>
          <p:cNvPr id="1510" name="Google Shape;1510;g3a3edffe164_0_93"/>
          <p:cNvPicPr preferRelativeResize="0"/>
          <p:nvPr/>
        </p:nvPicPr>
        <p:blipFill rotWithShape="1">
          <a:blip r:embed="rId6">
            <a:alphaModFix/>
          </a:blip>
          <a:srcRect b="0" l="0" r="0" t="0"/>
          <a:stretch/>
        </p:blipFill>
        <p:spPr>
          <a:xfrm>
            <a:off x="10590875" y="6330524"/>
            <a:ext cx="1500023" cy="585000"/>
          </a:xfrm>
          <a:prstGeom prst="rect">
            <a:avLst/>
          </a:prstGeom>
          <a:noFill/>
          <a:ln>
            <a:noFill/>
          </a:ln>
        </p:spPr>
      </p:pic>
      <p:sp>
        <p:nvSpPr>
          <p:cNvPr id="1511" name="Google Shape;1511;g3a3edffe164_0_93"/>
          <p:cNvSpPr txBox="1"/>
          <p:nvPr/>
        </p:nvSpPr>
        <p:spPr>
          <a:xfrm>
            <a:off x="-1" y="6234672"/>
            <a:ext cx="5981100" cy="6465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chemeClr val="dk1"/>
              </a:buClr>
              <a:buSzPts val="1800"/>
              <a:buFont typeface="Arial"/>
              <a:buNone/>
            </a:pPr>
            <a:r>
              <a:rPr b="0" i="0" lang="en-US" sz="1800" u="none" cap="none" strike="noStrike">
                <a:solidFill>
                  <a:schemeClr val="lt1"/>
                </a:solidFill>
                <a:latin typeface="Times New Roman"/>
                <a:ea typeface="Times New Roman"/>
                <a:cs typeface="Times New Roman"/>
                <a:sym typeface="Times New Roman"/>
              </a:rPr>
              <a:t>Machine Learning Professional</a:t>
            </a:r>
            <a:br>
              <a:rPr b="0" i="0" lang="en-US" sz="1800" u="none" cap="none" strike="noStrike">
                <a:solidFill>
                  <a:schemeClr val="lt1"/>
                </a:solidFill>
                <a:latin typeface="Times New Roman"/>
                <a:ea typeface="Times New Roman"/>
                <a:cs typeface="Times New Roman"/>
                <a:sym typeface="Times New Roman"/>
              </a:rPr>
            </a:br>
            <a:r>
              <a:rPr b="0" i="0" lang="en-US" sz="1800" u="none" cap="none" strike="noStrike">
                <a:solidFill>
                  <a:schemeClr val="lt1"/>
                </a:solidFill>
                <a:latin typeface="Times New Roman"/>
                <a:ea typeface="Times New Roman"/>
                <a:cs typeface="Times New Roman"/>
                <a:sym typeface="Times New Roman"/>
              </a:rPr>
              <a:t>Project Presentation</a:t>
            </a:r>
            <a:endParaRPr b="0" i="0" sz="1800" u="none" cap="none" strike="noStrike">
              <a:solidFill>
                <a:schemeClr val="lt1"/>
              </a:solidFill>
              <a:latin typeface="Times New Roman"/>
              <a:ea typeface="Times New Roman"/>
              <a:cs typeface="Times New Roman"/>
              <a:sym typeface="Times New Roman"/>
            </a:endParaRPr>
          </a:p>
        </p:txBody>
      </p:sp>
      <p:pic>
        <p:nvPicPr>
          <p:cNvPr id="1512" name="Google Shape;1512;g3a3edffe164_0_93"/>
          <p:cNvPicPr preferRelativeResize="0"/>
          <p:nvPr/>
        </p:nvPicPr>
        <p:blipFill rotWithShape="1">
          <a:blip r:embed="rId6">
            <a:alphaModFix/>
          </a:blip>
          <a:srcRect b="0" l="0" r="0" t="0"/>
          <a:stretch/>
        </p:blipFill>
        <p:spPr>
          <a:xfrm>
            <a:off x="10590875" y="6330524"/>
            <a:ext cx="1500023" cy="585000"/>
          </a:xfrm>
          <a:prstGeom prst="rect">
            <a:avLst/>
          </a:prstGeom>
          <a:noFill/>
          <a:ln>
            <a:noFill/>
          </a:ln>
        </p:spPr>
      </p:pic>
      <p:sp>
        <p:nvSpPr>
          <p:cNvPr id="1513" name="Google Shape;1513;g3a3edffe164_0_93"/>
          <p:cNvSpPr txBox="1"/>
          <p:nvPr/>
        </p:nvSpPr>
        <p:spPr>
          <a:xfrm>
            <a:off x="-1" y="6234672"/>
            <a:ext cx="5981100" cy="6465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chemeClr val="dk1"/>
              </a:buClr>
              <a:buSzPts val="1800"/>
              <a:buFont typeface="Arial"/>
              <a:buNone/>
            </a:pPr>
            <a:r>
              <a:rPr b="0" i="0" lang="en-US" sz="1800" u="none" cap="none" strike="noStrike">
                <a:solidFill>
                  <a:schemeClr val="lt1"/>
                </a:solidFill>
                <a:latin typeface="Times New Roman"/>
                <a:ea typeface="Times New Roman"/>
                <a:cs typeface="Times New Roman"/>
                <a:sym typeface="Times New Roman"/>
              </a:rPr>
              <a:t>Nanoelectronics - Seminar Presentation</a:t>
            </a:r>
            <a:br>
              <a:rPr b="0" i="0" lang="en-US" sz="1800" u="none" cap="none" strike="noStrike">
                <a:solidFill>
                  <a:schemeClr val="lt1"/>
                </a:solidFill>
                <a:latin typeface="Times New Roman"/>
                <a:ea typeface="Times New Roman"/>
                <a:cs typeface="Times New Roman"/>
                <a:sym typeface="Times New Roman"/>
              </a:rPr>
            </a:br>
            <a:r>
              <a:rPr b="0" i="0" lang="en-US" sz="1800" u="none" cap="none" strike="noStrike">
                <a:solidFill>
                  <a:schemeClr val="lt1"/>
                </a:solidFill>
                <a:latin typeface="Times New Roman"/>
                <a:ea typeface="Times New Roman"/>
                <a:cs typeface="Times New Roman"/>
                <a:sym typeface="Times New Roman"/>
              </a:rPr>
              <a:t>Ronit Dutta</a:t>
            </a:r>
            <a:endParaRPr b="0" i="0" sz="1800" u="none" cap="none" strike="noStrike">
              <a:solidFill>
                <a:schemeClr val="lt1"/>
              </a:solidFill>
              <a:latin typeface="Times New Roman"/>
              <a:ea typeface="Times New Roman"/>
              <a:cs typeface="Times New Roman"/>
              <a:sym typeface="Times New Roman"/>
            </a:endParaRPr>
          </a:p>
        </p:txBody>
      </p:sp>
      <p:pic>
        <p:nvPicPr>
          <p:cNvPr id="1514" name="Google Shape;1514;g3a3edffe164_0_93"/>
          <p:cNvPicPr preferRelativeResize="0"/>
          <p:nvPr/>
        </p:nvPicPr>
        <p:blipFill rotWithShape="1">
          <a:blip r:embed="rId6">
            <a:alphaModFix/>
          </a:blip>
          <a:srcRect b="0" l="0" r="0" t="0"/>
          <a:stretch/>
        </p:blipFill>
        <p:spPr>
          <a:xfrm>
            <a:off x="10590875" y="6330524"/>
            <a:ext cx="1500023" cy="585000"/>
          </a:xfrm>
          <a:prstGeom prst="rect">
            <a:avLst/>
          </a:prstGeom>
          <a:noFill/>
          <a:ln>
            <a:noFill/>
          </a:ln>
        </p:spPr>
      </p:pic>
      <p:pic>
        <p:nvPicPr>
          <p:cNvPr id="1515" name="Google Shape;1515;g3a3edffe164_0_93"/>
          <p:cNvPicPr preferRelativeResize="0"/>
          <p:nvPr/>
        </p:nvPicPr>
        <p:blipFill rotWithShape="1">
          <a:blip r:embed="rId4">
            <a:alphaModFix/>
          </a:blip>
          <a:srcRect b="0" l="0" r="0" t="0"/>
          <a:stretch/>
        </p:blipFill>
        <p:spPr>
          <a:xfrm>
            <a:off x="10590934" y="6330522"/>
            <a:ext cx="1499906" cy="585000"/>
          </a:xfrm>
          <a:prstGeom prst="rect">
            <a:avLst/>
          </a:prstGeom>
          <a:noFill/>
          <a:ln>
            <a:noFill/>
          </a:ln>
        </p:spPr>
      </p:pic>
      <p:sp>
        <p:nvSpPr>
          <p:cNvPr id="1516" name="Google Shape;1516;g3a3edffe164_0_93"/>
          <p:cNvSpPr txBox="1"/>
          <p:nvPr/>
        </p:nvSpPr>
        <p:spPr>
          <a:xfrm>
            <a:off x="-1" y="6288587"/>
            <a:ext cx="5981100" cy="3693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chemeClr val="dk1"/>
              </a:buClr>
              <a:buSzPts val="1800"/>
              <a:buFont typeface="Arial"/>
              <a:buNone/>
            </a:pPr>
            <a:r>
              <a:rPr b="0" i="0" lang="en-US" sz="1800" u="none" cap="none" strike="noStrike">
                <a:solidFill>
                  <a:schemeClr val="lt1"/>
                </a:solidFill>
                <a:latin typeface="Times New Roman"/>
                <a:ea typeface="Times New Roman"/>
                <a:cs typeface="Times New Roman"/>
                <a:sym typeface="Times New Roman"/>
              </a:rPr>
              <a:t>Term Paper Presentation | Ronit Dutta</a:t>
            </a:r>
            <a:endParaRPr b="0" i="0" sz="1800" u="none" cap="none" strike="noStrike">
              <a:solidFill>
                <a:schemeClr val="lt1"/>
              </a:solidFill>
              <a:latin typeface="Times New Roman"/>
              <a:ea typeface="Times New Roman"/>
              <a:cs typeface="Times New Roman"/>
              <a:sym typeface="Times New Roman"/>
            </a:endParaRPr>
          </a:p>
        </p:txBody>
      </p:sp>
      <p:pic>
        <p:nvPicPr>
          <p:cNvPr id="1517" name="Google Shape;1517;g3a3edffe164_0_93"/>
          <p:cNvPicPr preferRelativeResize="0"/>
          <p:nvPr/>
        </p:nvPicPr>
        <p:blipFill rotWithShape="1">
          <a:blip r:embed="rId4">
            <a:alphaModFix/>
          </a:blip>
          <a:srcRect b="0" l="0" r="0" t="0"/>
          <a:stretch/>
        </p:blipFill>
        <p:spPr>
          <a:xfrm>
            <a:off x="10590934" y="6330522"/>
            <a:ext cx="1499906" cy="585000"/>
          </a:xfrm>
          <a:prstGeom prst="rect">
            <a:avLst/>
          </a:prstGeom>
          <a:noFill/>
          <a:ln>
            <a:noFill/>
          </a:ln>
        </p:spPr>
      </p:pic>
      <p:sp>
        <p:nvSpPr>
          <p:cNvPr id="1518" name="Google Shape;1518;g3a3edffe164_0_93"/>
          <p:cNvSpPr txBox="1"/>
          <p:nvPr/>
        </p:nvSpPr>
        <p:spPr>
          <a:xfrm>
            <a:off x="-1" y="6288587"/>
            <a:ext cx="5981100" cy="3693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chemeClr val="dk1"/>
              </a:buClr>
              <a:buSzPts val="1800"/>
              <a:buFont typeface="Arial"/>
              <a:buNone/>
            </a:pPr>
            <a:r>
              <a:rPr b="0" i="0" lang="en-US" sz="1800" u="none" cap="none" strike="noStrike">
                <a:solidFill>
                  <a:schemeClr val="lt1"/>
                </a:solidFill>
                <a:latin typeface="Times New Roman"/>
                <a:ea typeface="Times New Roman"/>
                <a:cs typeface="Times New Roman"/>
                <a:sym typeface="Times New Roman"/>
              </a:rPr>
              <a:t>Term Paper Presentation | Ronit Dutta</a:t>
            </a:r>
            <a:endParaRPr b="0" i="0" sz="1800" u="none" cap="none" strike="noStrike">
              <a:solidFill>
                <a:schemeClr val="lt1"/>
              </a:solidFill>
              <a:latin typeface="Times New Roman"/>
              <a:ea typeface="Times New Roman"/>
              <a:cs typeface="Times New Roman"/>
              <a:sym typeface="Times New Roman"/>
            </a:endParaRPr>
          </a:p>
        </p:txBody>
      </p:sp>
      <p:pic>
        <p:nvPicPr>
          <p:cNvPr id="1519" name="Google Shape;1519;g3a3edffe164_0_93"/>
          <p:cNvPicPr preferRelativeResize="0"/>
          <p:nvPr/>
        </p:nvPicPr>
        <p:blipFill rotWithShape="1">
          <a:blip r:embed="rId4">
            <a:alphaModFix/>
          </a:blip>
          <a:srcRect b="0" l="0" r="0" t="0"/>
          <a:stretch/>
        </p:blipFill>
        <p:spPr>
          <a:xfrm>
            <a:off x="10590934" y="6330522"/>
            <a:ext cx="1499906" cy="585000"/>
          </a:xfrm>
          <a:prstGeom prst="rect">
            <a:avLst/>
          </a:prstGeom>
          <a:noFill/>
          <a:ln>
            <a:noFill/>
          </a:ln>
        </p:spPr>
      </p:pic>
      <p:sp>
        <p:nvSpPr>
          <p:cNvPr id="1520" name="Google Shape;1520;g3a3edffe164_0_93"/>
          <p:cNvSpPr txBox="1"/>
          <p:nvPr/>
        </p:nvSpPr>
        <p:spPr>
          <a:xfrm>
            <a:off x="-1" y="6288587"/>
            <a:ext cx="5981100" cy="6465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chemeClr val="dk1"/>
              </a:buClr>
              <a:buSzPts val="1800"/>
              <a:buFont typeface="Arial"/>
              <a:buNone/>
            </a:pPr>
            <a:r>
              <a:rPr b="0" i="0" lang="en-US" sz="1800" u="none" cap="none" strike="noStrike">
                <a:solidFill>
                  <a:schemeClr val="lt1"/>
                </a:solidFill>
                <a:latin typeface="Times New Roman"/>
                <a:ea typeface="Times New Roman"/>
                <a:cs typeface="Times New Roman"/>
                <a:sym typeface="Times New Roman"/>
              </a:rPr>
              <a:t>Machine Learning Professional</a:t>
            </a:r>
            <a:br>
              <a:rPr b="0" i="0" lang="en-US" sz="1800" u="none" cap="none" strike="noStrike">
                <a:solidFill>
                  <a:schemeClr val="lt1"/>
                </a:solidFill>
                <a:latin typeface="Times New Roman"/>
                <a:ea typeface="Times New Roman"/>
                <a:cs typeface="Times New Roman"/>
                <a:sym typeface="Times New Roman"/>
              </a:rPr>
            </a:br>
            <a:r>
              <a:rPr b="0" i="0" lang="en-US" sz="1800" u="none" cap="none" strike="noStrike">
                <a:solidFill>
                  <a:schemeClr val="lt1"/>
                </a:solidFill>
                <a:latin typeface="Times New Roman"/>
                <a:ea typeface="Times New Roman"/>
                <a:cs typeface="Times New Roman"/>
                <a:sym typeface="Times New Roman"/>
              </a:rPr>
              <a:t>Project Presentation</a:t>
            </a:r>
            <a:endParaRPr b="0" i="0" sz="1800" u="none" cap="none" strike="noStrike">
              <a:solidFill>
                <a:schemeClr val="lt1"/>
              </a:solidFill>
              <a:latin typeface="Times New Roman"/>
              <a:ea typeface="Times New Roman"/>
              <a:cs typeface="Times New Roman"/>
              <a:sym typeface="Times New Roman"/>
            </a:endParaRPr>
          </a:p>
        </p:txBody>
      </p:sp>
      <p:pic>
        <p:nvPicPr>
          <p:cNvPr id="1521" name="Google Shape;1521;g3a3edffe164_0_93"/>
          <p:cNvPicPr preferRelativeResize="0"/>
          <p:nvPr/>
        </p:nvPicPr>
        <p:blipFill rotWithShape="1">
          <a:blip r:embed="rId6">
            <a:alphaModFix/>
          </a:blip>
          <a:srcRect b="0" l="0" r="0" t="0"/>
          <a:stretch/>
        </p:blipFill>
        <p:spPr>
          <a:xfrm>
            <a:off x="10590875" y="6341462"/>
            <a:ext cx="1500023" cy="585000"/>
          </a:xfrm>
          <a:prstGeom prst="rect">
            <a:avLst/>
          </a:prstGeom>
          <a:noFill/>
          <a:ln>
            <a:noFill/>
          </a:ln>
        </p:spPr>
      </p:pic>
      <p:sp>
        <p:nvSpPr>
          <p:cNvPr id="1522" name="Google Shape;1522;g3a3edffe164_0_93"/>
          <p:cNvSpPr txBox="1"/>
          <p:nvPr/>
        </p:nvSpPr>
        <p:spPr>
          <a:xfrm>
            <a:off x="-1" y="6288587"/>
            <a:ext cx="5981100" cy="6465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chemeClr val="dk1"/>
              </a:buClr>
              <a:buSzPts val="1800"/>
              <a:buFont typeface="Arial"/>
              <a:buNone/>
            </a:pPr>
            <a:r>
              <a:rPr b="0" i="0" lang="en-US" sz="1800" u="none" cap="none" strike="noStrike">
                <a:solidFill>
                  <a:schemeClr val="lt1"/>
                </a:solidFill>
                <a:latin typeface="Times New Roman"/>
                <a:ea typeface="Times New Roman"/>
                <a:cs typeface="Times New Roman"/>
                <a:sym typeface="Times New Roman"/>
              </a:rPr>
              <a:t>Machine Learning Professional</a:t>
            </a:r>
            <a:br>
              <a:rPr b="0" i="0" lang="en-US" sz="1800" u="none" cap="none" strike="noStrike">
                <a:solidFill>
                  <a:schemeClr val="lt1"/>
                </a:solidFill>
                <a:latin typeface="Times New Roman"/>
                <a:ea typeface="Times New Roman"/>
                <a:cs typeface="Times New Roman"/>
                <a:sym typeface="Times New Roman"/>
              </a:rPr>
            </a:br>
            <a:r>
              <a:rPr b="0" i="0" lang="en-US" sz="1800" u="none" cap="none" strike="noStrike">
                <a:solidFill>
                  <a:schemeClr val="lt1"/>
                </a:solidFill>
                <a:latin typeface="Times New Roman"/>
                <a:ea typeface="Times New Roman"/>
                <a:cs typeface="Times New Roman"/>
                <a:sym typeface="Times New Roman"/>
              </a:rPr>
              <a:t>Project Presentation</a:t>
            </a:r>
            <a:endParaRPr b="0" i="0" sz="1800" u="none" cap="none" strike="noStrike">
              <a:solidFill>
                <a:schemeClr val="lt1"/>
              </a:solidFill>
              <a:latin typeface="Times New Roman"/>
              <a:ea typeface="Times New Roman"/>
              <a:cs typeface="Times New Roman"/>
              <a:sym typeface="Times New Roman"/>
            </a:endParaRPr>
          </a:p>
        </p:txBody>
      </p:sp>
      <p:pic>
        <p:nvPicPr>
          <p:cNvPr id="1523" name="Google Shape;1523;g3a3edffe164_0_93"/>
          <p:cNvPicPr preferRelativeResize="0"/>
          <p:nvPr/>
        </p:nvPicPr>
        <p:blipFill rotWithShape="1">
          <a:blip r:embed="rId6">
            <a:alphaModFix/>
          </a:blip>
          <a:srcRect b="0" l="0" r="0" t="0"/>
          <a:stretch/>
        </p:blipFill>
        <p:spPr>
          <a:xfrm>
            <a:off x="10590875" y="6330524"/>
            <a:ext cx="1500023" cy="585000"/>
          </a:xfrm>
          <a:prstGeom prst="rect">
            <a:avLst/>
          </a:prstGeom>
          <a:noFill/>
          <a:ln>
            <a:noFill/>
          </a:ln>
        </p:spPr>
      </p:pic>
      <p:sp>
        <p:nvSpPr>
          <p:cNvPr id="1524" name="Google Shape;1524;g3a3edffe164_0_93"/>
          <p:cNvSpPr txBox="1"/>
          <p:nvPr/>
        </p:nvSpPr>
        <p:spPr>
          <a:xfrm>
            <a:off x="-1" y="6234672"/>
            <a:ext cx="5981100" cy="6465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chemeClr val="dk1"/>
              </a:buClr>
              <a:buSzPts val="1800"/>
              <a:buFont typeface="Arial"/>
              <a:buNone/>
            </a:pPr>
            <a:r>
              <a:rPr b="0" i="0" lang="en-US" sz="1800" u="none" cap="none" strike="noStrike">
                <a:solidFill>
                  <a:schemeClr val="lt1"/>
                </a:solidFill>
                <a:latin typeface="Times New Roman"/>
                <a:ea typeface="Times New Roman"/>
                <a:cs typeface="Times New Roman"/>
                <a:sym typeface="Times New Roman"/>
              </a:rPr>
              <a:t>Machine Learning Professional</a:t>
            </a:r>
            <a:br>
              <a:rPr b="0" i="0" lang="en-US" sz="1800" u="none" cap="none" strike="noStrike">
                <a:solidFill>
                  <a:schemeClr val="lt1"/>
                </a:solidFill>
                <a:latin typeface="Times New Roman"/>
                <a:ea typeface="Times New Roman"/>
                <a:cs typeface="Times New Roman"/>
                <a:sym typeface="Times New Roman"/>
              </a:rPr>
            </a:br>
            <a:r>
              <a:rPr b="0" i="0" lang="en-US" sz="1800" u="none" cap="none" strike="noStrike">
                <a:solidFill>
                  <a:schemeClr val="lt1"/>
                </a:solidFill>
                <a:latin typeface="Times New Roman"/>
                <a:ea typeface="Times New Roman"/>
                <a:cs typeface="Times New Roman"/>
                <a:sym typeface="Times New Roman"/>
              </a:rPr>
              <a:t>Project Presentation</a:t>
            </a:r>
            <a:endParaRPr b="0" i="0" sz="1800" u="none" cap="none" strike="noStrike">
              <a:solidFill>
                <a:schemeClr val="lt1"/>
              </a:solidFill>
              <a:latin typeface="Times New Roman"/>
              <a:ea typeface="Times New Roman"/>
              <a:cs typeface="Times New Roman"/>
              <a:sym typeface="Times New Roman"/>
            </a:endParaRPr>
          </a:p>
        </p:txBody>
      </p:sp>
      <p:pic>
        <p:nvPicPr>
          <p:cNvPr id="1525" name="Google Shape;1525;g3a3edffe164_0_93"/>
          <p:cNvPicPr preferRelativeResize="0"/>
          <p:nvPr/>
        </p:nvPicPr>
        <p:blipFill rotWithShape="1">
          <a:blip r:embed="rId6">
            <a:alphaModFix/>
          </a:blip>
          <a:srcRect b="0" l="0" r="0" t="0"/>
          <a:stretch/>
        </p:blipFill>
        <p:spPr>
          <a:xfrm>
            <a:off x="10590875" y="6330524"/>
            <a:ext cx="1500023" cy="585000"/>
          </a:xfrm>
          <a:prstGeom prst="rect">
            <a:avLst/>
          </a:prstGeom>
          <a:noFill/>
          <a:ln>
            <a:noFill/>
          </a:ln>
        </p:spPr>
      </p:pic>
      <p:sp>
        <p:nvSpPr>
          <p:cNvPr id="1526" name="Google Shape;1526;g3a3edffe164_0_93"/>
          <p:cNvSpPr txBox="1"/>
          <p:nvPr/>
        </p:nvSpPr>
        <p:spPr>
          <a:xfrm>
            <a:off x="-1" y="6234672"/>
            <a:ext cx="5981100" cy="6465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chemeClr val="dk1"/>
              </a:buClr>
              <a:buSzPts val="1800"/>
              <a:buFont typeface="Arial"/>
              <a:buNone/>
            </a:pPr>
            <a:r>
              <a:rPr b="0" i="0" lang="en-US" sz="1800" u="none" cap="none" strike="noStrike">
                <a:solidFill>
                  <a:schemeClr val="lt1"/>
                </a:solidFill>
                <a:latin typeface="Times New Roman"/>
                <a:ea typeface="Times New Roman"/>
                <a:cs typeface="Times New Roman"/>
                <a:sym typeface="Times New Roman"/>
              </a:rPr>
              <a:t>Machine Learning Professional</a:t>
            </a:r>
            <a:br>
              <a:rPr b="0" i="0" lang="en-US" sz="1800" u="none" cap="none" strike="noStrike">
                <a:solidFill>
                  <a:schemeClr val="lt1"/>
                </a:solidFill>
                <a:latin typeface="Times New Roman"/>
                <a:ea typeface="Times New Roman"/>
                <a:cs typeface="Times New Roman"/>
                <a:sym typeface="Times New Roman"/>
              </a:rPr>
            </a:br>
            <a:r>
              <a:rPr b="0" i="0" lang="en-US" sz="1800" u="none" cap="none" strike="noStrike">
                <a:solidFill>
                  <a:schemeClr val="lt1"/>
                </a:solidFill>
                <a:latin typeface="Times New Roman"/>
                <a:ea typeface="Times New Roman"/>
                <a:cs typeface="Times New Roman"/>
                <a:sym typeface="Times New Roman"/>
              </a:rPr>
              <a:t>Project Presentation</a:t>
            </a:r>
            <a:endParaRPr b="0" i="0" sz="1800" u="none" cap="none" strike="noStrike">
              <a:solidFill>
                <a:schemeClr val="lt1"/>
              </a:solidFill>
              <a:latin typeface="Times New Roman"/>
              <a:ea typeface="Times New Roman"/>
              <a:cs typeface="Times New Roman"/>
              <a:sym typeface="Times New Roman"/>
            </a:endParaRPr>
          </a:p>
        </p:txBody>
      </p:sp>
      <p:pic>
        <p:nvPicPr>
          <p:cNvPr id="1527" name="Google Shape;1527;g3a3edffe164_0_93"/>
          <p:cNvPicPr preferRelativeResize="0"/>
          <p:nvPr/>
        </p:nvPicPr>
        <p:blipFill rotWithShape="1">
          <a:blip r:embed="rId6">
            <a:alphaModFix/>
          </a:blip>
          <a:srcRect b="0" l="0" r="0" t="0"/>
          <a:stretch/>
        </p:blipFill>
        <p:spPr>
          <a:xfrm>
            <a:off x="10590875" y="6330524"/>
            <a:ext cx="1500023" cy="585000"/>
          </a:xfrm>
          <a:prstGeom prst="rect">
            <a:avLst/>
          </a:prstGeom>
          <a:noFill/>
          <a:ln>
            <a:noFill/>
          </a:ln>
        </p:spPr>
      </p:pic>
      <p:sp>
        <p:nvSpPr>
          <p:cNvPr id="1528" name="Google Shape;1528;g3a3edffe164_0_93"/>
          <p:cNvSpPr txBox="1"/>
          <p:nvPr/>
        </p:nvSpPr>
        <p:spPr>
          <a:xfrm>
            <a:off x="-1" y="6234672"/>
            <a:ext cx="5981100" cy="6465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chemeClr val="dk1"/>
              </a:buClr>
              <a:buSzPts val="1800"/>
              <a:buFont typeface="Arial"/>
              <a:buNone/>
            </a:pPr>
            <a:r>
              <a:rPr b="0" i="0" lang="en-US" sz="1800" u="none" cap="none" strike="noStrike">
                <a:solidFill>
                  <a:schemeClr val="lt1"/>
                </a:solidFill>
                <a:latin typeface="Times New Roman"/>
                <a:ea typeface="Times New Roman"/>
                <a:cs typeface="Times New Roman"/>
                <a:sym typeface="Times New Roman"/>
              </a:rPr>
              <a:t>Nanoelectronics - Seminar Presentation</a:t>
            </a:r>
            <a:br>
              <a:rPr b="0" i="0" lang="en-US" sz="1800" u="none" cap="none" strike="noStrike">
                <a:solidFill>
                  <a:schemeClr val="lt1"/>
                </a:solidFill>
                <a:latin typeface="Times New Roman"/>
                <a:ea typeface="Times New Roman"/>
                <a:cs typeface="Times New Roman"/>
                <a:sym typeface="Times New Roman"/>
              </a:rPr>
            </a:br>
            <a:r>
              <a:rPr b="0" i="0" lang="en-US" sz="1800" u="none" cap="none" strike="noStrike">
                <a:solidFill>
                  <a:schemeClr val="lt1"/>
                </a:solidFill>
                <a:latin typeface="Times New Roman"/>
                <a:ea typeface="Times New Roman"/>
                <a:cs typeface="Times New Roman"/>
                <a:sym typeface="Times New Roman"/>
              </a:rPr>
              <a:t>Ronit Dutta</a:t>
            </a:r>
            <a:endParaRPr b="0" i="0" sz="1800" u="none" cap="none" strike="noStrike">
              <a:solidFill>
                <a:schemeClr val="lt1"/>
              </a:solidFill>
              <a:latin typeface="Times New Roman"/>
              <a:ea typeface="Times New Roman"/>
              <a:cs typeface="Times New Roman"/>
              <a:sym typeface="Times New Roman"/>
            </a:endParaRPr>
          </a:p>
        </p:txBody>
      </p:sp>
      <p:pic>
        <p:nvPicPr>
          <p:cNvPr id="1529" name="Google Shape;1529;g3a3edffe164_0_93"/>
          <p:cNvPicPr preferRelativeResize="0"/>
          <p:nvPr/>
        </p:nvPicPr>
        <p:blipFill rotWithShape="1">
          <a:blip r:embed="rId6">
            <a:alphaModFix/>
          </a:blip>
          <a:srcRect b="0" l="0" r="0" t="0"/>
          <a:stretch/>
        </p:blipFill>
        <p:spPr>
          <a:xfrm>
            <a:off x="10590875" y="6330524"/>
            <a:ext cx="1500023" cy="585000"/>
          </a:xfrm>
          <a:prstGeom prst="rect">
            <a:avLst/>
          </a:prstGeom>
          <a:noFill/>
          <a:ln>
            <a:noFill/>
          </a:ln>
        </p:spPr>
      </p:pic>
      <p:pic>
        <p:nvPicPr>
          <p:cNvPr id="1530" name="Google Shape;1530;g3a3edffe164_0_93"/>
          <p:cNvPicPr preferRelativeResize="0"/>
          <p:nvPr/>
        </p:nvPicPr>
        <p:blipFill rotWithShape="1">
          <a:blip r:embed="rId10">
            <a:alphaModFix/>
          </a:blip>
          <a:srcRect b="0" l="0" r="0" t="0"/>
          <a:stretch/>
        </p:blipFill>
        <p:spPr>
          <a:xfrm>
            <a:off x="0" y="6234674"/>
            <a:ext cx="12192000" cy="1165875"/>
          </a:xfrm>
          <a:prstGeom prst="rect">
            <a:avLst/>
          </a:prstGeom>
          <a:noFill/>
          <a:ln>
            <a:noFill/>
          </a:ln>
        </p:spPr>
      </p:pic>
      <p:sp>
        <p:nvSpPr>
          <p:cNvPr id="1531" name="Google Shape;1531;g3a3edffe164_0_93"/>
          <p:cNvSpPr txBox="1"/>
          <p:nvPr/>
        </p:nvSpPr>
        <p:spPr>
          <a:xfrm>
            <a:off x="-1" y="6310697"/>
            <a:ext cx="5981100" cy="6465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chemeClr val="dk1"/>
              </a:buClr>
              <a:buSzPts val="1800"/>
              <a:buFont typeface="Arial"/>
              <a:buNone/>
            </a:pPr>
            <a:r>
              <a:rPr lang="en-US" sz="1800">
                <a:solidFill>
                  <a:schemeClr val="lt1"/>
                </a:solidFill>
                <a:latin typeface="Times New Roman"/>
                <a:ea typeface="Times New Roman"/>
                <a:cs typeface="Times New Roman"/>
                <a:sym typeface="Times New Roman"/>
              </a:rPr>
              <a:t>Applied Mathematics for Engineering [MIDTERM PROJECT]</a:t>
            </a:r>
            <a:br>
              <a:rPr b="0" i="0" lang="en-US" sz="1800" u="none" cap="none" strike="noStrike">
                <a:solidFill>
                  <a:schemeClr val="lt1"/>
                </a:solidFill>
                <a:latin typeface="Times New Roman"/>
                <a:ea typeface="Times New Roman"/>
                <a:cs typeface="Times New Roman"/>
                <a:sym typeface="Times New Roman"/>
              </a:rPr>
            </a:br>
            <a:r>
              <a:rPr b="0" i="0" lang="en-US" sz="1800" u="none" cap="none" strike="noStrike">
                <a:solidFill>
                  <a:schemeClr val="lt1"/>
                </a:solidFill>
                <a:latin typeface="Times New Roman"/>
                <a:ea typeface="Times New Roman"/>
                <a:cs typeface="Times New Roman"/>
                <a:sym typeface="Times New Roman"/>
              </a:rPr>
              <a:t>Ronit Dutta</a:t>
            </a:r>
            <a:endParaRPr b="0" i="0" sz="1800" u="none" cap="none" strike="noStrike">
              <a:solidFill>
                <a:schemeClr val="lt1"/>
              </a:solidFill>
              <a:latin typeface="Times New Roman"/>
              <a:ea typeface="Times New Roman"/>
              <a:cs typeface="Times New Roman"/>
              <a:sym typeface="Times New Roman"/>
            </a:endParaRPr>
          </a:p>
        </p:txBody>
      </p:sp>
      <p:pic>
        <p:nvPicPr>
          <p:cNvPr id="1532" name="Google Shape;1532;g3a3edffe164_0_93"/>
          <p:cNvPicPr preferRelativeResize="0"/>
          <p:nvPr/>
        </p:nvPicPr>
        <p:blipFill rotWithShape="1">
          <a:blip r:embed="rId6">
            <a:alphaModFix/>
          </a:blip>
          <a:srcRect b="0" l="0" r="0" t="0"/>
          <a:stretch/>
        </p:blipFill>
        <p:spPr>
          <a:xfrm>
            <a:off x="10579375" y="6341449"/>
            <a:ext cx="1500023" cy="585000"/>
          </a:xfrm>
          <a:prstGeom prst="rect">
            <a:avLst/>
          </a:prstGeom>
          <a:noFill/>
          <a:ln>
            <a:noFill/>
          </a:ln>
        </p:spPr>
      </p:pic>
      <p:pic>
        <p:nvPicPr>
          <p:cNvPr id="1533" name="Google Shape;1533;g3a3edffe164_0_93"/>
          <p:cNvPicPr preferRelativeResize="0"/>
          <p:nvPr/>
        </p:nvPicPr>
        <p:blipFill>
          <a:blip r:embed="rId11">
            <a:alphaModFix/>
          </a:blip>
          <a:stretch>
            <a:fillRect/>
          </a:stretch>
        </p:blipFill>
        <p:spPr>
          <a:xfrm>
            <a:off x="9003125" y="0"/>
            <a:ext cx="3188875" cy="1823150"/>
          </a:xfrm>
          <a:prstGeom prst="rect">
            <a:avLst/>
          </a:prstGeom>
          <a:noFill/>
          <a:ln cap="flat" cmpd="sng" w="19050">
            <a:solidFill>
              <a:schemeClr val="dk1"/>
            </a:solidFill>
            <a:prstDash val="solid"/>
            <a:round/>
            <a:headEnd len="sm" w="sm" type="none"/>
            <a:tailEnd len="sm" w="sm" type="none"/>
          </a:ln>
        </p:spPr>
      </p:pic>
      <p:pic>
        <p:nvPicPr>
          <p:cNvPr id="1534" name="Google Shape;1534;g3a3edffe164_0_93"/>
          <p:cNvPicPr preferRelativeResize="0"/>
          <p:nvPr/>
        </p:nvPicPr>
        <p:blipFill rotWithShape="1">
          <a:blip r:embed="rId12">
            <a:alphaModFix/>
          </a:blip>
          <a:srcRect b="88335" l="0" r="0" t="0"/>
          <a:stretch/>
        </p:blipFill>
        <p:spPr>
          <a:xfrm>
            <a:off x="0" y="684325"/>
            <a:ext cx="5572701" cy="646499"/>
          </a:xfrm>
          <a:prstGeom prst="rect">
            <a:avLst/>
          </a:prstGeom>
          <a:noFill/>
          <a:ln>
            <a:noFill/>
          </a:ln>
        </p:spPr>
      </p:pic>
      <p:pic>
        <p:nvPicPr>
          <p:cNvPr id="1535" name="Google Shape;1535;g3a3edffe164_0_93"/>
          <p:cNvPicPr preferRelativeResize="0"/>
          <p:nvPr/>
        </p:nvPicPr>
        <p:blipFill rotWithShape="1">
          <a:blip r:embed="rId12">
            <a:alphaModFix/>
          </a:blip>
          <a:srcRect b="34631" l="0" r="0" t="23479"/>
          <a:stretch/>
        </p:blipFill>
        <p:spPr>
          <a:xfrm>
            <a:off x="0" y="1430150"/>
            <a:ext cx="5572701" cy="2321714"/>
          </a:xfrm>
          <a:prstGeom prst="rect">
            <a:avLst/>
          </a:prstGeom>
          <a:noFill/>
          <a:ln>
            <a:noFill/>
          </a:ln>
        </p:spPr>
      </p:pic>
      <p:pic>
        <p:nvPicPr>
          <p:cNvPr id="1536" name="Google Shape;1536;g3a3edffe164_0_93"/>
          <p:cNvPicPr preferRelativeResize="0"/>
          <p:nvPr/>
        </p:nvPicPr>
        <p:blipFill rotWithShape="1">
          <a:blip r:embed="rId12">
            <a:alphaModFix/>
          </a:blip>
          <a:srcRect b="17163" l="28502" r="33439" t="71172"/>
          <a:stretch/>
        </p:blipFill>
        <p:spPr>
          <a:xfrm>
            <a:off x="361275" y="3751863"/>
            <a:ext cx="2120876" cy="646499"/>
          </a:xfrm>
          <a:prstGeom prst="rect">
            <a:avLst/>
          </a:prstGeom>
          <a:noFill/>
          <a:ln>
            <a:noFill/>
          </a:ln>
        </p:spPr>
      </p:pic>
      <p:pic>
        <p:nvPicPr>
          <p:cNvPr id="1537" name="Google Shape;1537;g3a3edffe164_0_93"/>
          <p:cNvPicPr preferRelativeResize="0"/>
          <p:nvPr/>
        </p:nvPicPr>
        <p:blipFill rotWithShape="1">
          <a:blip r:embed="rId12">
            <a:alphaModFix/>
          </a:blip>
          <a:srcRect b="0" l="39906" r="42772" t="89445"/>
          <a:stretch/>
        </p:blipFill>
        <p:spPr>
          <a:xfrm>
            <a:off x="3362451" y="3782900"/>
            <a:ext cx="965327" cy="585000"/>
          </a:xfrm>
          <a:prstGeom prst="rect">
            <a:avLst/>
          </a:prstGeom>
          <a:noFill/>
          <a:ln>
            <a:noFill/>
          </a:ln>
        </p:spPr>
      </p:pic>
      <p:sp>
        <p:nvSpPr>
          <p:cNvPr id="1538" name="Google Shape;1538;g3a3edffe164_0_93"/>
          <p:cNvSpPr txBox="1"/>
          <p:nvPr/>
        </p:nvSpPr>
        <p:spPr>
          <a:xfrm>
            <a:off x="69075" y="4544450"/>
            <a:ext cx="1881900" cy="339900"/>
          </a:xfrm>
          <a:prstGeom prst="rect">
            <a:avLst/>
          </a:prstGeom>
          <a:no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lang="en-US" sz="1300">
                <a:solidFill>
                  <a:schemeClr val="dk1"/>
                </a:solidFill>
                <a:latin typeface="Georgia"/>
                <a:ea typeface="Georgia"/>
                <a:cs typeface="Georgia"/>
                <a:sym typeface="Georgia"/>
              </a:rPr>
              <a:t>Property of Unitarity :</a:t>
            </a:r>
            <a:endParaRPr sz="1300">
              <a:solidFill>
                <a:schemeClr val="dk1"/>
              </a:solidFill>
              <a:latin typeface="Georgia"/>
              <a:ea typeface="Georgia"/>
              <a:cs typeface="Georgia"/>
              <a:sym typeface="Georgia"/>
            </a:endParaRPr>
          </a:p>
        </p:txBody>
      </p:sp>
      <p:cxnSp>
        <p:nvCxnSpPr>
          <p:cNvPr id="1539" name="Google Shape;1539;g3a3edffe164_0_93"/>
          <p:cNvCxnSpPr>
            <a:stCxn id="1536" idx="3"/>
            <a:endCxn id="1537" idx="1"/>
          </p:cNvCxnSpPr>
          <p:nvPr/>
        </p:nvCxnSpPr>
        <p:spPr>
          <a:xfrm>
            <a:off x="2482151" y="4075112"/>
            <a:ext cx="880200" cy="600"/>
          </a:xfrm>
          <a:prstGeom prst="curvedConnector3">
            <a:avLst>
              <a:gd fmla="val 50006" name="adj1"/>
            </a:avLst>
          </a:prstGeom>
          <a:noFill/>
          <a:ln cap="flat" cmpd="sng" w="19050">
            <a:solidFill>
              <a:schemeClr val="dk1"/>
            </a:solidFill>
            <a:prstDash val="solid"/>
            <a:round/>
            <a:headEnd len="med" w="med" type="stealth"/>
            <a:tailEnd len="med" w="med" type="stealth"/>
          </a:ln>
        </p:spPr>
      </p:cxnSp>
      <p:pic>
        <p:nvPicPr>
          <p:cNvPr id="1540" name="Google Shape;1540;g3a3edffe164_0_93"/>
          <p:cNvPicPr preferRelativeResize="0"/>
          <p:nvPr/>
        </p:nvPicPr>
        <p:blipFill rotWithShape="1">
          <a:blip r:embed="rId13">
            <a:alphaModFix/>
          </a:blip>
          <a:srcRect b="0" l="0" r="0" t="26675"/>
          <a:stretch/>
        </p:blipFill>
        <p:spPr>
          <a:xfrm>
            <a:off x="69075" y="5114775"/>
            <a:ext cx="2570250" cy="614350"/>
          </a:xfrm>
          <a:prstGeom prst="rect">
            <a:avLst/>
          </a:prstGeom>
          <a:noFill/>
          <a:ln>
            <a:noFill/>
          </a:ln>
        </p:spPr>
      </p:pic>
      <p:pic>
        <p:nvPicPr>
          <p:cNvPr id="1541" name="Google Shape;1541;g3a3edffe164_0_93"/>
          <p:cNvPicPr preferRelativeResize="0"/>
          <p:nvPr/>
        </p:nvPicPr>
        <p:blipFill rotWithShape="1">
          <a:blip r:embed="rId14">
            <a:alphaModFix/>
          </a:blip>
          <a:srcRect b="52632" l="0" r="0" t="27325"/>
          <a:stretch/>
        </p:blipFill>
        <p:spPr>
          <a:xfrm>
            <a:off x="7111350" y="2306650"/>
            <a:ext cx="5080649" cy="1116921"/>
          </a:xfrm>
          <a:prstGeom prst="rect">
            <a:avLst/>
          </a:prstGeom>
          <a:noFill/>
          <a:ln cap="flat" cmpd="sng" w="9525">
            <a:solidFill>
              <a:schemeClr val="dk1"/>
            </a:solidFill>
            <a:prstDash val="solid"/>
            <a:round/>
            <a:headEnd len="sm" w="sm" type="none"/>
            <a:tailEnd len="sm" w="sm" type="none"/>
          </a:ln>
        </p:spPr>
      </p:pic>
      <p:sp>
        <p:nvSpPr>
          <p:cNvPr id="1542" name="Google Shape;1542;g3a3edffe164_0_93"/>
          <p:cNvSpPr txBox="1"/>
          <p:nvPr/>
        </p:nvSpPr>
        <p:spPr>
          <a:xfrm>
            <a:off x="7060600" y="1900100"/>
            <a:ext cx="5131500" cy="339900"/>
          </a:xfrm>
          <a:prstGeom prst="rect">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US">
                <a:solidFill>
                  <a:schemeClr val="dk1"/>
                </a:solidFill>
                <a:latin typeface="Georgia"/>
                <a:ea typeface="Georgia"/>
                <a:cs typeface="Georgia"/>
                <a:sym typeface="Georgia"/>
              </a:rPr>
              <a:t>For symmetric potential i.e V(x) = V(-x)</a:t>
            </a:r>
            <a:endParaRPr>
              <a:solidFill>
                <a:schemeClr val="dk1"/>
              </a:solidFill>
              <a:latin typeface="Georgia"/>
              <a:ea typeface="Georgia"/>
              <a:cs typeface="Georgia"/>
              <a:sym typeface="Georgia"/>
            </a:endParaRPr>
          </a:p>
        </p:txBody>
      </p:sp>
      <p:pic>
        <p:nvPicPr>
          <p:cNvPr id="1543" name="Google Shape;1543;g3a3edffe164_0_93"/>
          <p:cNvPicPr preferRelativeResize="0"/>
          <p:nvPr/>
        </p:nvPicPr>
        <p:blipFill rotWithShape="1">
          <a:blip r:embed="rId14">
            <a:alphaModFix/>
          </a:blip>
          <a:srcRect b="36570" l="0" r="0" t="48602"/>
          <a:stretch/>
        </p:blipFill>
        <p:spPr>
          <a:xfrm>
            <a:off x="7111350" y="3618653"/>
            <a:ext cx="5080649" cy="826271"/>
          </a:xfrm>
          <a:prstGeom prst="rect">
            <a:avLst/>
          </a:prstGeom>
          <a:noFill/>
          <a:ln cap="flat" cmpd="sng" w="9525">
            <a:solidFill>
              <a:schemeClr val="dk1"/>
            </a:solidFill>
            <a:prstDash val="solid"/>
            <a:round/>
            <a:headEnd len="sm" w="sm" type="none"/>
            <a:tailEnd len="sm" w="sm" type="none"/>
          </a:ln>
        </p:spPr>
      </p:pic>
      <p:pic>
        <p:nvPicPr>
          <p:cNvPr id="1544" name="Google Shape;1544;g3a3edffe164_0_93"/>
          <p:cNvPicPr preferRelativeResize="0"/>
          <p:nvPr/>
        </p:nvPicPr>
        <p:blipFill rotWithShape="1">
          <a:blip r:embed="rId15">
            <a:alphaModFix/>
          </a:blip>
          <a:srcRect b="39104" l="0" r="33696" t="35894"/>
          <a:stretch/>
        </p:blipFill>
        <p:spPr>
          <a:xfrm>
            <a:off x="7798163" y="4821487"/>
            <a:ext cx="3757751" cy="369300"/>
          </a:xfrm>
          <a:prstGeom prst="rect">
            <a:avLst/>
          </a:prstGeom>
          <a:noFill/>
          <a:ln cap="flat" cmpd="sng" w="9525">
            <a:solidFill>
              <a:schemeClr val="dk1"/>
            </a:solidFill>
            <a:prstDash val="solid"/>
            <a:round/>
            <a:headEnd len="sm" w="sm" type="none"/>
            <a:tailEnd len="sm" w="sm" type="none"/>
          </a:ln>
        </p:spPr>
      </p:pic>
      <p:sp>
        <p:nvSpPr>
          <p:cNvPr id="1545" name="Google Shape;1545;g3a3edffe164_0_93"/>
          <p:cNvSpPr txBox="1"/>
          <p:nvPr/>
        </p:nvSpPr>
        <p:spPr>
          <a:xfrm>
            <a:off x="7060600" y="4467475"/>
            <a:ext cx="5131500" cy="339900"/>
          </a:xfrm>
          <a:prstGeom prst="rect">
            <a:avLst/>
          </a:prstGeom>
          <a:no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lang="en-US">
                <a:solidFill>
                  <a:schemeClr val="dk1"/>
                </a:solidFill>
                <a:latin typeface="Georgia"/>
                <a:ea typeface="Georgia"/>
                <a:cs typeface="Georgia"/>
                <a:sym typeface="Georgia"/>
              </a:rPr>
              <a:t>The eigenstates in the parity basis</a:t>
            </a:r>
            <a:endParaRPr>
              <a:solidFill>
                <a:schemeClr val="dk1"/>
              </a:solidFill>
              <a:latin typeface="Georgia"/>
              <a:ea typeface="Georgia"/>
              <a:cs typeface="Georgia"/>
              <a:sym typeface="Georgia"/>
            </a:endParaRPr>
          </a:p>
        </p:txBody>
      </p:sp>
      <p:pic>
        <p:nvPicPr>
          <p:cNvPr id="1546" name="Google Shape;1546;g3a3edffe164_0_93"/>
          <p:cNvPicPr preferRelativeResize="0"/>
          <p:nvPr/>
        </p:nvPicPr>
        <p:blipFill rotWithShape="1">
          <a:blip r:embed="rId15">
            <a:alphaModFix/>
          </a:blip>
          <a:srcRect b="0" l="0" r="82967" t="79131"/>
          <a:stretch/>
        </p:blipFill>
        <p:spPr>
          <a:xfrm>
            <a:off x="9112450" y="5548575"/>
            <a:ext cx="965324" cy="308263"/>
          </a:xfrm>
          <a:prstGeom prst="rect">
            <a:avLst/>
          </a:prstGeom>
          <a:noFill/>
          <a:ln cap="flat" cmpd="sng" w="9525">
            <a:solidFill>
              <a:schemeClr val="dk1"/>
            </a:solidFill>
            <a:prstDash val="solid"/>
            <a:round/>
            <a:headEnd len="sm" w="sm" type="none"/>
            <a:tailEnd len="sm" w="sm" type="none"/>
          </a:ln>
        </p:spPr>
      </p:pic>
      <p:sp>
        <p:nvSpPr>
          <p:cNvPr id="1547" name="Google Shape;1547;g3a3edffe164_0_93"/>
          <p:cNvSpPr txBox="1"/>
          <p:nvPr/>
        </p:nvSpPr>
        <p:spPr>
          <a:xfrm>
            <a:off x="7060600" y="5185200"/>
            <a:ext cx="5131500" cy="339900"/>
          </a:xfrm>
          <a:prstGeom prst="rect">
            <a:avLst/>
          </a:prstGeom>
          <a:no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lang="en-US">
                <a:solidFill>
                  <a:schemeClr val="dk1"/>
                </a:solidFill>
                <a:latin typeface="Georgia"/>
                <a:ea typeface="Georgia"/>
                <a:cs typeface="Georgia"/>
                <a:sym typeface="Georgia"/>
              </a:rPr>
              <a:t>which obey</a:t>
            </a:r>
            <a:endParaRPr>
              <a:solidFill>
                <a:schemeClr val="dk1"/>
              </a:solidFill>
              <a:latin typeface="Georgia"/>
              <a:ea typeface="Georgia"/>
              <a:cs typeface="Georgia"/>
              <a:sym typeface="Georgia"/>
            </a:endParaRPr>
          </a:p>
        </p:txBody>
      </p:sp>
    </p:spTree>
  </p:cSld>
  <p:clrMapOvr>
    <a:masterClrMapping/>
  </p:clrMapOvr>
</p:sld>
</file>

<file path=ppt/slides/slide1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551" name="Shape 1551"/>
        <p:cNvGrpSpPr/>
        <p:nvPr/>
      </p:nvGrpSpPr>
      <p:grpSpPr>
        <a:xfrm>
          <a:off x="0" y="0"/>
          <a:ext cx="0" cy="0"/>
          <a:chOff x="0" y="0"/>
          <a:chExt cx="0" cy="0"/>
        </a:xfrm>
      </p:grpSpPr>
      <p:pic>
        <p:nvPicPr>
          <p:cNvPr id="1552" name="Google Shape;1552;g3d1afc4545f_0_2384"/>
          <p:cNvPicPr preferRelativeResize="0"/>
          <p:nvPr/>
        </p:nvPicPr>
        <p:blipFill rotWithShape="1">
          <a:blip r:embed="rId3">
            <a:alphaModFix/>
          </a:blip>
          <a:srcRect b="0" l="0" r="0" t="0"/>
          <a:stretch/>
        </p:blipFill>
        <p:spPr>
          <a:xfrm>
            <a:off x="-4" y="6211289"/>
            <a:ext cx="12192003" cy="1285104"/>
          </a:xfrm>
          <a:prstGeom prst="rect">
            <a:avLst/>
          </a:prstGeom>
          <a:noFill/>
          <a:ln>
            <a:noFill/>
          </a:ln>
        </p:spPr>
      </p:pic>
      <p:pic>
        <p:nvPicPr>
          <p:cNvPr id="1553" name="Google Shape;1553;g3d1afc4545f_0_2384"/>
          <p:cNvPicPr preferRelativeResize="0"/>
          <p:nvPr/>
        </p:nvPicPr>
        <p:blipFill rotWithShape="1">
          <a:blip r:embed="rId4">
            <a:alphaModFix/>
          </a:blip>
          <a:srcRect b="0" l="0" r="0" t="0"/>
          <a:stretch/>
        </p:blipFill>
        <p:spPr>
          <a:xfrm>
            <a:off x="10590934" y="6330522"/>
            <a:ext cx="1499906" cy="585000"/>
          </a:xfrm>
          <a:prstGeom prst="rect">
            <a:avLst/>
          </a:prstGeom>
          <a:noFill/>
          <a:ln>
            <a:noFill/>
          </a:ln>
        </p:spPr>
      </p:pic>
      <p:sp>
        <p:nvSpPr>
          <p:cNvPr id="1554" name="Google Shape;1554;g3d1afc4545f_0_2384"/>
          <p:cNvSpPr txBox="1"/>
          <p:nvPr/>
        </p:nvSpPr>
        <p:spPr>
          <a:xfrm>
            <a:off x="-1" y="6288587"/>
            <a:ext cx="5981100" cy="3693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chemeClr val="dk1"/>
              </a:buClr>
              <a:buSzPts val="1800"/>
              <a:buFont typeface="Arial"/>
              <a:buNone/>
            </a:pPr>
            <a:r>
              <a:rPr b="0" i="0" lang="en-US" sz="1800" u="none" cap="none" strike="noStrike">
                <a:solidFill>
                  <a:schemeClr val="lt1"/>
                </a:solidFill>
                <a:latin typeface="Times New Roman"/>
                <a:ea typeface="Times New Roman"/>
                <a:cs typeface="Times New Roman"/>
                <a:sym typeface="Times New Roman"/>
              </a:rPr>
              <a:t>Term Paper Presentation | Ronit Dutta</a:t>
            </a:r>
            <a:endParaRPr b="0" i="0" sz="1800" u="none" cap="none" strike="noStrike">
              <a:solidFill>
                <a:schemeClr val="lt1"/>
              </a:solidFill>
              <a:latin typeface="Times New Roman"/>
              <a:ea typeface="Times New Roman"/>
              <a:cs typeface="Times New Roman"/>
              <a:sym typeface="Times New Roman"/>
            </a:endParaRPr>
          </a:p>
        </p:txBody>
      </p:sp>
      <p:sp>
        <p:nvSpPr>
          <p:cNvPr id="1555" name="Google Shape;1555;g3d1afc4545f_0_2384"/>
          <p:cNvSpPr txBox="1"/>
          <p:nvPr/>
        </p:nvSpPr>
        <p:spPr>
          <a:xfrm>
            <a:off x="0" y="0"/>
            <a:ext cx="12192000" cy="5850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3200"/>
              <a:buFont typeface="Arial"/>
              <a:buNone/>
            </a:pPr>
            <a:r>
              <a:rPr lang="en-US" sz="3200">
                <a:solidFill>
                  <a:schemeClr val="dk1"/>
                </a:solidFill>
                <a:latin typeface="Times New Roman"/>
                <a:ea typeface="Times New Roman"/>
                <a:cs typeface="Times New Roman"/>
                <a:sym typeface="Times New Roman"/>
              </a:rPr>
              <a:t>Parity Basis (diagonal trick) &amp; phase shift</a:t>
            </a:r>
            <a:endParaRPr b="0" i="0" sz="3200" u="none" cap="none" strike="noStrike">
              <a:solidFill>
                <a:schemeClr val="dk1"/>
              </a:solidFill>
              <a:latin typeface="Times New Roman"/>
              <a:ea typeface="Times New Roman"/>
              <a:cs typeface="Times New Roman"/>
              <a:sym typeface="Times New Roman"/>
            </a:endParaRPr>
          </a:p>
        </p:txBody>
      </p:sp>
      <p:cxnSp>
        <p:nvCxnSpPr>
          <p:cNvPr id="1556" name="Google Shape;1556;g3d1afc4545f_0_2384"/>
          <p:cNvCxnSpPr/>
          <p:nvPr/>
        </p:nvCxnSpPr>
        <p:spPr>
          <a:xfrm flipH="1" rot="10800000">
            <a:off x="6" y="554389"/>
            <a:ext cx="6318000" cy="30600"/>
          </a:xfrm>
          <a:prstGeom prst="straightConnector1">
            <a:avLst/>
          </a:prstGeom>
          <a:noFill/>
          <a:ln cap="flat" cmpd="sng" w="9525">
            <a:solidFill>
              <a:srgbClr val="0E4D3B"/>
            </a:solidFill>
            <a:prstDash val="solid"/>
            <a:miter lim="800000"/>
            <a:headEnd len="sm" w="sm" type="none"/>
            <a:tailEnd len="sm" w="sm" type="none"/>
          </a:ln>
        </p:spPr>
      </p:cxnSp>
      <p:pic>
        <p:nvPicPr>
          <p:cNvPr id="1557" name="Google Shape;1557;g3d1afc4545f_0_2384"/>
          <p:cNvPicPr preferRelativeResize="0"/>
          <p:nvPr/>
        </p:nvPicPr>
        <p:blipFill rotWithShape="1">
          <a:blip r:embed="rId5">
            <a:alphaModFix/>
          </a:blip>
          <a:srcRect b="0" l="0" r="0" t="0"/>
          <a:stretch/>
        </p:blipFill>
        <p:spPr>
          <a:xfrm>
            <a:off x="-4" y="6211289"/>
            <a:ext cx="12192003" cy="1285104"/>
          </a:xfrm>
          <a:prstGeom prst="rect">
            <a:avLst/>
          </a:prstGeom>
          <a:noFill/>
          <a:ln>
            <a:noFill/>
          </a:ln>
        </p:spPr>
      </p:pic>
      <p:pic>
        <p:nvPicPr>
          <p:cNvPr id="1558" name="Google Shape;1558;g3d1afc4545f_0_2384"/>
          <p:cNvPicPr preferRelativeResize="0"/>
          <p:nvPr/>
        </p:nvPicPr>
        <p:blipFill rotWithShape="1">
          <a:blip r:embed="rId4">
            <a:alphaModFix/>
          </a:blip>
          <a:srcRect b="0" l="0" r="0" t="0"/>
          <a:stretch/>
        </p:blipFill>
        <p:spPr>
          <a:xfrm>
            <a:off x="10590934" y="6330522"/>
            <a:ext cx="1499906" cy="585000"/>
          </a:xfrm>
          <a:prstGeom prst="rect">
            <a:avLst/>
          </a:prstGeom>
          <a:noFill/>
          <a:ln>
            <a:noFill/>
          </a:ln>
        </p:spPr>
      </p:pic>
      <p:sp>
        <p:nvSpPr>
          <p:cNvPr id="1559" name="Google Shape;1559;g3d1afc4545f_0_2384"/>
          <p:cNvSpPr txBox="1"/>
          <p:nvPr/>
        </p:nvSpPr>
        <p:spPr>
          <a:xfrm>
            <a:off x="-1" y="6288587"/>
            <a:ext cx="5981100" cy="3693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chemeClr val="dk1"/>
              </a:buClr>
              <a:buSzPts val="1800"/>
              <a:buFont typeface="Arial"/>
              <a:buNone/>
            </a:pPr>
            <a:r>
              <a:rPr b="0" i="0" lang="en-US" sz="1800" u="none" cap="none" strike="noStrike">
                <a:solidFill>
                  <a:schemeClr val="lt1"/>
                </a:solidFill>
                <a:latin typeface="Times New Roman"/>
                <a:ea typeface="Times New Roman"/>
                <a:cs typeface="Times New Roman"/>
                <a:sym typeface="Times New Roman"/>
              </a:rPr>
              <a:t>Term Paper Presentation | Ronit Dutta</a:t>
            </a:r>
            <a:endParaRPr b="0" i="0" sz="1800" u="none" cap="none" strike="noStrike">
              <a:solidFill>
                <a:schemeClr val="lt1"/>
              </a:solidFill>
              <a:latin typeface="Times New Roman"/>
              <a:ea typeface="Times New Roman"/>
              <a:cs typeface="Times New Roman"/>
              <a:sym typeface="Times New Roman"/>
            </a:endParaRPr>
          </a:p>
        </p:txBody>
      </p:sp>
      <p:pic>
        <p:nvPicPr>
          <p:cNvPr id="1560" name="Google Shape;1560;g3d1afc4545f_0_2384"/>
          <p:cNvPicPr preferRelativeResize="0"/>
          <p:nvPr/>
        </p:nvPicPr>
        <p:blipFill rotWithShape="1">
          <a:blip r:embed="rId5">
            <a:alphaModFix/>
          </a:blip>
          <a:srcRect b="0" l="0" r="0" t="0"/>
          <a:stretch/>
        </p:blipFill>
        <p:spPr>
          <a:xfrm>
            <a:off x="-4" y="6211289"/>
            <a:ext cx="12192003" cy="1285104"/>
          </a:xfrm>
          <a:prstGeom prst="rect">
            <a:avLst/>
          </a:prstGeom>
          <a:noFill/>
          <a:ln>
            <a:noFill/>
          </a:ln>
        </p:spPr>
      </p:pic>
      <p:pic>
        <p:nvPicPr>
          <p:cNvPr id="1561" name="Google Shape;1561;g3d1afc4545f_0_2384"/>
          <p:cNvPicPr preferRelativeResize="0"/>
          <p:nvPr/>
        </p:nvPicPr>
        <p:blipFill rotWithShape="1">
          <a:blip r:embed="rId4">
            <a:alphaModFix/>
          </a:blip>
          <a:srcRect b="0" l="0" r="0" t="0"/>
          <a:stretch/>
        </p:blipFill>
        <p:spPr>
          <a:xfrm>
            <a:off x="10590934" y="6330522"/>
            <a:ext cx="1499906" cy="585000"/>
          </a:xfrm>
          <a:prstGeom prst="rect">
            <a:avLst/>
          </a:prstGeom>
          <a:noFill/>
          <a:ln>
            <a:noFill/>
          </a:ln>
        </p:spPr>
      </p:pic>
      <p:sp>
        <p:nvSpPr>
          <p:cNvPr id="1562" name="Google Shape;1562;g3d1afc4545f_0_2384"/>
          <p:cNvSpPr txBox="1"/>
          <p:nvPr/>
        </p:nvSpPr>
        <p:spPr>
          <a:xfrm>
            <a:off x="-1" y="6288587"/>
            <a:ext cx="5981100" cy="6465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chemeClr val="dk1"/>
              </a:buClr>
              <a:buSzPts val="1800"/>
              <a:buFont typeface="Arial"/>
              <a:buNone/>
            </a:pPr>
            <a:r>
              <a:rPr b="0" i="0" lang="en-US" sz="1800" u="none" cap="none" strike="noStrike">
                <a:solidFill>
                  <a:schemeClr val="lt1"/>
                </a:solidFill>
                <a:latin typeface="Times New Roman"/>
                <a:ea typeface="Times New Roman"/>
                <a:cs typeface="Times New Roman"/>
                <a:sym typeface="Times New Roman"/>
              </a:rPr>
              <a:t>Machine Learning Professional</a:t>
            </a:r>
            <a:br>
              <a:rPr b="0" i="0" lang="en-US" sz="1800" u="none" cap="none" strike="noStrike">
                <a:solidFill>
                  <a:schemeClr val="lt1"/>
                </a:solidFill>
                <a:latin typeface="Times New Roman"/>
                <a:ea typeface="Times New Roman"/>
                <a:cs typeface="Times New Roman"/>
                <a:sym typeface="Times New Roman"/>
              </a:rPr>
            </a:br>
            <a:r>
              <a:rPr b="0" i="0" lang="en-US" sz="1800" u="none" cap="none" strike="noStrike">
                <a:solidFill>
                  <a:schemeClr val="lt1"/>
                </a:solidFill>
                <a:latin typeface="Times New Roman"/>
                <a:ea typeface="Times New Roman"/>
                <a:cs typeface="Times New Roman"/>
                <a:sym typeface="Times New Roman"/>
              </a:rPr>
              <a:t>Project Presentation</a:t>
            </a:r>
            <a:endParaRPr b="0" i="0" sz="1800" u="none" cap="none" strike="noStrike">
              <a:solidFill>
                <a:schemeClr val="lt1"/>
              </a:solidFill>
              <a:latin typeface="Times New Roman"/>
              <a:ea typeface="Times New Roman"/>
              <a:cs typeface="Times New Roman"/>
              <a:sym typeface="Times New Roman"/>
            </a:endParaRPr>
          </a:p>
        </p:txBody>
      </p:sp>
      <p:pic>
        <p:nvPicPr>
          <p:cNvPr id="1563" name="Google Shape;1563;g3d1afc4545f_0_2384"/>
          <p:cNvPicPr preferRelativeResize="0"/>
          <p:nvPr/>
        </p:nvPicPr>
        <p:blipFill rotWithShape="1">
          <a:blip r:embed="rId6">
            <a:alphaModFix/>
          </a:blip>
          <a:srcRect b="0" l="0" r="0" t="0"/>
          <a:stretch/>
        </p:blipFill>
        <p:spPr>
          <a:xfrm>
            <a:off x="10590875" y="6330524"/>
            <a:ext cx="1500023" cy="585000"/>
          </a:xfrm>
          <a:prstGeom prst="rect">
            <a:avLst/>
          </a:prstGeom>
          <a:noFill/>
          <a:ln>
            <a:noFill/>
          </a:ln>
        </p:spPr>
      </p:pic>
      <p:pic>
        <p:nvPicPr>
          <p:cNvPr id="1564" name="Google Shape;1564;g3d1afc4545f_0_2384"/>
          <p:cNvPicPr preferRelativeResize="0"/>
          <p:nvPr/>
        </p:nvPicPr>
        <p:blipFill rotWithShape="1">
          <a:blip r:embed="rId7">
            <a:alphaModFix/>
          </a:blip>
          <a:srcRect b="0" l="0" r="0" t="0"/>
          <a:stretch/>
        </p:blipFill>
        <p:spPr>
          <a:xfrm>
            <a:off x="-4" y="6211289"/>
            <a:ext cx="12192003" cy="1285104"/>
          </a:xfrm>
          <a:prstGeom prst="rect">
            <a:avLst/>
          </a:prstGeom>
          <a:noFill/>
          <a:ln>
            <a:noFill/>
          </a:ln>
        </p:spPr>
      </p:pic>
      <p:sp>
        <p:nvSpPr>
          <p:cNvPr id="1565" name="Google Shape;1565;g3d1afc4545f_0_2384"/>
          <p:cNvSpPr txBox="1"/>
          <p:nvPr/>
        </p:nvSpPr>
        <p:spPr>
          <a:xfrm>
            <a:off x="-1" y="6288587"/>
            <a:ext cx="5981100" cy="6465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chemeClr val="dk1"/>
              </a:buClr>
              <a:buSzPts val="1800"/>
              <a:buFont typeface="Arial"/>
              <a:buNone/>
            </a:pPr>
            <a:r>
              <a:rPr b="0" i="0" lang="en-US" sz="1800" u="none" cap="none" strike="noStrike">
                <a:solidFill>
                  <a:schemeClr val="lt1"/>
                </a:solidFill>
                <a:latin typeface="Times New Roman"/>
                <a:ea typeface="Times New Roman"/>
                <a:cs typeface="Times New Roman"/>
                <a:sym typeface="Times New Roman"/>
              </a:rPr>
              <a:t>Machine Learning Professional</a:t>
            </a:r>
            <a:br>
              <a:rPr b="0" i="0" lang="en-US" sz="1800" u="none" cap="none" strike="noStrike">
                <a:solidFill>
                  <a:schemeClr val="lt1"/>
                </a:solidFill>
                <a:latin typeface="Times New Roman"/>
                <a:ea typeface="Times New Roman"/>
                <a:cs typeface="Times New Roman"/>
                <a:sym typeface="Times New Roman"/>
              </a:rPr>
            </a:br>
            <a:r>
              <a:rPr b="0" i="0" lang="en-US" sz="1800" u="none" cap="none" strike="noStrike">
                <a:solidFill>
                  <a:schemeClr val="lt1"/>
                </a:solidFill>
                <a:latin typeface="Times New Roman"/>
                <a:ea typeface="Times New Roman"/>
                <a:cs typeface="Times New Roman"/>
                <a:sym typeface="Times New Roman"/>
              </a:rPr>
              <a:t>Project Presentation</a:t>
            </a:r>
            <a:endParaRPr b="0" i="0" sz="1800" u="none" cap="none" strike="noStrike">
              <a:solidFill>
                <a:schemeClr val="lt1"/>
              </a:solidFill>
              <a:latin typeface="Times New Roman"/>
              <a:ea typeface="Times New Roman"/>
              <a:cs typeface="Times New Roman"/>
              <a:sym typeface="Times New Roman"/>
            </a:endParaRPr>
          </a:p>
        </p:txBody>
      </p:sp>
      <p:pic>
        <p:nvPicPr>
          <p:cNvPr id="1566" name="Google Shape;1566;g3d1afc4545f_0_2384"/>
          <p:cNvPicPr preferRelativeResize="0"/>
          <p:nvPr/>
        </p:nvPicPr>
        <p:blipFill rotWithShape="1">
          <a:blip r:embed="rId6">
            <a:alphaModFix/>
          </a:blip>
          <a:srcRect b="0" l="0" r="0" t="0"/>
          <a:stretch/>
        </p:blipFill>
        <p:spPr>
          <a:xfrm>
            <a:off x="10590875" y="6330524"/>
            <a:ext cx="1500023" cy="585000"/>
          </a:xfrm>
          <a:prstGeom prst="rect">
            <a:avLst/>
          </a:prstGeom>
          <a:noFill/>
          <a:ln>
            <a:noFill/>
          </a:ln>
        </p:spPr>
      </p:pic>
      <p:pic>
        <p:nvPicPr>
          <p:cNvPr id="1567" name="Google Shape;1567;g3d1afc4545f_0_2384"/>
          <p:cNvPicPr preferRelativeResize="0"/>
          <p:nvPr/>
        </p:nvPicPr>
        <p:blipFill rotWithShape="1">
          <a:blip r:embed="rId7">
            <a:alphaModFix/>
          </a:blip>
          <a:srcRect b="0" l="0" r="0" t="0"/>
          <a:stretch/>
        </p:blipFill>
        <p:spPr>
          <a:xfrm>
            <a:off x="-4" y="6211289"/>
            <a:ext cx="12192003" cy="1285104"/>
          </a:xfrm>
          <a:prstGeom prst="rect">
            <a:avLst/>
          </a:prstGeom>
          <a:noFill/>
          <a:ln>
            <a:noFill/>
          </a:ln>
        </p:spPr>
      </p:pic>
      <p:sp>
        <p:nvSpPr>
          <p:cNvPr id="1568" name="Google Shape;1568;g3d1afc4545f_0_2384"/>
          <p:cNvSpPr txBox="1"/>
          <p:nvPr/>
        </p:nvSpPr>
        <p:spPr>
          <a:xfrm>
            <a:off x="-1" y="6234672"/>
            <a:ext cx="5981100" cy="6465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chemeClr val="dk1"/>
              </a:buClr>
              <a:buSzPts val="1800"/>
              <a:buFont typeface="Arial"/>
              <a:buNone/>
            </a:pPr>
            <a:r>
              <a:rPr b="0" i="0" lang="en-US" sz="1800" u="none" cap="none" strike="noStrike">
                <a:solidFill>
                  <a:schemeClr val="lt1"/>
                </a:solidFill>
                <a:latin typeface="Times New Roman"/>
                <a:ea typeface="Times New Roman"/>
                <a:cs typeface="Times New Roman"/>
                <a:sym typeface="Times New Roman"/>
              </a:rPr>
              <a:t>Machine Learning Professional</a:t>
            </a:r>
            <a:br>
              <a:rPr b="0" i="0" lang="en-US" sz="1800" u="none" cap="none" strike="noStrike">
                <a:solidFill>
                  <a:schemeClr val="lt1"/>
                </a:solidFill>
                <a:latin typeface="Times New Roman"/>
                <a:ea typeface="Times New Roman"/>
                <a:cs typeface="Times New Roman"/>
                <a:sym typeface="Times New Roman"/>
              </a:rPr>
            </a:br>
            <a:r>
              <a:rPr b="0" i="0" lang="en-US" sz="1800" u="none" cap="none" strike="noStrike">
                <a:solidFill>
                  <a:schemeClr val="lt1"/>
                </a:solidFill>
                <a:latin typeface="Times New Roman"/>
                <a:ea typeface="Times New Roman"/>
                <a:cs typeface="Times New Roman"/>
                <a:sym typeface="Times New Roman"/>
              </a:rPr>
              <a:t>Project Presentation</a:t>
            </a:r>
            <a:endParaRPr b="0" i="0" sz="1800" u="none" cap="none" strike="noStrike">
              <a:solidFill>
                <a:schemeClr val="lt1"/>
              </a:solidFill>
              <a:latin typeface="Times New Roman"/>
              <a:ea typeface="Times New Roman"/>
              <a:cs typeface="Times New Roman"/>
              <a:sym typeface="Times New Roman"/>
            </a:endParaRPr>
          </a:p>
        </p:txBody>
      </p:sp>
      <p:pic>
        <p:nvPicPr>
          <p:cNvPr id="1569" name="Google Shape;1569;g3d1afc4545f_0_2384"/>
          <p:cNvPicPr preferRelativeResize="0"/>
          <p:nvPr/>
        </p:nvPicPr>
        <p:blipFill rotWithShape="1">
          <a:blip r:embed="rId6">
            <a:alphaModFix/>
          </a:blip>
          <a:srcRect b="0" l="0" r="0" t="0"/>
          <a:stretch/>
        </p:blipFill>
        <p:spPr>
          <a:xfrm>
            <a:off x="10590875" y="6330524"/>
            <a:ext cx="1500023" cy="585000"/>
          </a:xfrm>
          <a:prstGeom prst="rect">
            <a:avLst/>
          </a:prstGeom>
          <a:noFill/>
          <a:ln>
            <a:noFill/>
          </a:ln>
        </p:spPr>
      </p:pic>
      <p:pic>
        <p:nvPicPr>
          <p:cNvPr id="1570" name="Google Shape;1570;g3d1afc4545f_0_2384"/>
          <p:cNvPicPr preferRelativeResize="0"/>
          <p:nvPr/>
        </p:nvPicPr>
        <p:blipFill rotWithShape="1">
          <a:blip r:embed="rId8">
            <a:alphaModFix/>
          </a:blip>
          <a:srcRect b="0" l="0" r="0" t="0"/>
          <a:stretch/>
        </p:blipFill>
        <p:spPr>
          <a:xfrm>
            <a:off x="-4" y="6211289"/>
            <a:ext cx="12192003" cy="1285104"/>
          </a:xfrm>
          <a:prstGeom prst="rect">
            <a:avLst/>
          </a:prstGeom>
          <a:noFill/>
          <a:ln>
            <a:noFill/>
          </a:ln>
        </p:spPr>
      </p:pic>
      <p:sp>
        <p:nvSpPr>
          <p:cNvPr id="1571" name="Google Shape;1571;g3d1afc4545f_0_2384"/>
          <p:cNvSpPr txBox="1"/>
          <p:nvPr/>
        </p:nvSpPr>
        <p:spPr>
          <a:xfrm>
            <a:off x="-1" y="6234672"/>
            <a:ext cx="5981100" cy="6465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chemeClr val="dk1"/>
              </a:buClr>
              <a:buSzPts val="1800"/>
              <a:buFont typeface="Arial"/>
              <a:buNone/>
            </a:pPr>
            <a:r>
              <a:rPr b="0" i="0" lang="en-US" sz="1800" u="none" cap="none" strike="noStrike">
                <a:solidFill>
                  <a:schemeClr val="lt1"/>
                </a:solidFill>
                <a:latin typeface="Times New Roman"/>
                <a:ea typeface="Times New Roman"/>
                <a:cs typeface="Times New Roman"/>
                <a:sym typeface="Times New Roman"/>
              </a:rPr>
              <a:t>Nanoelectronics - Seminar Presentation</a:t>
            </a:r>
            <a:br>
              <a:rPr b="0" i="0" lang="en-US" sz="1800" u="none" cap="none" strike="noStrike">
                <a:solidFill>
                  <a:schemeClr val="lt1"/>
                </a:solidFill>
                <a:latin typeface="Times New Roman"/>
                <a:ea typeface="Times New Roman"/>
                <a:cs typeface="Times New Roman"/>
                <a:sym typeface="Times New Roman"/>
              </a:rPr>
            </a:br>
            <a:r>
              <a:rPr b="0" i="0" lang="en-US" sz="1800" u="none" cap="none" strike="noStrike">
                <a:solidFill>
                  <a:schemeClr val="lt1"/>
                </a:solidFill>
                <a:latin typeface="Times New Roman"/>
                <a:ea typeface="Times New Roman"/>
                <a:cs typeface="Times New Roman"/>
                <a:sym typeface="Times New Roman"/>
              </a:rPr>
              <a:t>Ronit Dutta</a:t>
            </a:r>
            <a:endParaRPr b="0" i="0" sz="1800" u="none" cap="none" strike="noStrike">
              <a:solidFill>
                <a:schemeClr val="lt1"/>
              </a:solidFill>
              <a:latin typeface="Times New Roman"/>
              <a:ea typeface="Times New Roman"/>
              <a:cs typeface="Times New Roman"/>
              <a:sym typeface="Times New Roman"/>
            </a:endParaRPr>
          </a:p>
        </p:txBody>
      </p:sp>
      <p:pic>
        <p:nvPicPr>
          <p:cNvPr id="1572" name="Google Shape;1572;g3d1afc4545f_0_2384"/>
          <p:cNvPicPr preferRelativeResize="0"/>
          <p:nvPr/>
        </p:nvPicPr>
        <p:blipFill rotWithShape="1">
          <a:blip r:embed="rId6">
            <a:alphaModFix/>
          </a:blip>
          <a:srcRect b="0" l="0" r="0" t="0"/>
          <a:stretch/>
        </p:blipFill>
        <p:spPr>
          <a:xfrm>
            <a:off x="10590875" y="6330524"/>
            <a:ext cx="1500023" cy="585000"/>
          </a:xfrm>
          <a:prstGeom prst="rect">
            <a:avLst/>
          </a:prstGeom>
          <a:noFill/>
          <a:ln>
            <a:noFill/>
          </a:ln>
        </p:spPr>
      </p:pic>
      <p:pic>
        <p:nvPicPr>
          <p:cNvPr id="1573" name="Google Shape;1573;g3d1afc4545f_0_2384"/>
          <p:cNvPicPr preferRelativeResize="0"/>
          <p:nvPr/>
        </p:nvPicPr>
        <p:blipFill rotWithShape="1">
          <a:blip r:embed="rId9">
            <a:alphaModFix/>
          </a:blip>
          <a:srcRect b="0" l="0" r="0" t="0"/>
          <a:stretch/>
        </p:blipFill>
        <p:spPr>
          <a:xfrm>
            <a:off x="0" y="6330524"/>
            <a:ext cx="12192000" cy="1165875"/>
          </a:xfrm>
          <a:prstGeom prst="rect">
            <a:avLst/>
          </a:prstGeom>
          <a:noFill/>
          <a:ln>
            <a:noFill/>
          </a:ln>
        </p:spPr>
      </p:pic>
      <p:sp>
        <p:nvSpPr>
          <p:cNvPr id="1574" name="Google Shape;1574;g3d1afc4545f_0_2384"/>
          <p:cNvSpPr txBox="1"/>
          <p:nvPr/>
        </p:nvSpPr>
        <p:spPr>
          <a:xfrm>
            <a:off x="-1" y="6445547"/>
            <a:ext cx="5981100" cy="6465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chemeClr val="dk1"/>
              </a:buClr>
              <a:buSzPts val="1800"/>
              <a:buFont typeface="Arial"/>
              <a:buNone/>
            </a:pPr>
            <a:r>
              <a:rPr lang="en-US" sz="1800">
                <a:solidFill>
                  <a:schemeClr val="lt1"/>
                </a:solidFill>
                <a:latin typeface="Times New Roman"/>
                <a:ea typeface="Times New Roman"/>
                <a:cs typeface="Times New Roman"/>
                <a:sym typeface="Times New Roman"/>
              </a:rPr>
              <a:t>Applied Mathematics for Engineering [MIDTERM PROJECT]</a:t>
            </a:r>
            <a:br>
              <a:rPr b="0" i="0" lang="en-US" sz="1800" u="none" cap="none" strike="noStrike">
                <a:solidFill>
                  <a:schemeClr val="lt1"/>
                </a:solidFill>
                <a:latin typeface="Times New Roman"/>
                <a:ea typeface="Times New Roman"/>
                <a:cs typeface="Times New Roman"/>
                <a:sym typeface="Times New Roman"/>
              </a:rPr>
            </a:br>
            <a:r>
              <a:rPr b="0" i="0" lang="en-US" sz="1800" u="none" cap="none" strike="noStrike">
                <a:solidFill>
                  <a:schemeClr val="lt1"/>
                </a:solidFill>
                <a:latin typeface="Times New Roman"/>
                <a:ea typeface="Times New Roman"/>
                <a:cs typeface="Times New Roman"/>
                <a:sym typeface="Times New Roman"/>
              </a:rPr>
              <a:t>Ronit Dutta</a:t>
            </a:r>
            <a:endParaRPr b="0" i="0" sz="1800" u="none" cap="none" strike="noStrike">
              <a:solidFill>
                <a:schemeClr val="lt1"/>
              </a:solidFill>
              <a:latin typeface="Times New Roman"/>
              <a:ea typeface="Times New Roman"/>
              <a:cs typeface="Times New Roman"/>
              <a:sym typeface="Times New Roman"/>
            </a:endParaRPr>
          </a:p>
        </p:txBody>
      </p:sp>
      <p:pic>
        <p:nvPicPr>
          <p:cNvPr id="1575" name="Google Shape;1575;g3d1afc4545f_0_2384"/>
          <p:cNvPicPr preferRelativeResize="0"/>
          <p:nvPr/>
        </p:nvPicPr>
        <p:blipFill rotWithShape="1">
          <a:blip r:embed="rId6">
            <a:alphaModFix/>
          </a:blip>
          <a:srcRect b="0" l="0" r="0" t="0"/>
          <a:stretch/>
        </p:blipFill>
        <p:spPr>
          <a:xfrm>
            <a:off x="10579375" y="6476299"/>
            <a:ext cx="1500023" cy="585000"/>
          </a:xfrm>
          <a:prstGeom prst="rect">
            <a:avLst/>
          </a:prstGeom>
          <a:noFill/>
          <a:ln>
            <a:noFill/>
          </a:ln>
        </p:spPr>
      </p:pic>
      <p:pic>
        <p:nvPicPr>
          <p:cNvPr id="1576" name="Google Shape;1576;g3d1afc4545f_0_2384"/>
          <p:cNvPicPr preferRelativeResize="0"/>
          <p:nvPr/>
        </p:nvPicPr>
        <p:blipFill rotWithShape="1">
          <a:blip r:embed="rId4">
            <a:alphaModFix/>
          </a:blip>
          <a:srcRect b="0" l="0" r="0" t="0"/>
          <a:stretch/>
        </p:blipFill>
        <p:spPr>
          <a:xfrm>
            <a:off x="10590934" y="6330522"/>
            <a:ext cx="1499906" cy="585000"/>
          </a:xfrm>
          <a:prstGeom prst="rect">
            <a:avLst/>
          </a:prstGeom>
          <a:noFill/>
          <a:ln>
            <a:noFill/>
          </a:ln>
        </p:spPr>
      </p:pic>
      <p:sp>
        <p:nvSpPr>
          <p:cNvPr id="1577" name="Google Shape;1577;g3d1afc4545f_0_2384"/>
          <p:cNvSpPr txBox="1"/>
          <p:nvPr/>
        </p:nvSpPr>
        <p:spPr>
          <a:xfrm>
            <a:off x="-1" y="6288587"/>
            <a:ext cx="5981100" cy="3693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chemeClr val="dk1"/>
              </a:buClr>
              <a:buSzPts val="1800"/>
              <a:buFont typeface="Arial"/>
              <a:buNone/>
            </a:pPr>
            <a:r>
              <a:rPr b="0" i="0" lang="en-US" sz="1800" u="none" cap="none" strike="noStrike">
                <a:solidFill>
                  <a:schemeClr val="lt1"/>
                </a:solidFill>
                <a:latin typeface="Times New Roman"/>
                <a:ea typeface="Times New Roman"/>
                <a:cs typeface="Times New Roman"/>
                <a:sym typeface="Times New Roman"/>
              </a:rPr>
              <a:t>Term Paper Presentation | Ronit Dutta</a:t>
            </a:r>
            <a:endParaRPr b="0" i="0" sz="1800" u="none" cap="none" strike="noStrike">
              <a:solidFill>
                <a:schemeClr val="lt1"/>
              </a:solidFill>
              <a:latin typeface="Times New Roman"/>
              <a:ea typeface="Times New Roman"/>
              <a:cs typeface="Times New Roman"/>
              <a:sym typeface="Times New Roman"/>
            </a:endParaRPr>
          </a:p>
        </p:txBody>
      </p:sp>
      <p:pic>
        <p:nvPicPr>
          <p:cNvPr id="1578" name="Google Shape;1578;g3d1afc4545f_0_2384"/>
          <p:cNvPicPr preferRelativeResize="0"/>
          <p:nvPr/>
        </p:nvPicPr>
        <p:blipFill rotWithShape="1">
          <a:blip r:embed="rId4">
            <a:alphaModFix/>
          </a:blip>
          <a:srcRect b="0" l="0" r="0" t="0"/>
          <a:stretch/>
        </p:blipFill>
        <p:spPr>
          <a:xfrm>
            <a:off x="10590934" y="6330522"/>
            <a:ext cx="1499906" cy="585000"/>
          </a:xfrm>
          <a:prstGeom prst="rect">
            <a:avLst/>
          </a:prstGeom>
          <a:noFill/>
          <a:ln>
            <a:noFill/>
          </a:ln>
        </p:spPr>
      </p:pic>
      <p:sp>
        <p:nvSpPr>
          <p:cNvPr id="1579" name="Google Shape;1579;g3d1afc4545f_0_2384"/>
          <p:cNvSpPr txBox="1"/>
          <p:nvPr/>
        </p:nvSpPr>
        <p:spPr>
          <a:xfrm>
            <a:off x="-1" y="6288587"/>
            <a:ext cx="5981100" cy="3693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chemeClr val="dk1"/>
              </a:buClr>
              <a:buSzPts val="1800"/>
              <a:buFont typeface="Arial"/>
              <a:buNone/>
            </a:pPr>
            <a:r>
              <a:rPr b="0" i="0" lang="en-US" sz="1800" u="none" cap="none" strike="noStrike">
                <a:solidFill>
                  <a:schemeClr val="lt1"/>
                </a:solidFill>
                <a:latin typeface="Times New Roman"/>
                <a:ea typeface="Times New Roman"/>
                <a:cs typeface="Times New Roman"/>
                <a:sym typeface="Times New Roman"/>
              </a:rPr>
              <a:t>Term Paper Presentation | Ronit Dutta</a:t>
            </a:r>
            <a:endParaRPr b="0" i="0" sz="1800" u="none" cap="none" strike="noStrike">
              <a:solidFill>
                <a:schemeClr val="lt1"/>
              </a:solidFill>
              <a:latin typeface="Times New Roman"/>
              <a:ea typeface="Times New Roman"/>
              <a:cs typeface="Times New Roman"/>
              <a:sym typeface="Times New Roman"/>
            </a:endParaRPr>
          </a:p>
        </p:txBody>
      </p:sp>
      <p:pic>
        <p:nvPicPr>
          <p:cNvPr id="1580" name="Google Shape;1580;g3d1afc4545f_0_2384"/>
          <p:cNvPicPr preferRelativeResize="0"/>
          <p:nvPr/>
        </p:nvPicPr>
        <p:blipFill rotWithShape="1">
          <a:blip r:embed="rId4">
            <a:alphaModFix/>
          </a:blip>
          <a:srcRect b="0" l="0" r="0" t="0"/>
          <a:stretch/>
        </p:blipFill>
        <p:spPr>
          <a:xfrm>
            <a:off x="10590934" y="6330522"/>
            <a:ext cx="1499906" cy="585000"/>
          </a:xfrm>
          <a:prstGeom prst="rect">
            <a:avLst/>
          </a:prstGeom>
          <a:noFill/>
          <a:ln>
            <a:noFill/>
          </a:ln>
        </p:spPr>
      </p:pic>
      <p:sp>
        <p:nvSpPr>
          <p:cNvPr id="1581" name="Google Shape;1581;g3d1afc4545f_0_2384"/>
          <p:cNvSpPr txBox="1"/>
          <p:nvPr/>
        </p:nvSpPr>
        <p:spPr>
          <a:xfrm>
            <a:off x="-1" y="6288587"/>
            <a:ext cx="5981100" cy="6465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chemeClr val="dk1"/>
              </a:buClr>
              <a:buSzPts val="1800"/>
              <a:buFont typeface="Arial"/>
              <a:buNone/>
            </a:pPr>
            <a:r>
              <a:rPr b="0" i="0" lang="en-US" sz="1800" u="none" cap="none" strike="noStrike">
                <a:solidFill>
                  <a:schemeClr val="lt1"/>
                </a:solidFill>
                <a:latin typeface="Times New Roman"/>
                <a:ea typeface="Times New Roman"/>
                <a:cs typeface="Times New Roman"/>
                <a:sym typeface="Times New Roman"/>
              </a:rPr>
              <a:t>Machine Learning Professional</a:t>
            </a:r>
            <a:br>
              <a:rPr b="0" i="0" lang="en-US" sz="1800" u="none" cap="none" strike="noStrike">
                <a:solidFill>
                  <a:schemeClr val="lt1"/>
                </a:solidFill>
                <a:latin typeface="Times New Roman"/>
                <a:ea typeface="Times New Roman"/>
                <a:cs typeface="Times New Roman"/>
                <a:sym typeface="Times New Roman"/>
              </a:rPr>
            </a:br>
            <a:r>
              <a:rPr b="0" i="0" lang="en-US" sz="1800" u="none" cap="none" strike="noStrike">
                <a:solidFill>
                  <a:schemeClr val="lt1"/>
                </a:solidFill>
                <a:latin typeface="Times New Roman"/>
                <a:ea typeface="Times New Roman"/>
                <a:cs typeface="Times New Roman"/>
                <a:sym typeface="Times New Roman"/>
              </a:rPr>
              <a:t>Project Presentation</a:t>
            </a:r>
            <a:endParaRPr b="0" i="0" sz="1800" u="none" cap="none" strike="noStrike">
              <a:solidFill>
                <a:schemeClr val="lt1"/>
              </a:solidFill>
              <a:latin typeface="Times New Roman"/>
              <a:ea typeface="Times New Roman"/>
              <a:cs typeface="Times New Roman"/>
              <a:sym typeface="Times New Roman"/>
            </a:endParaRPr>
          </a:p>
        </p:txBody>
      </p:sp>
      <p:pic>
        <p:nvPicPr>
          <p:cNvPr id="1582" name="Google Shape;1582;g3d1afc4545f_0_2384"/>
          <p:cNvPicPr preferRelativeResize="0"/>
          <p:nvPr/>
        </p:nvPicPr>
        <p:blipFill rotWithShape="1">
          <a:blip r:embed="rId6">
            <a:alphaModFix/>
          </a:blip>
          <a:srcRect b="0" l="0" r="0" t="0"/>
          <a:stretch/>
        </p:blipFill>
        <p:spPr>
          <a:xfrm>
            <a:off x="10590875" y="6341462"/>
            <a:ext cx="1500023" cy="585000"/>
          </a:xfrm>
          <a:prstGeom prst="rect">
            <a:avLst/>
          </a:prstGeom>
          <a:noFill/>
          <a:ln>
            <a:noFill/>
          </a:ln>
        </p:spPr>
      </p:pic>
      <p:sp>
        <p:nvSpPr>
          <p:cNvPr id="1583" name="Google Shape;1583;g3d1afc4545f_0_2384"/>
          <p:cNvSpPr txBox="1"/>
          <p:nvPr/>
        </p:nvSpPr>
        <p:spPr>
          <a:xfrm>
            <a:off x="-1" y="6288587"/>
            <a:ext cx="5981100" cy="6465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chemeClr val="dk1"/>
              </a:buClr>
              <a:buSzPts val="1800"/>
              <a:buFont typeface="Arial"/>
              <a:buNone/>
            </a:pPr>
            <a:r>
              <a:rPr b="0" i="0" lang="en-US" sz="1800" u="none" cap="none" strike="noStrike">
                <a:solidFill>
                  <a:schemeClr val="lt1"/>
                </a:solidFill>
                <a:latin typeface="Times New Roman"/>
                <a:ea typeface="Times New Roman"/>
                <a:cs typeface="Times New Roman"/>
                <a:sym typeface="Times New Roman"/>
              </a:rPr>
              <a:t>Machine Learning Professional</a:t>
            </a:r>
            <a:br>
              <a:rPr b="0" i="0" lang="en-US" sz="1800" u="none" cap="none" strike="noStrike">
                <a:solidFill>
                  <a:schemeClr val="lt1"/>
                </a:solidFill>
                <a:latin typeface="Times New Roman"/>
                <a:ea typeface="Times New Roman"/>
                <a:cs typeface="Times New Roman"/>
                <a:sym typeface="Times New Roman"/>
              </a:rPr>
            </a:br>
            <a:r>
              <a:rPr b="0" i="0" lang="en-US" sz="1800" u="none" cap="none" strike="noStrike">
                <a:solidFill>
                  <a:schemeClr val="lt1"/>
                </a:solidFill>
                <a:latin typeface="Times New Roman"/>
                <a:ea typeface="Times New Roman"/>
                <a:cs typeface="Times New Roman"/>
                <a:sym typeface="Times New Roman"/>
              </a:rPr>
              <a:t>Project Presentation</a:t>
            </a:r>
            <a:endParaRPr b="0" i="0" sz="1800" u="none" cap="none" strike="noStrike">
              <a:solidFill>
                <a:schemeClr val="lt1"/>
              </a:solidFill>
              <a:latin typeface="Times New Roman"/>
              <a:ea typeface="Times New Roman"/>
              <a:cs typeface="Times New Roman"/>
              <a:sym typeface="Times New Roman"/>
            </a:endParaRPr>
          </a:p>
        </p:txBody>
      </p:sp>
      <p:pic>
        <p:nvPicPr>
          <p:cNvPr id="1584" name="Google Shape;1584;g3d1afc4545f_0_2384"/>
          <p:cNvPicPr preferRelativeResize="0"/>
          <p:nvPr/>
        </p:nvPicPr>
        <p:blipFill rotWithShape="1">
          <a:blip r:embed="rId6">
            <a:alphaModFix/>
          </a:blip>
          <a:srcRect b="0" l="0" r="0" t="0"/>
          <a:stretch/>
        </p:blipFill>
        <p:spPr>
          <a:xfrm>
            <a:off x="10590875" y="6330524"/>
            <a:ext cx="1500023" cy="585000"/>
          </a:xfrm>
          <a:prstGeom prst="rect">
            <a:avLst/>
          </a:prstGeom>
          <a:noFill/>
          <a:ln>
            <a:noFill/>
          </a:ln>
        </p:spPr>
      </p:pic>
      <p:sp>
        <p:nvSpPr>
          <p:cNvPr id="1585" name="Google Shape;1585;g3d1afc4545f_0_2384"/>
          <p:cNvSpPr txBox="1"/>
          <p:nvPr/>
        </p:nvSpPr>
        <p:spPr>
          <a:xfrm>
            <a:off x="-1" y="6234672"/>
            <a:ext cx="5981100" cy="6465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chemeClr val="dk1"/>
              </a:buClr>
              <a:buSzPts val="1800"/>
              <a:buFont typeface="Arial"/>
              <a:buNone/>
            </a:pPr>
            <a:r>
              <a:rPr b="0" i="0" lang="en-US" sz="1800" u="none" cap="none" strike="noStrike">
                <a:solidFill>
                  <a:schemeClr val="lt1"/>
                </a:solidFill>
                <a:latin typeface="Times New Roman"/>
                <a:ea typeface="Times New Roman"/>
                <a:cs typeface="Times New Roman"/>
                <a:sym typeface="Times New Roman"/>
              </a:rPr>
              <a:t>Machine Learning Professional</a:t>
            </a:r>
            <a:br>
              <a:rPr b="0" i="0" lang="en-US" sz="1800" u="none" cap="none" strike="noStrike">
                <a:solidFill>
                  <a:schemeClr val="lt1"/>
                </a:solidFill>
                <a:latin typeface="Times New Roman"/>
                <a:ea typeface="Times New Roman"/>
                <a:cs typeface="Times New Roman"/>
                <a:sym typeface="Times New Roman"/>
              </a:rPr>
            </a:br>
            <a:r>
              <a:rPr b="0" i="0" lang="en-US" sz="1800" u="none" cap="none" strike="noStrike">
                <a:solidFill>
                  <a:schemeClr val="lt1"/>
                </a:solidFill>
                <a:latin typeface="Times New Roman"/>
                <a:ea typeface="Times New Roman"/>
                <a:cs typeface="Times New Roman"/>
                <a:sym typeface="Times New Roman"/>
              </a:rPr>
              <a:t>Project Presentation</a:t>
            </a:r>
            <a:endParaRPr b="0" i="0" sz="1800" u="none" cap="none" strike="noStrike">
              <a:solidFill>
                <a:schemeClr val="lt1"/>
              </a:solidFill>
              <a:latin typeface="Times New Roman"/>
              <a:ea typeface="Times New Roman"/>
              <a:cs typeface="Times New Roman"/>
              <a:sym typeface="Times New Roman"/>
            </a:endParaRPr>
          </a:p>
        </p:txBody>
      </p:sp>
      <p:pic>
        <p:nvPicPr>
          <p:cNvPr id="1586" name="Google Shape;1586;g3d1afc4545f_0_2384"/>
          <p:cNvPicPr preferRelativeResize="0"/>
          <p:nvPr/>
        </p:nvPicPr>
        <p:blipFill rotWithShape="1">
          <a:blip r:embed="rId6">
            <a:alphaModFix/>
          </a:blip>
          <a:srcRect b="0" l="0" r="0" t="0"/>
          <a:stretch/>
        </p:blipFill>
        <p:spPr>
          <a:xfrm>
            <a:off x="10590875" y="6330524"/>
            <a:ext cx="1500023" cy="585000"/>
          </a:xfrm>
          <a:prstGeom prst="rect">
            <a:avLst/>
          </a:prstGeom>
          <a:noFill/>
          <a:ln>
            <a:noFill/>
          </a:ln>
        </p:spPr>
      </p:pic>
      <p:sp>
        <p:nvSpPr>
          <p:cNvPr id="1587" name="Google Shape;1587;g3d1afc4545f_0_2384"/>
          <p:cNvSpPr txBox="1"/>
          <p:nvPr/>
        </p:nvSpPr>
        <p:spPr>
          <a:xfrm>
            <a:off x="-1" y="6234672"/>
            <a:ext cx="5981100" cy="6465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chemeClr val="dk1"/>
              </a:buClr>
              <a:buSzPts val="1800"/>
              <a:buFont typeface="Arial"/>
              <a:buNone/>
            </a:pPr>
            <a:r>
              <a:rPr b="0" i="0" lang="en-US" sz="1800" u="none" cap="none" strike="noStrike">
                <a:solidFill>
                  <a:schemeClr val="lt1"/>
                </a:solidFill>
                <a:latin typeface="Times New Roman"/>
                <a:ea typeface="Times New Roman"/>
                <a:cs typeface="Times New Roman"/>
                <a:sym typeface="Times New Roman"/>
              </a:rPr>
              <a:t>Machine Learning Professional</a:t>
            </a:r>
            <a:br>
              <a:rPr b="0" i="0" lang="en-US" sz="1800" u="none" cap="none" strike="noStrike">
                <a:solidFill>
                  <a:schemeClr val="lt1"/>
                </a:solidFill>
                <a:latin typeface="Times New Roman"/>
                <a:ea typeface="Times New Roman"/>
                <a:cs typeface="Times New Roman"/>
                <a:sym typeface="Times New Roman"/>
              </a:rPr>
            </a:br>
            <a:r>
              <a:rPr b="0" i="0" lang="en-US" sz="1800" u="none" cap="none" strike="noStrike">
                <a:solidFill>
                  <a:schemeClr val="lt1"/>
                </a:solidFill>
                <a:latin typeface="Times New Roman"/>
                <a:ea typeface="Times New Roman"/>
                <a:cs typeface="Times New Roman"/>
                <a:sym typeface="Times New Roman"/>
              </a:rPr>
              <a:t>Project Presentation</a:t>
            </a:r>
            <a:endParaRPr b="0" i="0" sz="1800" u="none" cap="none" strike="noStrike">
              <a:solidFill>
                <a:schemeClr val="lt1"/>
              </a:solidFill>
              <a:latin typeface="Times New Roman"/>
              <a:ea typeface="Times New Roman"/>
              <a:cs typeface="Times New Roman"/>
              <a:sym typeface="Times New Roman"/>
            </a:endParaRPr>
          </a:p>
        </p:txBody>
      </p:sp>
      <p:pic>
        <p:nvPicPr>
          <p:cNvPr id="1588" name="Google Shape;1588;g3d1afc4545f_0_2384"/>
          <p:cNvPicPr preferRelativeResize="0"/>
          <p:nvPr/>
        </p:nvPicPr>
        <p:blipFill rotWithShape="1">
          <a:blip r:embed="rId6">
            <a:alphaModFix/>
          </a:blip>
          <a:srcRect b="0" l="0" r="0" t="0"/>
          <a:stretch/>
        </p:blipFill>
        <p:spPr>
          <a:xfrm>
            <a:off x="10590875" y="6330524"/>
            <a:ext cx="1500023" cy="585000"/>
          </a:xfrm>
          <a:prstGeom prst="rect">
            <a:avLst/>
          </a:prstGeom>
          <a:noFill/>
          <a:ln>
            <a:noFill/>
          </a:ln>
        </p:spPr>
      </p:pic>
      <p:sp>
        <p:nvSpPr>
          <p:cNvPr id="1589" name="Google Shape;1589;g3d1afc4545f_0_2384"/>
          <p:cNvSpPr txBox="1"/>
          <p:nvPr/>
        </p:nvSpPr>
        <p:spPr>
          <a:xfrm>
            <a:off x="-1" y="6234672"/>
            <a:ext cx="5981100" cy="6465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chemeClr val="dk1"/>
              </a:buClr>
              <a:buSzPts val="1800"/>
              <a:buFont typeface="Arial"/>
              <a:buNone/>
            </a:pPr>
            <a:r>
              <a:rPr b="0" i="0" lang="en-US" sz="1800" u="none" cap="none" strike="noStrike">
                <a:solidFill>
                  <a:schemeClr val="lt1"/>
                </a:solidFill>
                <a:latin typeface="Times New Roman"/>
                <a:ea typeface="Times New Roman"/>
                <a:cs typeface="Times New Roman"/>
                <a:sym typeface="Times New Roman"/>
              </a:rPr>
              <a:t>Nanoelectronics - Seminar Presentation</a:t>
            </a:r>
            <a:br>
              <a:rPr b="0" i="0" lang="en-US" sz="1800" u="none" cap="none" strike="noStrike">
                <a:solidFill>
                  <a:schemeClr val="lt1"/>
                </a:solidFill>
                <a:latin typeface="Times New Roman"/>
                <a:ea typeface="Times New Roman"/>
                <a:cs typeface="Times New Roman"/>
                <a:sym typeface="Times New Roman"/>
              </a:rPr>
            </a:br>
            <a:r>
              <a:rPr b="0" i="0" lang="en-US" sz="1800" u="none" cap="none" strike="noStrike">
                <a:solidFill>
                  <a:schemeClr val="lt1"/>
                </a:solidFill>
                <a:latin typeface="Times New Roman"/>
                <a:ea typeface="Times New Roman"/>
                <a:cs typeface="Times New Roman"/>
                <a:sym typeface="Times New Roman"/>
              </a:rPr>
              <a:t>Ronit Dutta</a:t>
            </a:r>
            <a:endParaRPr b="0" i="0" sz="1800" u="none" cap="none" strike="noStrike">
              <a:solidFill>
                <a:schemeClr val="lt1"/>
              </a:solidFill>
              <a:latin typeface="Times New Roman"/>
              <a:ea typeface="Times New Roman"/>
              <a:cs typeface="Times New Roman"/>
              <a:sym typeface="Times New Roman"/>
            </a:endParaRPr>
          </a:p>
        </p:txBody>
      </p:sp>
      <p:pic>
        <p:nvPicPr>
          <p:cNvPr id="1590" name="Google Shape;1590;g3d1afc4545f_0_2384"/>
          <p:cNvPicPr preferRelativeResize="0"/>
          <p:nvPr/>
        </p:nvPicPr>
        <p:blipFill rotWithShape="1">
          <a:blip r:embed="rId6">
            <a:alphaModFix/>
          </a:blip>
          <a:srcRect b="0" l="0" r="0" t="0"/>
          <a:stretch/>
        </p:blipFill>
        <p:spPr>
          <a:xfrm>
            <a:off x="10590875" y="6330524"/>
            <a:ext cx="1500023" cy="585000"/>
          </a:xfrm>
          <a:prstGeom prst="rect">
            <a:avLst/>
          </a:prstGeom>
          <a:noFill/>
          <a:ln>
            <a:noFill/>
          </a:ln>
        </p:spPr>
      </p:pic>
      <p:pic>
        <p:nvPicPr>
          <p:cNvPr id="1591" name="Google Shape;1591;g3d1afc4545f_0_2384"/>
          <p:cNvPicPr preferRelativeResize="0"/>
          <p:nvPr/>
        </p:nvPicPr>
        <p:blipFill rotWithShape="1">
          <a:blip r:embed="rId4">
            <a:alphaModFix/>
          </a:blip>
          <a:srcRect b="0" l="0" r="0" t="0"/>
          <a:stretch/>
        </p:blipFill>
        <p:spPr>
          <a:xfrm>
            <a:off x="10590934" y="6330522"/>
            <a:ext cx="1499906" cy="585000"/>
          </a:xfrm>
          <a:prstGeom prst="rect">
            <a:avLst/>
          </a:prstGeom>
          <a:noFill/>
          <a:ln>
            <a:noFill/>
          </a:ln>
        </p:spPr>
      </p:pic>
      <p:sp>
        <p:nvSpPr>
          <p:cNvPr id="1592" name="Google Shape;1592;g3d1afc4545f_0_2384"/>
          <p:cNvSpPr txBox="1"/>
          <p:nvPr/>
        </p:nvSpPr>
        <p:spPr>
          <a:xfrm>
            <a:off x="-1" y="6288587"/>
            <a:ext cx="5981100" cy="3693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chemeClr val="dk1"/>
              </a:buClr>
              <a:buSzPts val="1800"/>
              <a:buFont typeface="Arial"/>
              <a:buNone/>
            </a:pPr>
            <a:r>
              <a:rPr b="0" i="0" lang="en-US" sz="1800" u="none" cap="none" strike="noStrike">
                <a:solidFill>
                  <a:schemeClr val="lt1"/>
                </a:solidFill>
                <a:latin typeface="Times New Roman"/>
                <a:ea typeface="Times New Roman"/>
                <a:cs typeface="Times New Roman"/>
                <a:sym typeface="Times New Roman"/>
              </a:rPr>
              <a:t>Term Paper Presentation | Ronit Dutta</a:t>
            </a:r>
            <a:endParaRPr b="0" i="0" sz="1800" u="none" cap="none" strike="noStrike">
              <a:solidFill>
                <a:schemeClr val="lt1"/>
              </a:solidFill>
              <a:latin typeface="Times New Roman"/>
              <a:ea typeface="Times New Roman"/>
              <a:cs typeface="Times New Roman"/>
              <a:sym typeface="Times New Roman"/>
            </a:endParaRPr>
          </a:p>
        </p:txBody>
      </p:sp>
      <p:pic>
        <p:nvPicPr>
          <p:cNvPr id="1593" name="Google Shape;1593;g3d1afc4545f_0_2384"/>
          <p:cNvPicPr preferRelativeResize="0"/>
          <p:nvPr/>
        </p:nvPicPr>
        <p:blipFill rotWithShape="1">
          <a:blip r:embed="rId4">
            <a:alphaModFix/>
          </a:blip>
          <a:srcRect b="0" l="0" r="0" t="0"/>
          <a:stretch/>
        </p:blipFill>
        <p:spPr>
          <a:xfrm>
            <a:off x="10590934" y="6330522"/>
            <a:ext cx="1499906" cy="585000"/>
          </a:xfrm>
          <a:prstGeom prst="rect">
            <a:avLst/>
          </a:prstGeom>
          <a:noFill/>
          <a:ln>
            <a:noFill/>
          </a:ln>
        </p:spPr>
      </p:pic>
      <p:sp>
        <p:nvSpPr>
          <p:cNvPr id="1594" name="Google Shape;1594;g3d1afc4545f_0_2384"/>
          <p:cNvSpPr txBox="1"/>
          <p:nvPr/>
        </p:nvSpPr>
        <p:spPr>
          <a:xfrm>
            <a:off x="-1" y="6288587"/>
            <a:ext cx="5981100" cy="3693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chemeClr val="dk1"/>
              </a:buClr>
              <a:buSzPts val="1800"/>
              <a:buFont typeface="Arial"/>
              <a:buNone/>
            </a:pPr>
            <a:r>
              <a:rPr b="0" i="0" lang="en-US" sz="1800" u="none" cap="none" strike="noStrike">
                <a:solidFill>
                  <a:schemeClr val="lt1"/>
                </a:solidFill>
                <a:latin typeface="Times New Roman"/>
                <a:ea typeface="Times New Roman"/>
                <a:cs typeface="Times New Roman"/>
                <a:sym typeface="Times New Roman"/>
              </a:rPr>
              <a:t>Term Paper Presentation | Ronit Dutta</a:t>
            </a:r>
            <a:endParaRPr b="0" i="0" sz="1800" u="none" cap="none" strike="noStrike">
              <a:solidFill>
                <a:schemeClr val="lt1"/>
              </a:solidFill>
              <a:latin typeface="Times New Roman"/>
              <a:ea typeface="Times New Roman"/>
              <a:cs typeface="Times New Roman"/>
              <a:sym typeface="Times New Roman"/>
            </a:endParaRPr>
          </a:p>
        </p:txBody>
      </p:sp>
      <p:pic>
        <p:nvPicPr>
          <p:cNvPr id="1595" name="Google Shape;1595;g3d1afc4545f_0_2384"/>
          <p:cNvPicPr preferRelativeResize="0"/>
          <p:nvPr/>
        </p:nvPicPr>
        <p:blipFill rotWithShape="1">
          <a:blip r:embed="rId4">
            <a:alphaModFix/>
          </a:blip>
          <a:srcRect b="0" l="0" r="0" t="0"/>
          <a:stretch/>
        </p:blipFill>
        <p:spPr>
          <a:xfrm>
            <a:off x="10590934" y="6330522"/>
            <a:ext cx="1499906" cy="585000"/>
          </a:xfrm>
          <a:prstGeom prst="rect">
            <a:avLst/>
          </a:prstGeom>
          <a:noFill/>
          <a:ln>
            <a:noFill/>
          </a:ln>
        </p:spPr>
      </p:pic>
      <p:sp>
        <p:nvSpPr>
          <p:cNvPr id="1596" name="Google Shape;1596;g3d1afc4545f_0_2384"/>
          <p:cNvSpPr txBox="1"/>
          <p:nvPr/>
        </p:nvSpPr>
        <p:spPr>
          <a:xfrm>
            <a:off x="-1" y="6288587"/>
            <a:ext cx="5981100" cy="6465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chemeClr val="dk1"/>
              </a:buClr>
              <a:buSzPts val="1800"/>
              <a:buFont typeface="Arial"/>
              <a:buNone/>
            </a:pPr>
            <a:r>
              <a:rPr b="0" i="0" lang="en-US" sz="1800" u="none" cap="none" strike="noStrike">
                <a:solidFill>
                  <a:schemeClr val="lt1"/>
                </a:solidFill>
                <a:latin typeface="Times New Roman"/>
                <a:ea typeface="Times New Roman"/>
                <a:cs typeface="Times New Roman"/>
                <a:sym typeface="Times New Roman"/>
              </a:rPr>
              <a:t>Machine Learning Professional</a:t>
            </a:r>
            <a:br>
              <a:rPr b="0" i="0" lang="en-US" sz="1800" u="none" cap="none" strike="noStrike">
                <a:solidFill>
                  <a:schemeClr val="lt1"/>
                </a:solidFill>
                <a:latin typeface="Times New Roman"/>
                <a:ea typeface="Times New Roman"/>
                <a:cs typeface="Times New Roman"/>
                <a:sym typeface="Times New Roman"/>
              </a:rPr>
            </a:br>
            <a:r>
              <a:rPr b="0" i="0" lang="en-US" sz="1800" u="none" cap="none" strike="noStrike">
                <a:solidFill>
                  <a:schemeClr val="lt1"/>
                </a:solidFill>
                <a:latin typeface="Times New Roman"/>
                <a:ea typeface="Times New Roman"/>
                <a:cs typeface="Times New Roman"/>
                <a:sym typeface="Times New Roman"/>
              </a:rPr>
              <a:t>Project Presentation</a:t>
            </a:r>
            <a:endParaRPr b="0" i="0" sz="1800" u="none" cap="none" strike="noStrike">
              <a:solidFill>
                <a:schemeClr val="lt1"/>
              </a:solidFill>
              <a:latin typeface="Times New Roman"/>
              <a:ea typeface="Times New Roman"/>
              <a:cs typeface="Times New Roman"/>
              <a:sym typeface="Times New Roman"/>
            </a:endParaRPr>
          </a:p>
        </p:txBody>
      </p:sp>
      <p:pic>
        <p:nvPicPr>
          <p:cNvPr id="1597" name="Google Shape;1597;g3d1afc4545f_0_2384"/>
          <p:cNvPicPr preferRelativeResize="0"/>
          <p:nvPr/>
        </p:nvPicPr>
        <p:blipFill rotWithShape="1">
          <a:blip r:embed="rId6">
            <a:alphaModFix/>
          </a:blip>
          <a:srcRect b="0" l="0" r="0" t="0"/>
          <a:stretch/>
        </p:blipFill>
        <p:spPr>
          <a:xfrm>
            <a:off x="10590875" y="6341462"/>
            <a:ext cx="1500023" cy="585000"/>
          </a:xfrm>
          <a:prstGeom prst="rect">
            <a:avLst/>
          </a:prstGeom>
          <a:noFill/>
          <a:ln>
            <a:noFill/>
          </a:ln>
        </p:spPr>
      </p:pic>
      <p:sp>
        <p:nvSpPr>
          <p:cNvPr id="1598" name="Google Shape;1598;g3d1afc4545f_0_2384"/>
          <p:cNvSpPr txBox="1"/>
          <p:nvPr/>
        </p:nvSpPr>
        <p:spPr>
          <a:xfrm>
            <a:off x="-1" y="6288587"/>
            <a:ext cx="5981100" cy="6465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chemeClr val="dk1"/>
              </a:buClr>
              <a:buSzPts val="1800"/>
              <a:buFont typeface="Arial"/>
              <a:buNone/>
            </a:pPr>
            <a:r>
              <a:rPr b="0" i="0" lang="en-US" sz="1800" u="none" cap="none" strike="noStrike">
                <a:solidFill>
                  <a:schemeClr val="lt1"/>
                </a:solidFill>
                <a:latin typeface="Times New Roman"/>
                <a:ea typeface="Times New Roman"/>
                <a:cs typeface="Times New Roman"/>
                <a:sym typeface="Times New Roman"/>
              </a:rPr>
              <a:t>Machine Learning Professional</a:t>
            </a:r>
            <a:br>
              <a:rPr b="0" i="0" lang="en-US" sz="1800" u="none" cap="none" strike="noStrike">
                <a:solidFill>
                  <a:schemeClr val="lt1"/>
                </a:solidFill>
                <a:latin typeface="Times New Roman"/>
                <a:ea typeface="Times New Roman"/>
                <a:cs typeface="Times New Roman"/>
                <a:sym typeface="Times New Roman"/>
              </a:rPr>
            </a:br>
            <a:r>
              <a:rPr b="0" i="0" lang="en-US" sz="1800" u="none" cap="none" strike="noStrike">
                <a:solidFill>
                  <a:schemeClr val="lt1"/>
                </a:solidFill>
                <a:latin typeface="Times New Roman"/>
                <a:ea typeface="Times New Roman"/>
                <a:cs typeface="Times New Roman"/>
                <a:sym typeface="Times New Roman"/>
              </a:rPr>
              <a:t>Project Presentation</a:t>
            </a:r>
            <a:endParaRPr b="0" i="0" sz="1800" u="none" cap="none" strike="noStrike">
              <a:solidFill>
                <a:schemeClr val="lt1"/>
              </a:solidFill>
              <a:latin typeface="Times New Roman"/>
              <a:ea typeface="Times New Roman"/>
              <a:cs typeface="Times New Roman"/>
              <a:sym typeface="Times New Roman"/>
            </a:endParaRPr>
          </a:p>
        </p:txBody>
      </p:sp>
      <p:pic>
        <p:nvPicPr>
          <p:cNvPr id="1599" name="Google Shape;1599;g3d1afc4545f_0_2384"/>
          <p:cNvPicPr preferRelativeResize="0"/>
          <p:nvPr/>
        </p:nvPicPr>
        <p:blipFill rotWithShape="1">
          <a:blip r:embed="rId6">
            <a:alphaModFix/>
          </a:blip>
          <a:srcRect b="0" l="0" r="0" t="0"/>
          <a:stretch/>
        </p:blipFill>
        <p:spPr>
          <a:xfrm>
            <a:off x="10590875" y="6330524"/>
            <a:ext cx="1500023" cy="585000"/>
          </a:xfrm>
          <a:prstGeom prst="rect">
            <a:avLst/>
          </a:prstGeom>
          <a:noFill/>
          <a:ln>
            <a:noFill/>
          </a:ln>
        </p:spPr>
      </p:pic>
      <p:sp>
        <p:nvSpPr>
          <p:cNvPr id="1600" name="Google Shape;1600;g3d1afc4545f_0_2384"/>
          <p:cNvSpPr txBox="1"/>
          <p:nvPr/>
        </p:nvSpPr>
        <p:spPr>
          <a:xfrm>
            <a:off x="-1" y="6234672"/>
            <a:ext cx="5981100" cy="6465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chemeClr val="dk1"/>
              </a:buClr>
              <a:buSzPts val="1800"/>
              <a:buFont typeface="Arial"/>
              <a:buNone/>
            </a:pPr>
            <a:r>
              <a:rPr b="0" i="0" lang="en-US" sz="1800" u="none" cap="none" strike="noStrike">
                <a:solidFill>
                  <a:schemeClr val="lt1"/>
                </a:solidFill>
                <a:latin typeface="Times New Roman"/>
                <a:ea typeface="Times New Roman"/>
                <a:cs typeface="Times New Roman"/>
                <a:sym typeface="Times New Roman"/>
              </a:rPr>
              <a:t>Machine Learning Professional</a:t>
            </a:r>
            <a:br>
              <a:rPr b="0" i="0" lang="en-US" sz="1800" u="none" cap="none" strike="noStrike">
                <a:solidFill>
                  <a:schemeClr val="lt1"/>
                </a:solidFill>
                <a:latin typeface="Times New Roman"/>
                <a:ea typeface="Times New Roman"/>
                <a:cs typeface="Times New Roman"/>
                <a:sym typeface="Times New Roman"/>
              </a:rPr>
            </a:br>
            <a:r>
              <a:rPr b="0" i="0" lang="en-US" sz="1800" u="none" cap="none" strike="noStrike">
                <a:solidFill>
                  <a:schemeClr val="lt1"/>
                </a:solidFill>
                <a:latin typeface="Times New Roman"/>
                <a:ea typeface="Times New Roman"/>
                <a:cs typeface="Times New Roman"/>
                <a:sym typeface="Times New Roman"/>
              </a:rPr>
              <a:t>Project Presentation</a:t>
            </a:r>
            <a:endParaRPr b="0" i="0" sz="1800" u="none" cap="none" strike="noStrike">
              <a:solidFill>
                <a:schemeClr val="lt1"/>
              </a:solidFill>
              <a:latin typeface="Times New Roman"/>
              <a:ea typeface="Times New Roman"/>
              <a:cs typeface="Times New Roman"/>
              <a:sym typeface="Times New Roman"/>
            </a:endParaRPr>
          </a:p>
        </p:txBody>
      </p:sp>
      <p:pic>
        <p:nvPicPr>
          <p:cNvPr id="1601" name="Google Shape;1601;g3d1afc4545f_0_2384"/>
          <p:cNvPicPr preferRelativeResize="0"/>
          <p:nvPr/>
        </p:nvPicPr>
        <p:blipFill rotWithShape="1">
          <a:blip r:embed="rId6">
            <a:alphaModFix/>
          </a:blip>
          <a:srcRect b="0" l="0" r="0" t="0"/>
          <a:stretch/>
        </p:blipFill>
        <p:spPr>
          <a:xfrm>
            <a:off x="10590875" y="6330524"/>
            <a:ext cx="1500023" cy="585000"/>
          </a:xfrm>
          <a:prstGeom prst="rect">
            <a:avLst/>
          </a:prstGeom>
          <a:noFill/>
          <a:ln>
            <a:noFill/>
          </a:ln>
        </p:spPr>
      </p:pic>
      <p:sp>
        <p:nvSpPr>
          <p:cNvPr id="1602" name="Google Shape;1602;g3d1afc4545f_0_2384"/>
          <p:cNvSpPr txBox="1"/>
          <p:nvPr/>
        </p:nvSpPr>
        <p:spPr>
          <a:xfrm>
            <a:off x="-1" y="6234672"/>
            <a:ext cx="5981100" cy="6465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chemeClr val="dk1"/>
              </a:buClr>
              <a:buSzPts val="1800"/>
              <a:buFont typeface="Arial"/>
              <a:buNone/>
            </a:pPr>
            <a:r>
              <a:rPr b="0" i="0" lang="en-US" sz="1800" u="none" cap="none" strike="noStrike">
                <a:solidFill>
                  <a:schemeClr val="lt1"/>
                </a:solidFill>
                <a:latin typeface="Times New Roman"/>
                <a:ea typeface="Times New Roman"/>
                <a:cs typeface="Times New Roman"/>
                <a:sym typeface="Times New Roman"/>
              </a:rPr>
              <a:t>Machine Learning Professional</a:t>
            </a:r>
            <a:br>
              <a:rPr b="0" i="0" lang="en-US" sz="1800" u="none" cap="none" strike="noStrike">
                <a:solidFill>
                  <a:schemeClr val="lt1"/>
                </a:solidFill>
                <a:latin typeface="Times New Roman"/>
                <a:ea typeface="Times New Roman"/>
                <a:cs typeface="Times New Roman"/>
                <a:sym typeface="Times New Roman"/>
              </a:rPr>
            </a:br>
            <a:r>
              <a:rPr b="0" i="0" lang="en-US" sz="1800" u="none" cap="none" strike="noStrike">
                <a:solidFill>
                  <a:schemeClr val="lt1"/>
                </a:solidFill>
                <a:latin typeface="Times New Roman"/>
                <a:ea typeface="Times New Roman"/>
                <a:cs typeface="Times New Roman"/>
                <a:sym typeface="Times New Roman"/>
              </a:rPr>
              <a:t>Project Presentation</a:t>
            </a:r>
            <a:endParaRPr b="0" i="0" sz="1800" u="none" cap="none" strike="noStrike">
              <a:solidFill>
                <a:schemeClr val="lt1"/>
              </a:solidFill>
              <a:latin typeface="Times New Roman"/>
              <a:ea typeface="Times New Roman"/>
              <a:cs typeface="Times New Roman"/>
              <a:sym typeface="Times New Roman"/>
            </a:endParaRPr>
          </a:p>
        </p:txBody>
      </p:sp>
      <p:pic>
        <p:nvPicPr>
          <p:cNvPr id="1603" name="Google Shape;1603;g3d1afc4545f_0_2384"/>
          <p:cNvPicPr preferRelativeResize="0"/>
          <p:nvPr/>
        </p:nvPicPr>
        <p:blipFill rotWithShape="1">
          <a:blip r:embed="rId6">
            <a:alphaModFix/>
          </a:blip>
          <a:srcRect b="0" l="0" r="0" t="0"/>
          <a:stretch/>
        </p:blipFill>
        <p:spPr>
          <a:xfrm>
            <a:off x="10590875" y="6330524"/>
            <a:ext cx="1500023" cy="585000"/>
          </a:xfrm>
          <a:prstGeom prst="rect">
            <a:avLst/>
          </a:prstGeom>
          <a:noFill/>
          <a:ln>
            <a:noFill/>
          </a:ln>
        </p:spPr>
      </p:pic>
      <p:sp>
        <p:nvSpPr>
          <p:cNvPr id="1604" name="Google Shape;1604;g3d1afc4545f_0_2384"/>
          <p:cNvSpPr txBox="1"/>
          <p:nvPr/>
        </p:nvSpPr>
        <p:spPr>
          <a:xfrm>
            <a:off x="-1" y="6234672"/>
            <a:ext cx="5981100" cy="6465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chemeClr val="dk1"/>
              </a:buClr>
              <a:buSzPts val="1800"/>
              <a:buFont typeface="Arial"/>
              <a:buNone/>
            </a:pPr>
            <a:r>
              <a:rPr b="0" i="0" lang="en-US" sz="1800" u="none" cap="none" strike="noStrike">
                <a:solidFill>
                  <a:schemeClr val="lt1"/>
                </a:solidFill>
                <a:latin typeface="Times New Roman"/>
                <a:ea typeface="Times New Roman"/>
                <a:cs typeface="Times New Roman"/>
                <a:sym typeface="Times New Roman"/>
              </a:rPr>
              <a:t>Nanoelectronics - Seminar Presentation</a:t>
            </a:r>
            <a:br>
              <a:rPr b="0" i="0" lang="en-US" sz="1800" u="none" cap="none" strike="noStrike">
                <a:solidFill>
                  <a:schemeClr val="lt1"/>
                </a:solidFill>
                <a:latin typeface="Times New Roman"/>
                <a:ea typeface="Times New Roman"/>
                <a:cs typeface="Times New Roman"/>
                <a:sym typeface="Times New Roman"/>
              </a:rPr>
            </a:br>
            <a:r>
              <a:rPr b="0" i="0" lang="en-US" sz="1800" u="none" cap="none" strike="noStrike">
                <a:solidFill>
                  <a:schemeClr val="lt1"/>
                </a:solidFill>
                <a:latin typeface="Times New Roman"/>
                <a:ea typeface="Times New Roman"/>
                <a:cs typeface="Times New Roman"/>
                <a:sym typeface="Times New Roman"/>
              </a:rPr>
              <a:t>Ronit Dutta</a:t>
            </a:r>
            <a:endParaRPr b="0" i="0" sz="1800" u="none" cap="none" strike="noStrike">
              <a:solidFill>
                <a:schemeClr val="lt1"/>
              </a:solidFill>
              <a:latin typeface="Times New Roman"/>
              <a:ea typeface="Times New Roman"/>
              <a:cs typeface="Times New Roman"/>
              <a:sym typeface="Times New Roman"/>
            </a:endParaRPr>
          </a:p>
        </p:txBody>
      </p:sp>
      <p:pic>
        <p:nvPicPr>
          <p:cNvPr id="1605" name="Google Shape;1605;g3d1afc4545f_0_2384"/>
          <p:cNvPicPr preferRelativeResize="0"/>
          <p:nvPr/>
        </p:nvPicPr>
        <p:blipFill rotWithShape="1">
          <a:blip r:embed="rId6">
            <a:alphaModFix/>
          </a:blip>
          <a:srcRect b="0" l="0" r="0" t="0"/>
          <a:stretch/>
        </p:blipFill>
        <p:spPr>
          <a:xfrm>
            <a:off x="10590875" y="6330524"/>
            <a:ext cx="1500023" cy="585000"/>
          </a:xfrm>
          <a:prstGeom prst="rect">
            <a:avLst/>
          </a:prstGeom>
          <a:noFill/>
          <a:ln>
            <a:noFill/>
          </a:ln>
        </p:spPr>
      </p:pic>
      <p:pic>
        <p:nvPicPr>
          <p:cNvPr id="1606" name="Google Shape;1606;g3d1afc4545f_0_2384"/>
          <p:cNvPicPr preferRelativeResize="0"/>
          <p:nvPr/>
        </p:nvPicPr>
        <p:blipFill rotWithShape="1">
          <a:blip r:embed="rId9">
            <a:alphaModFix/>
          </a:blip>
          <a:srcRect b="0" l="0" r="0" t="0"/>
          <a:stretch/>
        </p:blipFill>
        <p:spPr>
          <a:xfrm>
            <a:off x="0" y="6234674"/>
            <a:ext cx="12192000" cy="1165875"/>
          </a:xfrm>
          <a:prstGeom prst="rect">
            <a:avLst/>
          </a:prstGeom>
          <a:noFill/>
          <a:ln>
            <a:noFill/>
          </a:ln>
        </p:spPr>
      </p:pic>
      <p:sp>
        <p:nvSpPr>
          <p:cNvPr id="1607" name="Google Shape;1607;g3d1afc4545f_0_2384"/>
          <p:cNvSpPr txBox="1"/>
          <p:nvPr/>
        </p:nvSpPr>
        <p:spPr>
          <a:xfrm>
            <a:off x="-1" y="6310697"/>
            <a:ext cx="5981100" cy="6465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chemeClr val="dk1"/>
              </a:buClr>
              <a:buSzPts val="1800"/>
              <a:buFont typeface="Arial"/>
              <a:buNone/>
            </a:pPr>
            <a:r>
              <a:rPr lang="en-US" sz="1800">
                <a:solidFill>
                  <a:schemeClr val="lt1"/>
                </a:solidFill>
                <a:latin typeface="Times New Roman"/>
                <a:ea typeface="Times New Roman"/>
                <a:cs typeface="Times New Roman"/>
                <a:sym typeface="Times New Roman"/>
              </a:rPr>
              <a:t>Applied Mathematics for Engineering [MIDTERM PROJECT]</a:t>
            </a:r>
            <a:br>
              <a:rPr b="0" i="0" lang="en-US" sz="1800" u="none" cap="none" strike="noStrike">
                <a:solidFill>
                  <a:schemeClr val="lt1"/>
                </a:solidFill>
                <a:latin typeface="Times New Roman"/>
                <a:ea typeface="Times New Roman"/>
                <a:cs typeface="Times New Roman"/>
                <a:sym typeface="Times New Roman"/>
              </a:rPr>
            </a:br>
            <a:r>
              <a:rPr b="0" i="0" lang="en-US" sz="1800" u="none" cap="none" strike="noStrike">
                <a:solidFill>
                  <a:schemeClr val="lt1"/>
                </a:solidFill>
                <a:latin typeface="Times New Roman"/>
                <a:ea typeface="Times New Roman"/>
                <a:cs typeface="Times New Roman"/>
                <a:sym typeface="Times New Roman"/>
              </a:rPr>
              <a:t>Ronit Dutta</a:t>
            </a:r>
            <a:endParaRPr b="0" i="0" sz="1800" u="none" cap="none" strike="noStrike">
              <a:solidFill>
                <a:schemeClr val="lt1"/>
              </a:solidFill>
              <a:latin typeface="Times New Roman"/>
              <a:ea typeface="Times New Roman"/>
              <a:cs typeface="Times New Roman"/>
              <a:sym typeface="Times New Roman"/>
            </a:endParaRPr>
          </a:p>
        </p:txBody>
      </p:sp>
      <p:pic>
        <p:nvPicPr>
          <p:cNvPr id="1608" name="Google Shape;1608;g3d1afc4545f_0_2384"/>
          <p:cNvPicPr preferRelativeResize="0"/>
          <p:nvPr/>
        </p:nvPicPr>
        <p:blipFill rotWithShape="1">
          <a:blip r:embed="rId6">
            <a:alphaModFix/>
          </a:blip>
          <a:srcRect b="0" l="0" r="0" t="0"/>
          <a:stretch/>
        </p:blipFill>
        <p:spPr>
          <a:xfrm>
            <a:off x="10579375" y="6341449"/>
            <a:ext cx="1500023" cy="585000"/>
          </a:xfrm>
          <a:prstGeom prst="rect">
            <a:avLst/>
          </a:prstGeom>
          <a:noFill/>
          <a:ln>
            <a:noFill/>
          </a:ln>
        </p:spPr>
      </p:pic>
      <p:pic>
        <p:nvPicPr>
          <p:cNvPr id="1609" name="Google Shape;1609;g3d1afc4545f_0_2384"/>
          <p:cNvPicPr preferRelativeResize="0"/>
          <p:nvPr/>
        </p:nvPicPr>
        <p:blipFill rotWithShape="1">
          <a:blip r:embed="rId9">
            <a:alphaModFix/>
          </a:blip>
          <a:srcRect b="0" l="0" r="0" t="0"/>
          <a:stretch/>
        </p:blipFill>
        <p:spPr>
          <a:xfrm>
            <a:off x="0" y="6330524"/>
            <a:ext cx="12192000" cy="1165875"/>
          </a:xfrm>
          <a:prstGeom prst="rect">
            <a:avLst/>
          </a:prstGeom>
          <a:noFill/>
          <a:ln>
            <a:noFill/>
          </a:ln>
        </p:spPr>
      </p:pic>
      <p:sp>
        <p:nvSpPr>
          <p:cNvPr id="1610" name="Google Shape;1610;g3d1afc4545f_0_2384"/>
          <p:cNvSpPr txBox="1"/>
          <p:nvPr/>
        </p:nvSpPr>
        <p:spPr>
          <a:xfrm>
            <a:off x="-1" y="6445547"/>
            <a:ext cx="5981100" cy="6465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chemeClr val="dk1"/>
              </a:buClr>
              <a:buSzPts val="1800"/>
              <a:buFont typeface="Arial"/>
              <a:buNone/>
            </a:pPr>
            <a:r>
              <a:rPr lang="en-US" sz="1800">
                <a:solidFill>
                  <a:schemeClr val="lt1"/>
                </a:solidFill>
                <a:latin typeface="Times New Roman"/>
                <a:ea typeface="Times New Roman"/>
                <a:cs typeface="Times New Roman"/>
                <a:sym typeface="Times New Roman"/>
              </a:rPr>
              <a:t>Applied Mathematics for Engineering [MIDTERM PROJECT]</a:t>
            </a:r>
            <a:br>
              <a:rPr b="0" i="0" lang="en-US" sz="1800" u="none" cap="none" strike="noStrike">
                <a:solidFill>
                  <a:schemeClr val="lt1"/>
                </a:solidFill>
                <a:latin typeface="Times New Roman"/>
                <a:ea typeface="Times New Roman"/>
                <a:cs typeface="Times New Roman"/>
                <a:sym typeface="Times New Roman"/>
              </a:rPr>
            </a:br>
            <a:r>
              <a:rPr b="0" i="0" lang="en-US" sz="1800" u="none" cap="none" strike="noStrike">
                <a:solidFill>
                  <a:schemeClr val="lt1"/>
                </a:solidFill>
                <a:latin typeface="Times New Roman"/>
                <a:ea typeface="Times New Roman"/>
                <a:cs typeface="Times New Roman"/>
                <a:sym typeface="Times New Roman"/>
              </a:rPr>
              <a:t>Ronit Dutta</a:t>
            </a:r>
            <a:endParaRPr b="0" i="0" sz="1800" u="none" cap="none" strike="noStrike">
              <a:solidFill>
                <a:schemeClr val="lt1"/>
              </a:solidFill>
              <a:latin typeface="Times New Roman"/>
              <a:ea typeface="Times New Roman"/>
              <a:cs typeface="Times New Roman"/>
              <a:sym typeface="Times New Roman"/>
            </a:endParaRPr>
          </a:p>
        </p:txBody>
      </p:sp>
      <p:pic>
        <p:nvPicPr>
          <p:cNvPr id="1611" name="Google Shape;1611;g3d1afc4545f_0_2384"/>
          <p:cNvPicPr preferRelativeResize="0"/>
          <p:nvPr/>
        </p:nvPicPr>
        <p:blipFill rotWithShape="1">
          <a:blip r:embed="rId6">
            <a:alphaModFix/>
          </a:blip>
          <a:srcRect b="0" l="0" r="0" t="0"/>
          <a:stretch/>
        </p:blipFill>
        <p:spPr>
          <a:xfrm>
            <a:off x="10579375" y="6476299"/>
            <a:ext cx="1500023" cy="585000"/>
          </a:xfrm>
          <a:prstGeom prst="rect">
            <a:avLst/>
          </a:prstGeom>
          <a:noFill/>
          <a:ln>
            <a:noFill/>
          </a:ln>
        </p:spPr>
      </p:pic>
      <p:pic>
        <p:nvPicPr>
          <p:cNvPr id="1612" name="Google Shape;1612;g3d1afc4545f_0_2384"/>
          <p:cNvPicPr preferRelativeResize="0"/>
          <p:nvPr/>
        </p:nvPicPr>
        <p:blipFill rotWithShape="1">
          <a:blip r:embed="rId4">
            <a:alphaModFix/>
          </a:blip>
          <a:srcRect b="0" l="0" r="0" t="0"/>
          <a:stretch/>
        </p:blipFill>
        <p:spPr>
          <a:xfrm>
            <a:off x="10590934" y="6330522"/>
            <a:ext cx="1499906" cy="585000"/>
          </a:xfrm>
          <a:prstGeom prst="rect">
            <a:avLst/>
          </a:prstGeom>
          <a:noFill/>
          <a:ln>
            <a:noFill/>
          </a:ln>
        </p:spPr>
      </p:pic>
      <p:sp>
        <p:nvSpPr>
          <p:cNvPr id="1613" name="Google Shape;1613;g3d1afc4545f_0_2384"/>
          <p:cNvSpPr txBox="1"/>
          <p:nvPr/>
        </p:nvSpPr>
        <p:spPr>
          <a:xfrm>
            <a:off x="-1" y="6288587"/>
            <a:ext cx="5981100" cy="3693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chemeClr val="dk1"/>
              </a:buClr>
              <a:buSzPts val="1800"/>
              <a:buFont typeface="Arial"/>
              <a:buNone/>
            </a:pPr>
            <a:r>
              <a:rPr b="0" i="0" lang="en-US" sz="1800" u="none" cap="none" strike="noStrike">
                <a:solidFill>
                  <a:schemeClr val="lt1"/>
                </a:solidFill>
                <a:latin typeface="Times New Roman"/>
                <a:ea typeface="Times New Roman"/>
                <a:cs typeface="Times New Roman"/>
                <a:sym typeface="Times New Roman"/>
              </a:rPr>
              <a:t>Term Paper Presentation | Ronit Dutta</a:t>
            </a:r>
            <a:endParaRPr b="0" i="0" sz="1800" u="none" cap="none" strike="noStrike">
              <a:solidFill>
                <a:schemeClr val="lt1"/>
              </a:solidFill>
              <a:latin typeface="Times New Roman"/>
              <a:ea typeface="Times New Roman"/>
              <a:cs typeface="Times New Roman"/>
              <a:sym typeface="Times New Roman"/>
            </a:endParaRPr>
          </a:p>
        </p:txBody>
      </p:sp>
      <p:pic>
        <p:nvPicPr>
          <p:cNvPr id="1614" name="Google Shape;1614;g3d1afc4545f_0_2384"/>
          <p:cNvPicPr preferRelativeResize="0"/>
          <p:nvPr/>
        </p:nvPicPr>
        <p:blipFill rotWithShape="1">
          <a:blip r:embed="rId4">
            <a:alphaModFix/>
          </a:blip>
          <a:srcRect b="0" l="0" r="0" t="0"/>
          <a:stretch/>
        </p:blipFill>
        <p:spPr>
          <a:xfrm>
            <a:off x="10590934" y="6330522"/>
            <a:ext cx="1499906" cy="585000"/>
          </a:xfrm>
          <a:prstGeom prst="rect">
            <a:avLst/>
          </a:prstGeom>
          <a:noFill/>
          <a:ln>
            <a:noFill/>
          </a:ln>
        </p:spPr>
      </p:pic>
      <p:sp>
        <p:nvSpPr>
          <p:cNvPr id="1615" name="Google Shape;1615;g3d1afc4545f_0_2384"/>
          <p:cNvSpPr txBox="1"/>
          <p:nvPr/>
        </p:nvSpPr>
        <p:spPr>
          <a:xfrm>
            <a:off x="-1" y="6288587"/>
            <a:ext cx="5981100" cy="3693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chemeClr val="dk1"/>
              </a:buClr>
              <a:buSzPts val="1800"/>
              <a:buFont typeface="Arial"/>
              <a:buNone/>
            </a:pPr>
            <a:r>
              <a:rPr b="0" i="0" lang="en-US" sz="1800" u="none" cap="none" strike="noStrike">
                <a:solidFill>
                  <a:schemeClr val="lt1"/>
                </a:solidFill>
                <a:latin typeface="Times New Roman"/>
                <a:ea typeface="Times New Roman"/>
                <a:cs typeface="Times New Roman"/>
                <a:sym typeface="Times New Roman"/>
              </a:rPr>
              <a:t>Term Paper Presentation | Ronit Dutta</a:t>
            </a:r>
            <a:endParaRPr b="0" i="0" sz="1800" u="none" cap="none" strike="noStrike">
              <a:solidFill>
                <a:schemeClr val="lt1"/>
              </a:solidFill>
              <a:latin typeface="Times New Roman"/>
              <a:ea typeface="Times New Roman"/>
              <a:cs typeface="Times New Roman"/>
              <a:sym typeface="Times New Roman"/>
            </a:endParaRPr>
          </a:p>
        </p:txBody>
      </p:sp>
      <p:pic>
        <p:nvPicPr>
          <p:cNvPr id="1616" name="Google Shape;1616;g3d1afc4545f_0_2384"/>
          <p:cNvPicPr preferRelativeResize="0"/>
          <p:nvPr/>
        </p:nvPicPr>
        <p:blipFill rotWithShape="1">
          <a:blip r:embed="rId4">
            <a:alphaModFix/>
          </a:blip>
          <a:srcRect b="0" l="0" r="0" t="0"/>
          <a:stretch/>
        </p:blipFill>
        <p:spPr>
          <a:xfrm>
            <a:off x="10590934" y="6330522"/>
            <a:ext cx="1499906" cy="585000"/>
          </a:xfrm>
          <a:prstGeom prst="rect">
            <a:avLst/>
          </a:prstGeom>
          <a:noFill/>
          <a:ln>
            <a:noFill/>
          </a:ln>
        </p:spPr>
      </p:pic>
      <p:sp>
        <p:nvSpPr>
          <p:cNvPr id="1617" name="Google Shape;1617;g3d1afc4545f_0_2384"/>
          <p:cNvSpPr txBox="1"/>
          <p:nvPr/>
        </p:nvSpPr>
        <p:spPr>
          <a:xfrm>
            <a:off x="-1" y="6288587"/>
            <a:ext cx="5981100" cy="6465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chemeClr val="dk1"/>
              </a:buClr>
              <a:buSzPts val="1800"/>
              <a:buFont typeface="Arial"/>
              <a:buNone/>
            </a:pPr>
            <a:r>
              <a:rPr b="0" i="0" lang="en-US" sz="1800" u="none" cap="none" strike="noStrike">
                <a:solidFill>
                  <a:schemeClr val="lt1"/>
                </a:solidFill>
                <a:latin typeface="Times New Roman"/>
                <a:ea typeface="Times New Roman"/>
                <a:cs typeface="Times New Roman"/>
                <a:sym typeface="Times New Roman"/>
              </a:rPr>
              <a:t>Machine Learning Professional</a:t>
            </a:r>
            <a:br>
              <a:rPr b="0" i="0" lang="en-US" sz="1800" u="none" cap="none" strike="noStrike">
                <a:solidFill>
                  <a:schemeClr val="lt1"/>
                </a:solidFill>
                <a:latin typeface="Times New Roman"/>
                <a:ea typeface="Times New Roman"/>
                <a:cs typeface="Times New Roman"/>
                <a:sym typeface="Times New Roman"/>
              </a:rPr>
            </a:br>
            <a:r>
              <a:rPr b="0" i="0" lang="en-US" sz="1800" u="none" cap="none" strike="noStrike">
                <a:solidFill>
                  <a:schemeClr val="lt1"/>
                </a:solidFill>
                <a:latin typeface="Times New Roman"/>
                <a:ea typeface="Times New Roman"/>
                <a:cs typeface="Times New Roman"/>
                <a:sym typeface="Times New Roman"/>
              </a:rPr>
              <a:t>Project Presentation</a:t>
            </a:r>
            <a:endParaRPr b="0" i="0" sz="1800" u="none" cap="none" strike="noStrike">
              <a:solidFill>
                <a:schemeClr val="lt1"/>
              </a:solidFill>
              <a:latin typeface="Times New Roman"/>
              <a:ea typeface="Times New Roman"/>
              <a:cs typeface="Times New Roman"/>
              <a:sym typeface="Times New Roman"/>
            </a:endParaRPr>
          </a:p>
        </p:txBody>
      </p:sp>
      <p:pic>
        <p:nvPicPr>
          <p:cNvPr id="1618" name="Google Shape;1618;g3d1afc4545f_0_2384"/>
          <p:cNvPicPr preferRelativeResize="0"/>
          <p:nvPr/>
        </p:nvPicPr>
        <p:blipFill rotWithShape="1">
          <a:blip r:embed="rId6">
            <a:alphaModFix/>
          </a:blip>
          <a:srcRect b="0" l="0" r="0" t="0"/>
          <a:stretch/>
        </p:blipFill>
        <p:spPr>
          <a:xfrm>
            <a:off x="10590875" y="6341462"/>
            <a:ext cx="1500023" cy="585000"/>
          </a:xfrm>
          <a:prstGeom prst="rect">
            <a:avLst/>
          </a:prstGeom>
          <a:noFill/>
          <a:ln>
            <a:noFill/>
          </a:ln>
        </p:spPr>
      </p:pic>
      <p:sp>
        <p:nvSpPr>
          <p:cNvPr id="1619" name="Google Shape;1619;g3d1afc4545f_0_2384"/>
          <p:cNvSpPr txBox="1"/>
          <p:nvPr/>
        </p:nvSpPr>
        <p:spPr>
          <a:xfrm>
            <a:off x="-1" y="6288587"/>
            <a:ext cx="5981100" cy="6465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chemeClr val="dk1"/>
              </a:buClr>
              <a:buSzPts val="1800"/>
              <a:buFont typeface="Arial"/>
              <a:buNone/>
            </a:pPr>
            <a:r>
              <a:rPr b="0" i="0" lang="en-US" sz="1800" u="none" cap="none" strike="noStrike">
                <a:solidFill>
                  <a:schemeClr val="lt1"/>
                </a:solidFill>
                <a:latin typeface="Times New Roman"/>
                <a:ea typeface="Times New Roman"/>
                <a:cs typeface="Times New Roman"/>
                <a:sym typeface="Times New Roman"/>
              </a:rPr>
              <a:t>Machine Learning Professional</a:t>
            </a:r>
            <a:br>
              <a:rPr b="0" i="0" lang="en-US" sz="1800" u="none" cap="none" strike="noStrike">
                <a:solidFill>
                  <a:schemeClr val="lt1"/>
                </a:solidFill>
                <a:latin typeface="Times New Roman"/>
                <a:ea typeface="Times New Roman"/>
                <a:cs typeface="Times New Roman"/>
                <a:sym typeface="Times New Roman"/>
              </a:rPr>
            </a:br>
            <a:r>
              <a:rPr b="0" i="0" lang="en-US" sz="1800" u="none" cap="none" strike="noStrike">
                <a:solidFill>
                  <a:schemeClr val="lt1"/>
                </a:solidFill>
                <a:latin typeface="Times New Roman"/>
                <a:ea typeface="Times New Roman"/>
                <a:cs typeface="Times New Roman"/>
                <a:sym typeface="Times New Roman"/>
              </a:rPr>
              <a:t>Project Presentation</a:t>
            </a:r>
            <a:endParaRPr b="0" i="0" sz="1800" u="none" cap="none" strike="noStrike">
              <a:solidFill>
                <a:schemeClr val="lt1"/>
              </a:solidFill>
              <a:latin typeface="Times New Roman"/>
              <a:ea typeface="Times New Roman"/>
              <a:cs typeface="Times New Roman"/>
              <a:sym typeface="Times New Roman"/>
            </a:endParaRPr>
          </a:p>
        </p:txBody>
      </p:sp>
      <p:pic>
        <p:nvPicPr>
          <p:cNvPr id="1620" name="Google Shape;1620;g3d1afc4545f_0_2384"/>
          <p:cNvPicPr preferRelativeResize="0"/>
          <p:nvPr/>
        </p:nvPicPr>
        <p:blipFill rotWithShape="1">
          <a:blip r:embed="rId6">
            <a:alphaModFix/>
          </a:blip>
          <a:srcRect b="0" l="0" r="0" t="0"/>
          <a:stretch/>
        </p:blipFill>
        <p:spPr>
          <a:xfrm>
            <a:off x="10590875" y="6330524"/>
            <a:ext cx="1500023" cy="585000"/>
          </a:xfrm>
          <a:prstGeom prst="rect">
            <a:avLst/>
          </a:prstGeom>
          <a:noFill/>
          <a:ln>
            <a:noFill/>
          </a:ln>
        </p:spPr>
      </p:pic>
      <p:sp>
        <p:nvSpPr>
          <p:cNvPr id="1621" name="Google Shape;1621;g3d1afc4545f_0_2384"/>
          <p:cNvSpPr txBox="1"/>
          <p:nvPr/>
        </p:nvSpPr>
        <p:spPr>
          <a:xfrm>
            <a:off x="-1" y="6234672"/>
            <a:ext cx="5981100" cy="6465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chemeClr val="dk1"/>
              </a:buClr>
              <a:buSzPts val="1800"/>
              <a:buFont typeface="Arial"/>
              <a:buNone/>
            </a:pPr>
            <a:r>
              <a:rPr b="0" i="0" lang="en-US" sz="1800" u="none" cap="none" strike="noStrike">
                <a:solidFill>
                  <a:schemeClr val="lt1"/>
                </a:solidFill>
                <a:latin typeface="Times New Roman"/>
                <a:ea typeface="Times New Roman"/>
                <a:cs typeface="Times New Roman"/>
                <a:sym typeface="Times New Roman"/>
              </a:rPr>
              <a:t>Machine Learning Professional</a:t>
            </a:r>
            <a:br>
              <a:rPr b="0" i="0" lang="en-US" sz="1800" u="none" cap="none" strike="noStrike">
                <a:solidFill>
                  <a:schemeClr val="lt1"/>
                </a:solidFill>
                <a:latin typeface="Times New Roman"/>
                <a:ea typeface="Times New Roman"/>
                <a:cs typeface="Times New Roman"/>
                <a:sym typeface="Times New Roman"/>
              </a:rPr>
            </a:br>
            <a:r>
              <a:rPr b="0" i="0" lang="en-US" sz="1800" u="none" cap="none" strike="noStrike">
                <a:solidFill>
                  <a:schemeClr val="lt1"/>
                </a:solidFill>
                <a:latin typeface="Times New Roman"/>
                <a:ea typeface="Times New Roman"/>
                <a:cs typeface="Times New Roman"/>
                <a:sym typeface="Times New Roman"/>
              </a:rPr>
              <a:t>Project Presentation</a:t>
            </a:r>
            <a:endParaRPr b="0" i="0" sz="1800" u="none" cap="none" strike="noStrike">
              <a:solidFill>
                <a:schemeClr val="lt1"/>
              </a:solidFill>
              <a:latin typeface="Times New Roman"/>
              <a:ea typeface="Times New Roman"/>
              <a:cs typeface="Times New Roman"/>
              <a:sym typeface="Times New Roman"/>
            </a:endParaRPr>
          </a:p>
        </p:txBody>
      </p:sp>
      <p:pic>
        <p:nvPicPr>
          <p:cNvPr id="1622" name="Google Shape;1622;g3d1afc4545f_0_2384"/>
          <p:cNvPicPr preferRelativeResize="0"/>
          <p:nvPr/>
        </p:nvPicPr>
        <p:blipFill rotWithShape="1">
          <a:blip r:embed="rId6">
            <a:alphaModFix/>
          </a:blip>
          <a:srcRect b="0" l="0" r="0" t="0"/>
          <a:stretch/>
        </p:blipFill>
        <p:spPr>
          <a:xfrm>
            <a:off x="10590875" y="6330524"/>
            <a:ext cx="1500023" cy="585000"/>
          </a:xfrm>
          <a:prstGeom prst="rect">
            <a:avLst/>
          </a:prstGeom>
          <a:noFill/>
          <a:ln>
            <a:noFill/>
          </a:ln>
        </p:spPr>
      </p:pic>
      <p:sp>
        <p:nvSpPr>
          <p:cNvPr id="1623" name="Google Shape;1623;g3d1afc4545f_0_2384"/>
          <p:cNvSpPr txBox="1"/>
          <p:nvPr/>
        </p:nvSpPr>
        <p:spPr>
          <a:xfrm>
            <a:off x="-1" y="6234672"/>
            <a:ext cx="5981100" cy="6465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chemeClr val="dk1"/>
              </a:buClr>
              <a:buSzPts val="1800"/>
              <a:buFont typeface="Arial"/>
              <a:buNone/>
            </a:pPr>
            <a:r>
              <a:rPr b="0" i="0" lang="en-US" sz="1800" u="none" cap="none" strike="noStrike">
                <a:solidFill>
                  <a:schemeClr val="lt1"/>
                </a:solidFill>
                <a:latin typeface="Times New Roman"/>
                <a:ea typeface="Times New Roman"/>
                <a:cs typeface="Times New Roman"/>
                <a:sym typeface="Times New Roman"/>
              </a:rPr>
              <a:t>Machine Learning Professional</a:t>
            </a:r>
            <a:br>
              <a:rPr b="0" i="0" lang="en-US" sz="1800" u="none" cap="none" strike="noStrike">
                <a:solidFill>
                  <a:schemeClr val="lt1"/>
                </a:solidFill>
                <a:latin typeface="Times New Roman"/>
                <a:ea typeface="Times New Roman"/>
                <a:cs typeface="Times New Roman"/>
                <a:sym typeface="Times New Roman"/>
              </a:rPr>
            </a:br>
            <a:r>
              <a:rPr b="0" i="0" lang="en-US" sz="1800" u="none" cap="none" strike="noStrike">
                <a:solidFill>
                  <a:schemeClr val="lt1"/>
                </a:solidFill>
                <a:latin typeface="Times New Roman"/>
                <a:ea typeface="Times New Roman"/>
                <a:cs typeface="Times New Roman"/>
                <a:sym typeface="Times New Roman"/>
              </a:rPr>
              <a:t>Project Presentation</a:t>
            </a:r>
            <a:endParaRPr b="0" i="0" sz="1800" u="none" cap="none" strike="noStrike">
              <a:solidFill>
                <a:schemeClr val="lt1"/>
              </a:solidFill>
              <a:latin typeface="Times New Roman"/>
              <a:ea typeface="Times New Roman"/>
              <a:cs typeface="Times New Roman"/>
              <a:sym typeface="Times New Roman"/>
            </a:endParaRPr>
          </a:p>
        </p:txBody>
      </p:sp>
      <p:pic>
        <p:nvPicPr>
          <p:cNvPr id="1624" name="Google Shape;1624;g3d1afc4545f_0_2384"/>
          <p:cNvPicPr preferRelativeResize="0"/>
          <p:nvPr/>
        </p:nvPicPr>
        <p:blipFill rotWithShape="1">
          <a:blip r:embed="rId6">
            <a:alphaModFix/>
          </a:blip>
          <a:srcRect b="0" l="0" r="0" t="0"/>
          <a:stretch/>
        </p:blipFill>
        <p:spPr>
          <a:xfrm>
            <a:off x="10590875" y="6330524"/>
            <a:ext cx="1500023" cy="585000"/>
          </a:xfrm>
          <a:prstGeom prst="rect">
            <a:avLst/>
          </a:prstGeom>
          <a:noFill/>
          <a:ln>
            <a:noFill/>
          </a:ln>
        </p:spPr>
      </p:pic>
      <p:sp>
        <p:nvSpPr>
          <p:cNvPr id="1625" name="Google Shape;1625;g3d1afc4545f_0_2384"/>
          <p:cNvSpPr txBox="1"/>
          <p:nvPr/>
        </p:nvSpPr>
        <p:spPr>
          <a:xfrm>
            <a:off x="-1" y="6234672"/>
            <a:ext cx="5981100" cy="6465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chemeClr val="dk1"/>
              </a:buClr>
              <a:buSzPts val="1800"/>
              <a:buFont typeface="Arial"/>
              <a:buNone/>
            </a:pPr>
            <a:r>
              <a:rPr b="0" i="0" lang="en-US" sz="1800" u="none" cap="none" strike="noStrike">
                <a:solidFill>
                  <a:schemeClr val="lt1"/>
                </a:solidFill>
                <a:latin typeface="Times New Roman"/>
                <a:ea typeface="Times New Roman"/>
                <a:cs typeface="Times New Roman"/>
                <a:sym typeface="Times New Roman"/>
              </a:rPr>
              <a:t>Nanoelectronics - Seminar Presentation</a:t>
            </a:r>
            <a:br>
              <a:rPr b="0" i="0" lang="en-US" sz="1800" u="none" cap="none" strike="noStrike">
                <a:solidFill>
                  <a:schemeClr val="lt1"/>
                </a:solidFill>
                <a:latin typeface="Times New Roman"/>
                <a:ea typeface="Times New Roman"/>
                <a:cs typeface="Times New Roman"/>
                <a:sym typeface="Times New Roman"/>
              </a:rPr>
            </a:br>
            <a:r>
              <a:rPr b="0" i="0" lang="en-US" sz="1800" u="none" cap="none" strike="noStrike">
                <a:solidFill>
                  <a:schemeClr val="lt1"/>
                </a:solidFill>
                <a:latin typeface="Times New Roman"/>
                <a:ea typeface="Times New Roman"/>
                <a:cs typeface="Times New Roman"/>
                <a:sym typeface="Times New Roman"/>
              </a:rPr>
              <a:t>Ronit Dutta</a:t>
            </a:r>
            <a:endParaRPr b="0" i="0" sz="1800" u="none" cap="none" strike="noStrike">
              <a:solidFill>
                <a:schemeClr val="lt1"/>
              </a:solidFill>
              <a:latin typeface="Times New Roman"/>
              <a:ea typeface="Times New Roman"/>
              <a:cs typeface="Times New Roman"/>
              <a:sym typeface="Times New Roman"/>
            </a:endParaRPr>
          </a:p>
        </p:txBody>
      </p:sp>
      <p:pic>
        <p:nvPicPr>
          <p:cNvPr id="1626" name="Google Shape;1626;g3d1afc4545f_0_2384"/>
          <p:cNvPicPr preferRelativeResize="0"/>
          <p:nvPr/>
        </p:nvPicPr>
        <p:blipFill rotWithShape="1">
          <a:blip r:embed="rId6">
            <a:alphaModFix/>
          </a:blip>
          <a:srcRect b="0" l="0" r="0" t="0"/>
          <a:stretch/>
        </p:blipFill>
        <p:spPr>
          <a:xfrm>
            <a:off x="10590875" y="6330524"/>
            <a:ext cx="1500023" cy="585000"/>
          </a:xfrm>
          <a:prstGeom prst="rect">
            <a:avLst/>
          </a:prstGeom>
          <a:noFill/>
          <a:ln>
            <a:noFill/>
          </a:ln>
        </p:spPr>
      </p:pic>
      <p:pic>
        <p:nvPicPr>
          <p:cNvPr id="1627" name="Google Shape;1627;g3d1afc4545f_0_2384"/>
          <p:cNvPicPr preferRelativeResize="0"/>
          <p:nvPr/>
        </p:nvPicPr>
        <p:blipFill rotWithShape="1">
          <a:blip r:embed="rId4">
            <a:alphaModFix/>
          </a:blip>
          <a:srcRect b="0" l="0" r="0" t="0"/>
          <a:stretch/>
        </p:blipFill>
        <p:spPr>
          <a:xfrm>
            <a:off x="10590934" y="6330522"/>
            <a:ext cx="1499906" cy="585000"/>
          </a:xfrm>
          <a:prstGeom prst="rect">
            <a:avLst/>
          </a:prstGeom>
          <a:noFill/>
          <a:ln>
            <a:noFill/>
          </a:ln>
        </p:spPr>
      </p:pic>
      <p:sp>
        <p:nvSpPr>
          <p:cNvPr id="1628" name="Google Shape;1628;g3d1afc4545f_0_2384"/>
          <p:cNvSpPr txBox="1"/>
          <p:nvPr/>
        </p:nvSpPr>
        <p:spPr>
          <a:xfrm>
            <a:off x="-1" y="6288587"/>
            <a:ext cx="5981100" cy="3693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chemeClr val="dk1"/>
              </a:buClr>
              <a:buSzPts val="1800"/>
              <a:buFont typeface="Arial"/>
              <a:buNone/>
            </a:pPr>
            <a:r>
              <a:rPr b="0" i="0" lang="en-US" sz="1800" u="none" cap="none" strike="noStrike">
                <a:solidFill>
                  <a:schemeClr val="lt1"/>
                </a:solidFill>
                <a:latin typeface="Times New Roman"/>
                <a:ea typeface="Times New Roman"/>
                <a:cs typeface="Times New Roman"/>
                <a:sym typeface="Times New Roman"/>
              </a:rPr>
              <a:t>Term Paper Presentation | Ronit Dutta</a:t>
            </a:r>
            <a:endParaRPr b="0" i="0" sz="1800" u="none" cap="none" strike="noStrike">
              <a:solidFill>
                <a:schemeClr val="lt1"/>
              </a:solidFill>
              <a:latin typeface="Times New Roman"/>
              <a:ea typeface="Times New Roman"/>
              <a:cs typeface="Times New Roman"/>
              <a:sym typeface="Times New Roman"/>
            </a:endParaRPr>
          </a:p>
        </p:txBody>
      </p:sp>
      <p:pic>
        <p:nvPicPr>
          <p:cNvPr id="1629" name="Google Shape;1629;g3d1afc4545f_0_2384"/>
          <p:cNvPicPr preferRelativeResize="0"/>
          <p:nvPr/>
        </p:nvPicPr>
        <p:blipFill rotWithShape="1">
          <a:blip r:embed="rId4">
            <a:alphaModFix/>
          </a:blip>
          <a:srcRect b="0" l="0" r="0" t="0"/>
          <a:stretch/>
        </p:blipFill>
        <p:spPr>
          <a:xfrm>
            <a:off x="10590934" y="6330522"/>
            <a:ext cx="1499906" cy="585000"/>
          </a:xfrm>
          <a:prstGeom prst="rect">
            <a:avLst/>
          </a:prstGeom>
          <a:noFill/>
          <a:ln>
            <a:noFill/>
          </a:ln>
        </p:spPr>
      </p:pic>
      <p:sp>
        <p:nvSpPr>
          <p:cNvPr id="1630" name="Google Shape;1630;g3d1afc4545f_0_2384"/>
          <p:cNvSpPr txBox="1"/>
          <p:nvPr/>
        </p:nvSpPr>
        <p:spPr>
          <a:xfrm>
            <a:off x="-1" y="6288587"/>
            <a:ext cx="5981100" cy="3693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chemeClr val="dk1"/>
              </a:buClr>
              <a:buSzPts val="1800"/>
              <a:buFont typeface="Arial"/>
              <a:buNone/>
            </a:pPr>
            <a:r>
              <a:rPr b="0" i="0" lang="en-US" sz="1800" u="none" cap="none" strike="noStrike">
                <a:solidFill>
                  <a:schemeClr val="lt1"/>
                </a:solidFill>
                <a:latin typeface="Times New Roman"/>
                <a:ea typeface="Times New Roman"/>
                <a:cs typeface="Times New Roman"/>
                <a:sym typeface="Times New Roman"/>
              </a:rPr>
              <a:t>Term Paper Presentation | Ronit Dutta</a:t>
            </a:r>
            <a:endParaRPr b="0" i="0" sz="1800" u="none" cap="none" strike="noStrike">
              <a:solidFill>
                <a:schemeClr val="lt1"/>
              </a:solidFill>
              <a:latin typeface="Times New Roman"/>
              <a:ea typeface="Times New Roman"/>
              <a:cs typeface="Times New Roman"/>
              <a:sym typeface="Times New Roman"/>
            </a:endParaRPr>
          </a:p>
        </p:txBody>
      </p:sp>
      <p:pic>
        <p:nvPicPr>
          <p:cNvPr id="1631" name="Google Shape;1631;g3d1afc4545f_0_2384"/>
          <p:cNvPicPr preferRelativeResize="0"/>
          <p:nvPr/>
        </p:nvPicPr>
        <p:blipFill rotWithShape="1">
          <a:blip r:embed="rId4">
            <a:alphaModFix/>
          </a:blip>
          <a:srcRect b="0" l="0" r="0" t="0"/>
          <a:stretch/>
        </p:blipFill>
        <p:spPr>
          <a:xfrm>
            <a:off x="10590934" y="6330522"/>
            <a:ext cx="1499906" cy="585000"/>
          </a:xfrm>
          <a:prstGeom prst="rect">
            <a:avLst/>
          </a:prstGeom>
          <a:noFill/>
          <a:ln>
            <a:noFill/>
          </a:ln>
        </p:spPr>
      </p:pic>
      <p:sp>
        <p:nvSpPr>
          <p:cNvPr id="1632" name="Google Shape;1632;g3d1afc4545f_0_2384"/>
          <p:cNvSpPr txBox="1"/>
          <p:nvPr/>
        </p:nvSpPr>
        <p:spPr>
          <a:xfrm>
            <a:off x="-1" y="6288587"/>
            <a:ext cx="5981100" cy="6465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chemeClr val="dk1"/>
              </a:buClr>
              <a:buSzPts val="1800"/>
              <a:buFont typeface="Arial"/>
              <a:buNone/>
            </a:pPr>
            <a:r>
              <a:rPr b="0" i="0" lang="en-US" sz="1800" u="none" cap="none" strike="noStrike">
                <a:solidFill>
                  <a:schemeClr val="lt1"/>
                </a:solidFill>
                <a:latin typeface="Times New Roman"/>
                <a:ea typeface="Times New Roman"/>
                <a:cs typeface="Times New Roman"/>
                <a:sym typeface="Times New Roman"/>
              </a:rPr>
              <a:t>Machine Learning Professional</a:t>
            </a:r>
            <a:br>
              <a:rPr b="0" i="0" lang="en-US" sz="1800" u="none" cap="none" strike="noStrike">
                <a:solidFill>
                  <a:schemeClr val="lt1"/>
                </a:solidFill>
                <a:latin typeface="Times New Roman"/>
                <a:ea typeface="Times New Roman"/>
                <a:cs typeface="Times New Roman"/>
                <a:sym typeface="Times New Roman"/>
              </a:rPr>
            </a:br>
            <a:r>
              <a:rPr b="0" i="0" lang="en-US" sz="1800" u="none" cap="none" strike="noStrike">
                <a:solidFill>
                  <a:schemeClr val="lt1"/>
                </a:solidFill>
                <a:latin typeface="Times New Roman"/>
                <a:ea typeface="Times New Roman"/>
                <a:cs typeface="Times New Roman"/>
                <a:sym typeface="Times New Roman"/>
              </a:rPr>
              <a:t>Project Presentation</a:t>
            </a:r>
            <a:endParaRPr b="0" i="0" sz="1800" u="none" cap="none" strike="noStrike">
              <a:solidFill>
                <a:schemeClr val="lt1"/>
              </a:solidFill>
              <a:latin typeface="Times New Roman"/>
              <a:ea typeface="Times New Roman"/>
              <a:cs typeface="Times New Roman"/>
              <a:sym typeface="Times New Roman"/>
            </a:endParaRPr>
          </a:p>
        </p:txBody>
      </p:sp>
      <p:pic>
        <p:nvPicPr>
          <p:cNvPr id="1633" name="Google Shape;1633;g3d1afc4545f_0_2384"/>
          <p:cNvPicPr preferRelativeResize="0"/>
          <p:nvPr/>
        </p:nvPicPr>
        <p:blipFill rotWithShape="1">
          <a:blip r:embed="rId6">
            <a:alphaModFix/>
          </a:blip>
          <a:srcRect b="0" l="0" r="0" t="0"/>
          <a:stretch/>
        </p:blipFill>
        <p:spPr>
          <a:xfrm>
            <a:off x="10590875" y="6341462"/>
            <a:ext cx="1500023" cy="585000"/>
          </a:xfrm>
          <a:prstGeom prst="rect">
            <a:avLst/>
          </a:prstGeom>
          <a:noFill/>
          <a:ln>
            <a:noFill/>
          </a:ln>
        </p:spPr>
      </p:pic>
      <p:sp>
        <p:nvSpPr>
          <p:cNvPr id="1634" name="Google Shape;1634;g3d1afc4545f_0_2384"/>
          <p:cNvSpPr txBox="1"/>
          <p:nvPr/>
        </p:nvSpPr>
        <p:spPr>
          <a:xfrm>
            <a:off x="-1" y="6288587"/>
            <a:ext cx="5981100" cy="6465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chemeClr val="dk1"/>
              </a:buClr>
              <a:buSzPts val="1800"/>
              <a:buFont typeface="Arial"/>
              <a:buNone/>
            </a:pPr>
            <a:r>
              <a:rPr b="0" i="0" lang="en-US" sz="1800" u="none" cap="none" strike="noStrike">
                <a:solidFill>
                  <a:schemeClr val="lt1"/>
                </a:solidFill>
                <a:latin typeface="Times New Roman"/>
                <a:ea typeface="Times New Roman"/>
                <a:cs typeface="Times New Roman"/>
                <a:sym typeface="Times New Roman"/>
              </a:rPr>
              <a:t>Machine Learning Professional</a:t>
            </a:r>
            <a:br>
              <a:rPr b="0" i="0" lang="en-US" sz="1800" u="none" cap="none" strike="noStrike">
                <a:solidFill>
                  <a:schemeClr val="lt1"/>
                </a:solidFill>
                <a:latin typeface="Times New Roman"/>
                <a:ea typeface="Times New Roman"/>
                <a:cs typeface="Times New Roman"/>
                <a:sym typeface="Times New Roman"/>
              </a:rPr>
            </a:br>
            <a:r>
              <a:rPr b="0" i="0" lang="en-US" sz="1800" u="none" cap="none" strike="noStrike">
                <a:solidFill>
                  <a:schemeClr val="lt1"/>
                </a:solidFill>
                <a:latin typeface="Times New Roman"/>
                <a:ea typeface="Times New Roman"/>
                <a:cs typeface="Times New Roman"/>
                <a:sym typeface="Times New Roman"/>
              </a:rPr>
              <a:t>Project Presentation</a:t>
            </a:r>
            <a:endParaRPr b="0" i="0" sz="1800" u="none" cap="none" strike="noStrike">
              <a:solidFill>
                <a:schemeClr val="lt1"/>
              </a:solidFill>
              <a:latin typeface="Times New Roman"/>
              <a:ea typeface="Times New Roman"/>
              <a:cs typeface="Times New Roman"/>
              <a:sym typeface="Times New Roman"/>
            </a:endParaRPr>
          </a:p>
        </p:txBody>
      </p:sp>
      <p:pic>
        <p:nvPicPr>
          <p:cNvPr id="1635" name="Google Shape;1635;g3d1afc4545f_0_2384"/>
          <p:cNvPicPr preferRelativeResize="0"/>
          <p:nvPr/>
        </p:nvPicPr>
        <p:blipFill rotWithShape="1">
          <a:blip r:embed="rId6">
            <a:alphaModFix/>
          </a:blip>
          <a:srcRect b="0" l="0" r="0" t="0"/>
          <a:stretch/>
        </p:blipFill>
        <p:spPr>
          <a:xfrm>
            <a:off x="10590875" y="6330524"/>
            <a:ext cx="1500023" cy="585000"/>
          </a:xfrm>
          <a:prstGeom prst="rect">
            <a:avLst/>
          </a:prstGeom>
          <a:noFill/>
          <a:ln>
            <a:noFill/>
          </a:ln>
        </p:spPr>
      </p:pic>
      <p:sp>
        <p:nvSpPr>
          <p:cNvPr id="1636" name="Google Shape;1636;g3d1afc4545f_0_2384"/>
          <p:cNvSpPr txBox="1"/>
          <p:nvPr/>
        </p:nvSpPr>
        <p:spPr>
          <a:xfrm>
            <a:off x="-1" y="6234672"/>
            <a:ext cx="5981100" cy="6465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chemeClr val="dk1"/>
              </a:buClr>
              <a:buSzPts val="1800"/>
              <a:buFont typeface="Arial"/>
              <a:buNone/>
            </a:pPr>
            <a:r>
              <a:rPr b="0" i="0" lang="en-US" sz="1800" u="none" cap="none" strike="noStrike">
                <a:solidFill>
                  <a:schemeClr val="lt1"/>
                </a:solidFill>
                <a:latin typeface="Times New Roman"/>
                <a:ea typeface="Times New Roman"/>
                <a:cs typeface="Times New Roman"/>
                <a:sym typeface="Times New Roman"/>
              </a:rPr>
              <a:t>Machine Learning Professional</a:t>
            </a:r>
            <a:br>
              <a:rPr b="0" i="0" lang="en-US" sz="1800" u="none" cap="none" strike="noStrike">
                <a:solidFill>
                  <a:schemeClr val="lt1"/>
                </a:solidFill>
                <a:latin typeface="Times New Roman"/>
                <a:ea typeface="Times New Roman"/>
                <a:cs typeface="Times New Roman"/>
                <a:sym typeface="Times New Roman"/>
              </a:rPr>
            </a:br>
            <a:r>
              <a:rPr b="0" i="0" lang="en-US" sz="1800" u="none" cap="none" strike="noStrike">
                <a:solidFill>
                  <a:schemeClr val="lt1"/>
                </a:solidFill>
                <a:latin typeface="Times New Roman"/>
                <a:ea typeface="Times New Roman"/>
                <a:cs typeface="Times New Roman"/>
                <a:sym typeface="Times New Roman"/>
              </a:rPr>
              <a:t>Project Presentation</a:t>
            </a:r>
            <a:endParaRPr b="0" i="0" sz="1800" u="none" cap="none" strike="noStrike">
              <a:solidFill>
                <a:schemeClr val="lt1"/>
              </a:solidFill>
              <a:latin typeface="Times New Roman"/>
              <a:ea typeface="Times New Roman"/>
              <a:cs typeface="Times New Roman"/>
              <a:sym typeface="Times New Roman"/>
            </a:endParaRPr>
          </a:p>
        </p:txBody>
      </p:sp>
      <p:pic>
        <p:nvPicPr>
          <p:cNvPr id="1637" name="Google Shape;1637;g3d1afc4545f_0_2384"/>
          <p:cNvPicPr preferRelativeResize="0"/>
          <p:nvPr/>
        </p:nvPicPr>
        <p:blipFill rotWithShape="1">
          <a:blip r:embed="rId6">
            <a:alphaModFix/>
          </a:blip>
          <a:srcRect b="0" l="0" r="0" t="0"/>
          <a:stretch/>
        </p:blipFill>
        <p:spPr>
          <a:xfrm>
            <a:off x="10590875" y="6330524"/>
            <a:ext cx="1500023" cy="585000"/>
          </a:xfrm>
          <a:prstGeom prst="rect">
            <a:avLst/>
          </a:prstGeom>
          <a:noFill/>
          <a:ln>
            <a:noFill/>
          </a:ln>
        </p:spPr>
      </p:pic>
      <p:sp>
        <p:nvSpPr>
          <p:cNvPr id="1638" name="Google Shape;1638;g3d1afc4545f_0_2384"/>
          <p:cNvSpPr txBox="1"/>
          <p:nvPr/>
        </p:nvSpPr>
        <p:spPr>
          <a:xfrm>
            <a:off x="-1" y="6234672"/>
            <a:ext cx="5981100" cy="6465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chemeClr val="dk1"/>
              </a:buClr>
              <a:buSzPts val="1800"/>
              <a:buFont typeface="Arial"/>
              <a:buNone/>
            </a:pPr>
            <a:r>
              <a:rPr b="0" i="0" lang="en-US" sz="1800" u="none" cap="none" strike="noStrike">
                <a:solidFill>
                  <a:schemeClr val="lt1"/>
                </a:solidFill>
                <a:latin typeface="Times New Roman"/>
                <a:ea typeface="Times New Roman"/>
                <a:cs typeface="Times New Roman"/>
                <a:sym typeface="Times New Roman"/>
              </a:rPr>
              <a:t>Machine Learning Professional</a:t>
            </a:r>
            <a:br>
              <a:rPr b="0" i="0" lang="en-US" sz="1800" u="none" cap="none" strike="noStrike">
                <a:solidFill>
                  <a:schemeClr val="lt1"/>
                </a:solidFill>
                <a:latin typeface="Times New Roman"/>
                <a:ea typeface="Times New Roman"/>
                <a:cs typeface="Times New Roman"/>
                <a:sym typeface="Times New Roman"/>
              </a:rPr>
            </a:br>
            <a:r>
              <a:rPr b="0" i="0" lang="en-US" sz="1800" u="none" cap="none" strike="noStrike">
                <a:solidFill>
                  <a:schemeClr val="lt1"/>
                </a:solidFill>
                <a:latin typeface="Times New Roman"/>
                <a:ea typeface="Times New Roman"/>
                <a:cs typeface="Times New Roman"/>
                <a:sym typeface="Times New Roman"/>
              </a:rPr>
              <a:t>Project Presentation</a:t>
            </a:r>
            <a:endParaRPr b="0" i="0" sz="1800" u="none" cap="none" strike="noStrike">
              <a:solidFill>
                <a:schemeClr val="lt1"/>
              </a:solidFill>
              <a:latin typeface="Times New Roman"/>
              <a:ea typeface="Times New Roman"/>
              <a:cs typeface="Times New Roman"/>
              <a:sym typeface="Times New Roman"/>
            </a:endParaRPr>
          </a:p>
        </p:txBody>
      </p:sp>
      <p:pic>
        <p:nvPicPr>
          <p:cNvPr id="1639" name="Google Shape;1639;g3d1afc4545f_0_2384"/>
          <p:cNvPicPr preferRelativeResize="0"/>
          <p:nvPr/>
        </p:nvPicPr>
        <p:blipFill rotWithShape="1">
          <a:blip r:embed="rId6">
            <a:alphaModFix/>
          </a:blip>
          <a:srcRect b="0" l="0" r="0" t="0"/>
          <a:stretch/>
        </p:blipFill>
        <p:spPr>
          <a:xfrm>
            <a:off x="10590875" y="6330524"/>
            <a:ext cx="1500023" cy="585000"/>
          </a:xfrm>
          <a:prstGeom prst="rect">
            <a:avLst/>
          </a:prstGeom>
          <a:noFill/>
          <a:ln>
            <a:noFill/>
          </a:ln>
        </p:spPr>
      </p:pic>
      <p:sp>
        <p:nvSpPr>
          <p:cNvPr id="1640" name="Google Shape;1640;g3d1afc4545f_0_2384"/>
          <p:cNvSpPr txBox="1"/>
          <p:nvPr/>
        </p:nvSpPr>
        <p:spPr>
          <a:xfrm>
            <a:off x="-1" y="6234672"/>
            <a:ext cx="5981100" cy="6465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chemeClr val="dk1"/>
              </a:buClr>
              <a:buSzPts val="1800"/>
              <a:buFont typeface="Arial"/>
              <a:buNone/>
            </a:pPr>
            <a:r>
              <a:rPr b="0" i="0" lang="en-US" sz="1800" u="none" cap="none" strike="noStrike">
                <a:solidFill>
                  <a:schemeClr val="lt1"/>
                </a:solidFill>
                <a:latin typeface="Times New Roman"/>
                <a:ea typeface="Times New Roman"/>
                <a:cs typeface="Times New Roman"/>
                <a:sym typeface="Times New Roman"/>
              </a:rPr>
              <a:t>Nanoelectronics - Seminar Presentation</a:t>
            </a:r>
            <a:br>
              <a:rPr b="0" i="0" lang="en-US" sz="1800" u="none" cap="none" strike="noStrike">
                <a:solidFill>
                  <a:schemeClr val="lt1"/>
                </a:solidFill>
                <a:latin typeface="Times New Roman"/>
                <a:ea typeface="Times New Roman"/>
                <a:cs typeface="Times New Roman"/>
                <a:sym typeface="Times New Roman"/>
              </a:rPr>
            </a:br>
            <a:r>
              <a:rPr b="0" i="0" lang="en-US" sz="1800" u="none" cap="none" strike="noStrike">
                <a:solidFill>
                  <a:schemeClr val="lt1"/>
                </a:solidFill>
                <a:latin typeface="Times New Roman"/>
                <a:ea typeface="Times New Roman"/>
                <a:cs typeface="Times New Roman"/>
                <a:sym typeface="Times New Roman"/>
              </a:rPr>
              <a:t>Ronit Dutta</a:t>
            </a:r>
            <a:endParaRPr b="0" i="0" sz="1800" u="none" cap="none" strike="noStrike">
              <a:solidFill>
                <a:schemeClr val="lt1"/>
              </a:solidFill>
              <a:latin typeface="Times New Roman"/>
              <a:ea typeface="Times New Roman"/>
              <a:cs typeface="Times New Roman"/>
              <a:sym typeface="Times New Roman"/>
            </a:endParaRPr>
          </a:p>
        </p:txBody>
      </p:sp>
      <p:pic>
        <p:nvPicPr>
          <p:cNvPr id="1641" name="Google Shape;1641;g3d1afc4545f_0_2384"/>
          <p:cNvPicPr preferRelativeResize="0"/>
          <p:nvPr/>
        </p:nvPicPr>
        <p:blipFill rotWithShape="1">
          <a:blip r:embed="rId6">
            <a:alphaModFix/>
          </a:blip>
          <a:srcRect b="0" l="0" r="0" t="0"/>
          <a:stretch/>
        </p:blipFill>
        <p:spPr>
          <a:xfrm>
            <a:off x="10590875" y="6330524"/>
            <a:ext cx="1500023" cy="585000"/>
          </a:xfrm>
          <a:prstGeom prst="rect">
            <a:avLst/>
          </a:prstGeom>
          <a:noFill/>
          <a:ln>
            <a:noFill/>
          </a:ln>
        </p:spPr>
      </p:pic>
      <p:pic>
        <p:nvPicPr>
          <p:cNvPr id="1642" name="Google Shape;1642;g3d1afc4545f_0_2384"/>
          <p:cNvPicPr preferRelativeResize="0"/>
          <p:nvPr/>
        </p:nvPicPr>
        <p:blipFill rotWithShape="1">
          <a:blip r:embed="rId10">
            <a:alphaModFix/>
          </a:blip>
          <a:srcRect b="0" l="0" r="0" t="0"/>
          <a:stretch/>
        </p:blipFill>
        <p:spPr>
          <a:xfrm>
            <a:off x="0" y="6234674"/>
            <a:ext cx="12192000" cy="1165875"/>
          </a:xfrm>
          <a:prstGeom prst="rect">
            <a:avLst/>
          </a:prstGeom>
          <a:noFill/>
          <a:ln>
            <a:noFill/>
          </a:ln>
        </p:spPr>
      </p:pic>
      <p:sp>
        <p:nvSpPr>
          <p:cNvPr id="1643" name="Google Shape;1643;g3d1afc4545f_0_2384"/>
          <p:cNvSpPr txBox="1"/>
          <p:nvPr/>
        </p:nvSpPr>
        <p:spPr>
          <a:xfrm>
            <a:off x="-1" y="6310697"/>
            <a:ext cx="5981100" cy="6465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chemeClr val="dk1"/>
              </a:buClr>
              <a:buSzPts val="1800"/>
              <a:buFont typeface="Arial"/>
              <a:buNone/>
            </a:pPr>
            <a:r>
              <a:rPr lang="en-US" sz="1800">
                <a:solidFill>
                  <a:schemeClr val="lt1"/>
                </a:solidFill>
                <a:latin typeface="Times New Roman"/>
                <a:ea typeface="Times New Roman"/>
                <a:cs typeface="Times New Roman"/>
                <a:sym typeface="Times New Roman"/>
              </a:rPr>
              <a:t>Applied Mathematics for Engineering [MIDTERM PROJECT]</a:t>
            </a:r>
            <a:br>
              <a:rPr b="0" i="0" lang="en-US" sz="1800" u="none" cap="none" strike="noStrike">
                <a:solidFill>
                  <a:schemeClr val="lt1"/>
                </a:solidFill>
                <a:latin typeface="Times New Roman"/>
                <a:ea typeface="Times New Roman"/>
                <a:cs typeface="Times New Roman"/>
                <a:sym typeface="Times New Roman"/>
              </a:rPr>
            </a:br>
            <a:r>
              <a:rPr b="0" i="0" lang="en-US" sz="1800" u="none" cap="none" strike="noStrike">
                <a:solidFill>
                  <a:schemeClr val="lt1"/>
                </a:solidFill>
                <a:latin typeface="Times New Roman"/>
                <a:ea typeface="Times New Roman"/>
                <a:cs typeface="Times New Roman"/>
                <a:sym typeface="Times New Roman"/>
              </a:rPr>
              <a:t>Ronit Dutta</a:t>
            </a:r>
            <a:endParaRPr b="0" i="0" sz="1800" u="none" cap="none" strike="noStrike">
              <a:solidFill>
                <a:schemeClr val="lt1"/>
              </a:solidFill>
              <a:latin typeface="Times New Roman"/>
              <a:ea typeface="Times New Roman"/>
              <a:cs typeface="Times New Roman"/>
              <a:sym typeface="Times New Roman"/>
            </a:endParaRPr>
          </a:p>
        </p:txBody>
      </p:sp>
      <p:pic>
        <p:nvPicPr>
          <p:cNvPr id="1644" name="Google Shape;1644;g3d1afc4545f_0_2384"/>
          <p:cNvPicPr preferRelativeResize="0"/>
          <p:nvPr/>
        </p:nvPicPr>
        <p:blipFill rotWithShape="1">
          <a:blip r:embed="rId6">
            <a:alphaModFix/>
          </a:blip>
          <a:srcRect b="0" l="0" r="0" t="0"/>
          <a:stretch/>
        </p:blipFill>
        <p:spPr>
          <a:xfrm>
            <a:off x="10579375" y="6341449"/>
            <a:ext cx="1500023" cy="585000"/>
          </a:xfrm>
          <a:prstGeom prst="rect">
            <a:avLst/>
          </a:prstGeom>
          <a:noFill/>
          <a:ln>
            <a:noFill/>
          </a:ln>
        </p:spPr>
      </p:pic>
      <p:pic>
        <p:nvPicPr>
          <p:cNvPr id="1645" name="Google Shape;1645;g3d1afc4545f_0_2384"/>
          <p:cNvPicPr preferRelativeResize="0"/>
          <p:nvPr/>
        </p:nvPicPr>
        <p:blipFill>
          <a:blip r:embed="rId11">
            <a:alphaModFix/>
          </a:blip>
          <a:stretch>
            <a:fillRect/>
          </a:stretch>
        </p:blipFill>
        <p:spPr>
          <a:xfrm>
            <a:off x="8558175" y="0"/>
            <a:ext cx="3633825" cy="2077550"/>
          </a:xfrm>
          <a:prstGeom prst="rect">
            <a:avLst/>
          </a:prstGeom>
          <a:noFill/>
          <a:ln cap="flat" cmpd="sng" w="19050">
            <a:solidFill>
              <a:schemeClr val="dk1"/>
            </a:solidFill>
            <a:prstDash val="solid"/>
            <a:round/>
            <a:headEnd len="sm" w="sm" type="none"/>
            <a:tailEnd len="sm" w="sm" type="none"/>
          </a:ln>
        </p:spPr>
      </p:pic>
      <p:pic>
        <p:nvPicPr>
          <p:cNvPr id="1646" name="Google Shape;1646;g3d1afc4545f_0_2384"/>
          <p:cNvPicPr preferRelativeResize="0"/>
          <p:nvPr/>
        </p:nvPicPr>
        <p:blipFill rotWithShape="1">
          <a:blip r:embed="rId12">
            <a:alphaModFix/>
          </a:blip>
          <a:srcRect b="80527" l="0" r="0" t="0"/>
          <a:stretch/>
        </p:blipFill>
        <p:spPr>
          <a:xfrm>
            <a:off x="332800" y="1292525"/>
            <a:ext cx="5622050" cy="1450168"/>
          </a:xfrm>
          <a:prstGeom prst="rect">
            <a:avLst/>
          </a:prstGeom>
          <a:noFill/>
          <a:ln>
            <a:noFill/>
          </a:ln>
        </p:spPr>
      </p:pic>
      <p:pic>
        <p:nvPicPr>
          <p:cNvPr id="1647" name="Google Shape;1647;g3d1afc4545f_0_2384"/>
          <p:cNvPicPr preferRelativeResize="0"/>
          <p:nvPr/>
        </p:nvPicPr>
        <p:blipFill rotWithShape="1">
          <a:blip r:embed="rId12">
            <a:alphaModFix/>
          </a:blip>
          <a:srcRect b="0" l="0" r="0" t="54170"/>
          <a:stretch/>
        </p:blipFill>
        <p:spPr>
          <a:xfrm>
            <a:off x="6318000" y="2201075"/>
            <a:ext cx="5733100" cy="3480349"/>
          </a:xfrm>
          <a:prstGeom prst="rect">
            <a:avLst/>
          </a:prstGeom>
          <a:noFill/>
          <a:ln cap="flat" cmpd="sng" w="9525">
            <a:solidFill>
              <a:schemeClr val="dk1"/>
            </a:solidFill>
            <a:prstDash val="solid"/>
            <a:round/>
            <a:headEnd len="sm" w="sm" type="none"/>
            <a:tailEnd len="sm" w="sm" type="none"/>
          </a:ln>
        </p:spPr>
      </p:pic>
      <p:pic>
        <p:nvPicPr>
          <p:cNvPr id="1648" name="Google Shape;1648;g3d1afc4545f_0_2384"/>
          <p:cNvPicPr preferRelativeResize="0"/>
          <p:nvPr/>
        </p:nvPicPr>
        <p:blipFill rotWithShape="1">
          <a:blip r:embed="rId12">
            <a:alphaModFix/>
          </a:blip>
          <a:srcRect b="72328" l="30138" r="33955" t="20142"/>
          <a:stretch/>
        </p:blipFill>
        <p:spPr>
          <a:xfrm>
            <a:off x="2134443" y="2900362"/>
            <a:ext cx="2018768" cy="560776"/>
          </a:xfrm>
          <a:prstGeom prst="rect">
            <a:avLst/>
          </a:prstGeom>
          <a:noFill/>
          <a:ln>
            <a:noFill/>
          </a:ln>
        </p:spPr>
      </p:pic>
      <p:pic>
        <p:nvPicPr>
          <p:cNvPr id="1649" name="Google Shape;1649;g3d1afc4545f_0_2384"/>
          <p:cNvPicPr preferRelativeResize="0"/>
          <p:nvPr/>
        </p:nvPicPr>
        <p:blipFill rotWithShape="1">
          <a:blip r:embed="rId12">
            <a:alphaModFix/>
          </a:blip>
          <a:srcRect b="46056" l="0" r="0" t="27894"/>
          <a:stretch/>
        </p:blipFill>
        <p:spPr>
          <a:xfrm>
            <a:off x="332800" y="3752045"/>
            <a:ext cx="5622050" cy="1939981"/>
          </a:xfrm>
          <a:prstGeom prst="rect">
            <a:avLst/>
          </a:prstGeom>
          <a:noFill/>
          <a:ln>
            <a:noFill/>
          </a:ln>
        </p:spPr>
      </p:pic>
      <p:sp>
        <p:nvSpPr>
          <p:cNvPr id="1650" name="Google Shape;1650;g3d1afc4545f_0_2384"/>
          <p:cNvSpPr/>
          <p:nvPr/>
        </p:nvSpPr>
        <p:spPr>
          <a:xfrm>
            <a:off x="1377975" y="5244800"/>
            <a:ext cx="1049400" cy="320100"/>
          </a:xfrm>
          <a:prstGeom prst="rect">
            <a:avLst/>
          </a:prstGeom>
          <a:no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Calibri"/>
              <a:ea typeface="Calibri"/>
              <a:cs typeface="Calibri"/>
              <a:sym typeface="Calibri"/>
            </a:endParaRPr>
          </a:p>
        </p:txBody>
      </p:sp>
      <p:sp>
        <p:nvSpPr>
          <p:cNvPr id="1651" name="Google Shape;1651;g3d1afc4545f_0_2384"/>
          <p:cNvSpPr/>
          <p:nvPr/>
        </p:nvSpPr>
        <p:spPr>
          <a:xfrm>
            <a:off x="7922275" y="4031325"/>
            <a:ext cx="1002600" cy="226200"/>
          </a:xfrm>
          <a:prstGeom prst="rect">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Calibri"/>
              <a:ea typeface="Calibri"/>
              <a:cs typeface="Calibri"/>
              <a:sym typeface="Calibri"/>
            </a:endParaRPr>
          </a:p>
        </p:txBody>
      </p:sp>
    </p:spTree>
  </p:cSld>
  <p:clrMapOvr>
    <a:masterClrMapping/>
  </p:clrMapOvr>
</p:sld>
</file>

<file path=ppt/slides/slide1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655" name="Shape 1655"/>
        <p:cNvGrpSpPr/>
        <p:nvPr/>
      </p:nvGrpSpPr>
      <p:grpSpPr>
        <a:xfrm>
          <a:off x="0" y="0"/>
          <a:ext cx="0" cy="0"/>
          <a:chOff x="0" y="0"/>
          <a:chExt cx="0" cy="0"/>
        </a:xfrm>
      </p:grpSpPr>
      <p:pic>
        <p:nvPicPr>
          <p:cNvPr id="1656" name="Google Shape;1656;g3d1afc4545f_0_1136"/>
          <p:cNvPicPr preferRelativeResize="0"/>
          <p:nvPr/>
        </p:nvPicPr>
        <p:blipFill rotWithShape="1">
          <a:blip r:embed="rId3">
            <a:alphaModFix/>
          </a:blip>
          <a:srcRect b="0" l="0" r="0" t="0"/>
          <a:stretch/>
        </p:blipFill>
        <p:spPr>
          <a:xfrm>
            <a:off x="-4" y="6211289"/>
            <a:ext cx="12192003" cy="1285104"/>
          </a:xfrm>
          <a:prstGeom prst="rect">
            <a:avLst/>
          </a:prstGeom>
          <a:noFill/>
          <a:ln>
            <a:noFill/>
          </a:ln>
        </p:spPr>
      </p:pic>
      <p:pic>
        <p:nvPicPr>
          <p:cNvPr id="1657" name="Google Shape;1657;g3d1afc4545f_0_1136"/>
          <p:cNvPicPr preferRelativeResize="0"/>
          <p:nvPr/>
        </p:nvPicPr>
        <p:blipFill rotWithShape="1">
          <a:blip r:embed="rId4">
            <a:alphaModFix/>
          </a:blip>
          <a:srcRect b="0" l="0" r="0" t="0"/>
          <a:stretch/>
        </p:blipFill>
        <p:spPr>
          <a:xfrm>
            <a:off x="10590934" y="6330522"/>
            <a:ext cx="1499906" cy="585000"/>
          </a:xfrm>
          <a:prstGeom prst="rect">
            <a:avLst/>
          </a:prstGeom>
          <a:noFill/>
          <a:ln>
            <a:noFill/>
          </a:ln>
        </p:spPr>
      </p:pic>
      <p:sp>
        <p:nvSpPr>
          <p:cNvPr id="1658" name="Google Shape;1658;g3d1afc4545f_0_1136"/>
          <p:cNvSpPr txBox="1"/>
          <p:nvPr/>
        </p:nvSpPr>
        <p:spPr>
          <a:xfrm>
            <a:off x="-1" y="6288587"/>
            <a:ext cx="5981100" cy="3693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chemeClr val="dk1"/>
              </a:buClr>
              <a:buSzPts val="1800"/>
              <a:buFont typeface="Arial"/>
              <a:buNone/>
            </a:pPr>
            <a:r>
              <a:rPr b="0" i="0" lang="en-US" sz="1800" u="none" cap="none" strike="noStrike">
                <a:solidFill>
                  <a:schemeClr val="lt1"/>
                </a:solidFill>
                <a:latin typeface="Times New Roman"/>
                <a:ea typeface="Times New Roman"/>
                <a:cs typeface="Times New Roman"/>
                <a:sym typeface="Times New Roman"/>
              </a:rPr>
              <a:t>Term Paper Presentation | Ronit Dutta</a:t>
            </a:r>
            <a:endParaRPr b="0" i="0" sz="1800" u="none" cap="none" strike="noStrike">
              <a:solidFill>
                <a:schemeClr val="lt1"/>
              </a:solidFill>
              <a:latin typeface="Times New Roman"/>
              <a:ea typeface="Times New Roman"/>
              <a:cs typeface="Times New Roman"/>
              <a:sym typeface="Times New Roman"/>
            </a:endParaRPr>
          </a:p>
        </p:txBody>
      </p:sp>
      <p:sp>
        <p:nvSpPr>
          <p:cNvPr id="1659" name="Google Shape;1659;g3d1afc4545f_0_1136"/>
          <p:cNvSpPr txBox="1"/>
          <p:nvPr/>
        </p:nvSpPr>
        <p:spPr>
          <a:xfrm>
            <a:off x="0" y="0"/>
            <a:ext cx="12192000" cy="5850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3200"/>
              <a:buFont typeface="Arial"/>
              <a:buNone/>
            </a:pPr>
            <a:r>
              <a:rPr lang="en-US" sz="3200">
                <a:solidFill>
                  <a:schemeClr val="dk1"/>
                </a:solidFill>
                <a:latin typeface="Times New Roman"/>
                <a:ea typeface="Times New Roman"/>
                <a:cs typeface="Times New Roman"/>
                <a:sym typeface="Times New Roman"/>
              </a:rPr>
              <a:t>1D solution using s matrix : pothole revisited </a:t>
            </a:r>
            <a:endParaRPr b="0" i="0" sz="3200" u="none" cap="none" strike="noStrike">
              <a:solidFill>
                <a:schemeClr val="dk1"/>
              </a:solidFill>
              <a:latin typeface="Times New Roman"/>
              <a:ea typeface="Times New Roman"/>
              <a:cs typeface="Times New Roman"/>
              <a:sym typeface="Times New Roman"/>
            </a:endParaRPr>
          </a:p>
        </p:txBody>
      </p:sp>
      <p:cxnSp>
        <p:nvCxnSpPr>
          <p:cNvPr id="1660" name="Google Shape;1660;g3d1afc4545f_0_1136"/>
          <p:cNvCxnSpPr/>
          <p:nvPr/>
        </p:nvCxnSpPr>
        <p:spPr>
          <a:xfrm flipH="1" rot="10800000">
            <a:off x="6" y="554389"/>
            <a:ext cx="6318000" cy="30600"/>
          </a:xfrm>
          <a:prstGeom prst="straightConnector1">
            <a:avLst/>
          </a:prstGeom>
          <a:noFill/>
          <a:ln cap="flat" cmpd="sng" w="9525">
            <a:solidFill>
              <a:srgbClr val="0E4D3B"/>
            </a:solidFill>
            <a:prstDash val="solid"/>
            <a:miter lim="800000"/>
            <a:headEnd len="sm" w="sm" type="none"/>
            <a:tailEnd len="sm" w="sm" type="none"/>
          </a:ln>
        </p:spPr>
      </p:cxnSp>
      <p:pic>
        <p:nvPicPr>
          <p:cNvPr id="1661" name="Google Shape;1661;g3d1afc4545f_0_1136"/>
          <p:cNvPicPr preferRelativeResize="0"/>
          <p:nvPr/>
        </p:nvPicPr>
        <p:blipFill rotWithShape="1">
          <a:blip r:embed="rId5">
            <a:alphaModFix/>
          </a:blip>
          <a:srcRect b="0" l="0" r="0" t="0"/>
          <a:stretch/>
        </p:blipFill>
        <p:spPr>
          <a:xfrm>
            <a:off x="-4" y="6211289"/>
            <a:ext cx="12192003" cy="1285104"/>
          </a:xfrm>
          <a:prstGeom prst="rect">
            <a:avLst/>
          </a:prstGeom>
          <a:noFill/>
          <a:ln>
            <a:noFill/>
          </a:ln>
        </p:spPr>
      </p:pic>
      <p:pic>
        <p:nvPicPr>
          <p:cNvPr id="1662" name="Google Shape;1662;g3d1afc4545f_0_1136"/>
          <p:cNvPicPr preferRelativeResize="0"/>
          <p:nvPr/>
        </p:nvPicPr>
        <p:blipFill rotWithShape="1">
          <a:blip r:embed="rId4">
            <a:alphaModFix/>
          </a:blip>
          <a:srcRect b="0" l="0" r="0" t="0"/>
          <a:stretch/>
        </p:blipFill>
        <p:spPr>
          <a:xfrm>
            <a:off x="10590934" y="6330522"/>
            <a:ext cx="1499906" cy="585000"/>
          </a:xfrm>
          <a:prstGeom prst="rect">
            <a:avLst/>
          </a:prstGeom>
          <a:noFill/>
          <a:ln>
            <a:noFill/>
          </a:ln>
        </p:spPr>
      </p:pic>
      <p:sp>
        <p:nvSpPr>
          <p:cNvPr id="1663" name="Google Shape;1663;g3d1afc4545f_0_1136"/>
          <p:cNvSpPr txBox="1"/>
          <p:nvPr/>
        </p:nvSpPr>
        <p:spPr>
          <a:xfrm>
            <a:off x="-1" y="6288587"/>
            <a:ext cx="5981100" cy="3693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chemeClr val="dk1"/>
              </a:buClr>
              <a:buSzPts val="1800"/>
              <a:buFont typeface="Arial"/>
              <a:buNone/>
            </a:pPr>
            <a:r>
              <a:rPr b="0" i="0" lang="en-US" sz="1800" u="none" cap="none" strike="noStrike">
                <a:solidFill>
                  <a:schemeClr val="lt1"/>
                </a:solidFill>
                <a:latin typeface="Times New Roman"/>
                <a:ea typeface="Times New Roman"/>
                <a:cs typeface="Times New Roman"/>
                <a:sym typeface="Times New Roman"/>
              </a:rPr>
              <a:t>Term Paper Presentation | Ronit Dutta</a:t>
            </a:r>
            <a:endParaRPr b="0" i="0" sz="1800" u="none" cap="none" strike="noStrike">
              <a:solidFill>
                <a:schemeClr val="lt1"/>
              </a:solidFill>
              <a:latin typeface="Times New Roman"/>
              <a:ea typeface="Times New Roman"/>
              <a:cs typeface="Times New Roman"/>
              <a:sym typeface="Times New Roman"/>
            </a:endParaRPr>
          </a:p>
        </p:txBody>
      </p:sp>
      <p:pic>
        <p:nvPicPr>
          <p:cNvPr id="1664" name="Google Shape;1664;g3d1afc4545f_0_1136"/>
          <p:cNvPicPr preferRelativeResize="0"/>
          <p:nvPr/>
        </p:nvPicPr>
        <p:blipFill rotWithShape="1">
          <a:blip r:embed="rId5">
            <a:alphaModFix/>
          </a:blip>
          <a:srcRect b="0" l="0" r="0" t="0"/>
          <a:stretch/>
        </p:blipFill>
        <p:spPr>
          <a:xfrm>
            <a:off x="-4" y="6211289"/>
            <a:ext cx="12192003" cy="1285104"/>
          </a:xfrm>
          <a:prstGeom prst="rect">
            <a:avLst/>
          </a:prstGeom>
          <a:noFill/>
          <a:ln>
            <a:noFill/>
          </a:ln>
        </p:spPr>
      </p:pic>
      <p:pic>
        <p:nvPicPr>
          <p:cNvPr id="1665" name="Google Shape;1665;g3d1afc4545f_0_1136"/>
          <p:cNvPicPr preferRelativeResize="0"/>
          <p:nvPr/>
        </p:nvPicPr>
        <p:blipFill rotWithShape="1">
          <a:blip r:embed="rId4">
            <a:alphaModFix/>
          </a:blip>
          <a:srcRect b="0" l="0" r="0" t="0"/>
          <a:stretch/>
        </p:blipFill>
        <p:spPr>
          <a:xfrm>
            <a:off x="10590934" y="6330522"/>
            <a:ext cx="1499906" cy="585000"/>
          </a:xfrm>
          <a:prstGeom prst="rect">
            <a:avLst/>
          </a:prstGeom>
          <a:noFill/>
          <a:ln>
            <a:noFill/>
          </a:ln>
        </p:spPr>
      </p:pic>
      <p:sp>
        <p:nvSpPr>
          <p:cNvPr id="1666" name="Google Shape;1666;g3d1afc4545f_0_1136"/>
          <p:cNvSpPr txBox="1"/>
          <p:nvPr/>
        </p:nvSpPr>
        <p:spPr>
          <a:xfrm>
            <a:off x="-1" y="6288587"/>
            <a:ext cx="5981100" cy="6465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chemeClr val="dk1"/>
              </a:buClr>
              <a:buSzPts val="1800"/>
              <a:buFont typeface="Arial"/>
              <a:buNone/>
            </a:pPr>
            <a:r>
              <a:rPr b="0" i="0" lang="en-US" sz="1800" u="none" cap="none" strike="noStrike">
                <a:solidFill>
                  <a:schemeClr val="lt1"/>
                </a:solidFill>
                <a:latin typeface="Times New Roman"/>
                <a:ea typeface="Times New Roman"/>
                <a:cs typeface="Times New Roman"/>
                <a:sym typeface="Times New Roman"/>
              </a:rPr>
              <a:t>Machine Learning Professional</a:t>
            </a:r>
            <a:br>
              <a:rPr b="0" i="0" lang="en-US" sz="1800" u="none" cap="none" strike="noStrike">
                <a:solidFill>
                  <a:schemeClr val="lt1"/>
                </a:solidFill>
                <a:latin typeface="Times New Roman"/>
                <a:ea typeface="Times New Roman"/>
                <a:cs typeface="Times New Roman"/>
                <a:sym typeface="Times New Roman"/>
              </a:rPr>
            </a:br>
            <a:r>
              <a:rPr b="0" i="0" lang="en-US" sz="1800" u="none" cap="none" strike="noStrike">
                <a:solidFill>
                  <a:schemeClr val="lt1"/>
                </a:solidFill>
                <a:latin typeface="Times New Roman"/>
                <a:ea typeface="Times New Roman"/>
                <a:cs typeface="Times New Roman"/>
                <a:sym typeface="Times New Roman"/>
              </a:rPr>
              <a:t>Project Presentation</a:t>
            </a:r>
            <a:endParaRPr b="0" i="0" sz="1800" u="none" cap="none" strike="noStrike">
              <a:solidFill>
                <a:schemeClr val="lt1"/>
              </a:solidFill>
              <a:latin typeface="Times New Roman"/>
              <a:ea typeface="Times New Roman"/>
              <a:cs typeface="Times New Roman"/>
              <a:sym typeface="Times New Roman"/>
            </a:endParaRPr>
          </a:p>
        </p:txBody>
      </p:sp>
      <p:pic>
        <p:nvPicPr>
          <p:cNvPr id="1667" name="Google Shape;1667;g3d1afc4545f_0_1136"/>
          <p:cNvPicPr preferRelativeResize="0"/>
          <p:nvPr/>
        </p:nvPicPr>
        <p:blipFill rotWithShape="1">
          <a:blip r:embed="rId6">
            <a:alphaModFix/>
          </a:blip>
          <a:srcRect b="0" l="0" r="0" t="0"/>
          <a:stretch/>
        </p:blipFill>
        <p:spPr>
          <a:xfrm>
            <a:off x="10590875" y="6330524"/>
            <a:ext cx="1500023" cy="585000"/>
          </a:xfrm>
          <a:prstGeom prst="rect">
            <a:avLst/>
          </a:prstGeom>
          <a:noFill/>
          <a:ln>
            <a:noFill/>
          </a:ln>
        </p:spPr>
      </p:pic>
      <p:pic>
        <p:nvPicPr>
          <p:cNvPr id="1668" name="Google Shape;1668;g3d1afc4545f_0_1136"/>
          <p:cNvPicPr preferRelativeResize="0"/>
          <p:nvPr/>
        </p:nvPicPr>
        <p:blipFill rotWithShape="1">
          <a:blip r:embed="rId7">
            <a:alphaModFix/>
          </a:blip>
          <a:srcRect b="0" l="0" r="0" t="0"/>
          <a:stretch/>
        </p:blipFill>
        <p:spPr>
          <a:xfrm>
            <a:off x="-4" y="6211289"/>
            <a:ext cx="12192003" cy="1285104"/>
          </a:xfrm>
          <a:prstGeom prst="rect">
            <a:avLst/>
          </a:prstGeom>
          <a:noFill/>
          <a:ln>
            <a:noFill/>
          </a:ln>
        </p:spPr>
      </p:pic>
      <p:sp>
        <p:nvSpPr>
          <p:cNvPr id="1669" name="Google Shape;1669;g3d1afc4545f_0_1136"/>
          <p:cNvSpPr txBox="1"/>
          <p:nvPr/>
        </p:nvSpPr>
        <p:spPr>
          <a:xfrm>
            <a:off x="-1" y="6288587"/>
            <a:ext cx="5981100" cy="6465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chemeClr val="dk1"/>
              </a:buClr>
              <a:buSzPts val="1800"/>
              <a:buFont typeface="Arial"/>
              <a:buNone/>
            </a:pPr>
            <a:r>
              <a:rPr b="0" i="0" lang="en-US" sz="1800" u="none" cap="none" strike="noStrike">
                <a:solidFill>
                  <a:schemeClr val="lt1"/>
                </a:solidFill>
                <a:latin typeface="Times New Roman"/>
                <a:ea typeface="Times New Roman"/>
                <a:cs typeface="Times New Roman"/>
                <a:sym typeface="Times New Roman"/>
              </a:rPr>
              <a:t>Machine Learning Professional</a:t>
            </a:r>
            <a:br>
              <a:rPr b="0" i="0" lang="en-US" sz="1800" u="none" cap="none" strike="noStrike">
                <a:solidFill>
                  <a:schemeClr val="lt1"/>
                </a:solidFill>
                <a:latin typeface="Times New Roman"/>
                <a:ea typeface="Times New Roman"/>
                <a:cs typeface="Times New Roman"/>
                <a:sym typeface="Times New Roman"/>
              </a:rPr>
            </a:br>
            <a:r>
              <a:rPr b="0" i="0" lang="en-US" sz="1800" u="none" cap="none" strike="noStrike">
                <a:solidFill>
                  <a:schemeClr val="lt1"/>
                </a:solidFill>
                <a:latin typeface="Times New Roman"/>
                <a:ea typeface="Times New Roman"/>
                <a:cs typeface="Times New Roman"/>
                <a:sym typeface="Times New Roman"/>
              </a:rPr>
              <a:t>Project Presentation</a:t>
            </a:r>
            <a:endParaRPr b="0" i="0" sz="1800" u="none" cap="none" strike="noStrike">
              <a:solidFill>
                <a:schemeClr val="lt1"/>
              </a:solidFill>
              <a:latin typeface="Times New Roman"/>
              <a:ea typeface="Times New Roman"/>
              <a:cs typeface="Times New Roman"/>
              <a:sym typeface="Times New Roman"/>
            </a:endParaRPr>
          </a:p>
        </p:txBody>
      </p:sp>
      <p:pic>
        <p:nvPicPr>
          <p:cNvPr id="1670" name="Google Shape;1670;g3d1afc4545f_0_1136"/>
          <p:cNvPicPr preferRelativeResize="0"/>
          <p:nvPr/>
        </p:nvPicPr>
        <p:blipFill rotWithShape="1">
          <a:blip r:embed="rId6">
            <a:alphaModFix/>
          </a:blip>
          <a:srcRect b="0" l="0" r="0" t="0"/>
          <a:stretch/>
        </p:blipFill>
        <p:spPr>
          <a:xfrm>
            <a:off x="10590875" y="6330524"/>
            <a:ext cx="1500023" cy="585000"/>
          </a:xfrm>
          <a:prstGeom prst="rect">
            <a:avLst/>
          </a:prstGeom>
          <a:noFill/>
          <a:ln>
            <a:noFill/>
          </a:ln>
        </p:spPr>
      </p:pic>
      <p:pic>
        <p:nvPicPr>
          <p:cNvPr id="1671" name="Google Shape;1671;g3d1afc4545f_0_1136"/>
          <p:cNvPicPr preferRelativeResize="0"/>
          <p:nvPr/>
        </p:nvPicPr>
        <p:blipFill rotWithShape="1">
          <a:blip r:embed="rId7">
            <a:alphaModFix/>
          </a:blip>
          <a:srcRect b="0" l="0" r="0" t="0"/>
          <a:stretch/>
        </p:blipFill>
        <p:spPr>
          <a:xfrm>
            <a:off x="-4" y="6211289"/>
            <a:ext cx="12192003" cy="1285104"/>
          </a:xfrm>
          <a:prstGeom prst="rect">
            <a:avLst/>
          </a:prstGeom>
          <a:noFill/>
          <a:ln>
            <a:noFill/>
          </a:ln>
        </p:spPr>
      </p:pic>
      <p:sp>
        <p:nvSpPr>
          <p:cNvPr id="1672" name="Google Shape;1672;g3d1afc4545f_0_1136"/>
          <p:cNvSpPr txBox="1"/>
          <p:nvPr/>
        </p:nvSpPr>
        <p:spPr>
          <a:xfrm>
            <a:off x="-1" y="6234672"/>
            <a:ext cx="5981100" cy="6465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chemeClr val="dk1"/>
              </a:buClr>
              <a:buSzPts val="1800"/>
              <a:buFont typeface="Arial"/>
              <a:buNone/>
            </a:pPr>
            <a:r>
              <a:rPr b="0" i="0" lang="en-US" sz="1800" u="none" cap="none" strike="noStrike">
                <a:solidFill>
                  <a:schemeClr val="lt1"/>
                </a:solidFill>
                <a:latin typeface="Times New Roman"/>
                <a:ea typeface="Times New Roman"/>
                <a:cs typeface="Times New Roman"/>
                <a:sym typeface="Times New Roman"/>
              </a:rPr>
              <a:t>Machine Learning Professional</a:t>
            </a:r>
            <a:br>
              <a:rPr b="0" i="0" lang="en-US" sz="1800" u="none" cap="none" strike="noStrike">
                <a:solidFill>
                  <a:schemeClr val="lt1"/>
                </a:solidFill>
                <a:latin typeface="Times New Roman"/>
                <a:ea typeface="Times New Roman"/>
                <a:cs typeface="Times New Roman"/>
                <a:sym typeface="Times New Roman"/>
              </a:rPr>
            </a:br>
            <a:r>
              <a:rPr b="0" i="0" lang="en-US" sz="1800" u="none" cap="none" strike="noStrike">
                <a:solidFill>
                  <a:schemeClr val="lt1"/>
                </a:solidFill>
                <a:latin typeface="Times New Roman"/>
                <a:ea typeface="Times New Roman"/>
                <a:cs typeface="Times New Roman"/>
                <a:sym typeface="Times New Roman"/>
              </a:rPr>
              <a:t>Project Presentation</a:t>
            </a:r>
            <a:endParaRPr b="0" i="0" sz="1800" u="none" cap="none" strike="noStrike">
              <a:solidFill>
                <a:schemeClr val="lt1"/>
              </a:solidFill>
              <a:latin typeface="Times New Roman"/>
              <a:ea typeface="Times New Roman"/>
              <a:cs typeface="Times New Roman"/>
              <a:sym typeface="Times New Roman"/>
            </a:endParaRPr>
          </a:p>
        </p:txBody>
      </p:sp>
      <p:pic>
        <p:nvPicPr>
          <p:cNvPr id="1673" name="Google Shape;1673;g3d1afc4545f_0_1136"/>
          <p:cNvPicPr preferRelativeResize="0"/>
          <p:nvPr/>
        </p:nvPicPr>
        <p:blipFill rotWithShape="1">
          <a:blip r:embed="rId6">
            <a:alphaModFix/>
          </a:blip>
          <a:srcRect b="0" l="0" r="0" t="0"/>
          <a:stretch/>
        </p:blipFill>
        <p:spPr>
          <a:xfrm>
            <a:off x="10590875" y="6330524"/>
            <a:ext cx="1500023" cy="585000"/>
          </a:xfrm>
          <a:prstGeom prst="rect">
            <a:avLst/>
          </a:prstGeom>
          <a:noFill/>
          <a:ln>
            <a:noFill/>
          </a:ln>
        </p:spPr>
      </p:pic>
      <p:pic>
        <p:nvPicPr>
          <p:cNvPr id="1674" name="Google Shape;1674;g3d1afc4545f_0_1136"/>
          <p:cNvPicPr preferRelativeResize="0"/>
          <p:nvPr/>
        </p:nvPicPr>
        <p:blipFill rotWithShape="1">
          <a:blip r:embed="rId8">
            <a:alphaModFix/>
          </a:blip>
          <a:srcRect b="0" l="0" r="0" t="0"/>
          <a:stretch/>
        </p:blipFill>
        <p:spPr>
          <a:xfrm>
            <a:off x="-4" y="6211289"/>
            <a:ext cx="12192003" cy="1285104"/>
          </a:xfrm>
          <a:prstGeom prst="rect">
            <a:avLst/>
          </a:prstGeom>
          <a:noFill/>
          <a:ln>
            <a:noFill/>
          </a:ln>
        </p:spPr>
      </p:pic>
      <p:sp>
        <p:nvSpPr>
          <p:cNvPr id="1675" name="Google Shape;1675;g3d1afc4545f_0_1136"/>
          <p:cNvSpPr txBox="1"/>
          <p:nvPr/>
        </p:nvSpPr>
        <p:spPr>
          <a:xfrm>
            <a:off x="-1" y="6234672"/>
            <a:ext cx="5981100" cy="6465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chemeClr val="dk1"/>
              </a:buClr>
              <a:buSzPts val="1800"/>
              <a:buFont typeface="Arial"/>
              <a:buNone/>
            </a:pPr>
            <a:r>
              <a:rPr b="0" i="0" lang="en-US" sz="1800" u="none" cap="none" strike="noStrike">
                <a:solidFill>
                  <a:schemeClr val="lt1"/>
                </a:solidFill>
                <a:latin typeface="Times New Roman"/>
                <a:ea typeface="Times New Roman"/>
                <a:cs typeface="Times New Roman"/>
                <a:sym typeface="Times New Roman"/>
              </a:rPr>
              <a:t>Nanoelectronics - Seminar Presentation</a:t>
            </a:r>
            <a:br>
              <a:rPr b="0" i="0" lang="en-US" sz="1800" u="none" cap="none" strike="noStrike">
                <a:solidFill>
                  <a:schemeClr val="lt1"/>
                </a:solidFill>
                <a:latin typeface="Times New Roman"/>
                <a:ea typeface="Times New Roman"/>
                <a:cs typeface="Times New Roman"/>
                <a:sym typeface="Times New Roman"/>
              </a:rPr>
            </a:br>
            <a:r>
              <a:rPr b="0" i="0" lang="en-US" sz="1800" u="none" cap="none" strike="noStrike">
                <a:solidFill>
                  <a:schemeClr val="lt1"/>
                </a:solidFill>
                <a:latin typeface="Times New Roman"/>
                <a:ea typeface="Times New Roman"/>
                <a:cs typeface="Times New Roman"/>
                <a:sym typeface="Times New Roman"/>
              </a:rPr>
              <a:t>Ronit Dutta</a:t>
            </a:r>
            <a:endParaRPr b="0" i="0" sz="1800" u="none" cap="none" strike="noStrike">
              <a:solidFill>
                <a:schemeClr val="lt1"/>
              </a:solidFill>
              <a:latin typeface="Times New Roman"/>
              <a:ea typeface="Times New Roman"/>
              <a:cs typeface="Times New Roman"/>
              <a:sym typeface="Times New Roman"/>
            </a:endParaRPr>
          </a:p>
        </p:txBody>
      </p:sp>
      <p:pic>
        <p:nvPicPr>
          <p:cNvPr id="1676" name="Google Shape;1676;g3d1afc4545f_0_1136"/>
          <p:cNvPicPr preferRelativeResize="0"/>
          <p:nvPr/>
        </p:nvPicPr>
        <p:blipFill rotWithShape="1">
          <a:blip r:embed="rId6">
            <a:alphaModFix/>
          </a:blip>
          <a:srcRect b="0" l="0" r="0" t="0"/>
          <a:stretch/>
        </p:blipFill>
        <p:spPr>
          <a:xfrm>
            <a:off x="10590875" y="6330524"/>
            <a:ext cx="1500023" cy="585000"/>
          </a:xfrm>
          <a:prstGeom prst="rect">
            <a:avLst/>
          </a:prstGeom>
          <a:noFill/>
          <a:ln>
            <a:noFill/>
          </a:ln>
        </p:spPr>
      </p:pic>
      <p:pic>
        <p:nvPicPr>
          <p:cNvPr id="1677" name="Google Shape;1677;g3d1afc4545f_0_1136"/>
          <p:cNvPicPr preferRelativeResize="0"/>
          <p:nvPr/>
        </p:nvPicPr>
        <p:blipFill rotWithShape="1">
          <a:blip r:embed="rId9">
            <a:alphaModFix/>
          </a:blip>
          <a:srcRect b="0" l="0" r="0" t="0"/>
          <a:stretch/>
        </p:blipFill>
        <p:spPr>
          <a:xfrm>
            <a:off x="0" y="6330524"/>
            <a:ext cx="12192000" cy="1165875"/>
          </a:xfrm>
          <a:prstGeom prst="rect">
            <a:avLst/>
          </a:prstGeom>
          <a:noFill/>
          <a:ln>
            <a:noFill/>
          </a:ln>
        </p:spPr>
      </p:pic>
      <p:sp>
        <p:nvSpPr>
          <p:cNvPr id="1678" name="Google Shape;1678;g3d1afc4545f_0_1136"/>
          <p:cNvSpPr txBox="1"/>
          <p:nvPr/>
        </p:nvSpPr>
        <p:spPr>
          <a:xfrm>
            <a:off x="-1" y="6445547"/>
            <a:ext cx="5981100" cy="6465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chemeClr val="dk1"/>
              </a:buClr>
              <a:buSzPts val="1800"/>
              <a:buFont typeface="Arial"/>
              <a:buNone/>
            </a:pPr>
            <a:r>
              <a:rPr lang="en-US" sz="1800">
                <a:solidFill>
                  <a:schemeClr val="lt1"/>
                </a:solidFill>
                <a:latin typeface="Times New Roman"/>
                <a:ea typeface="Times New Roman"/>
                <a:cs typeface="Times New Roman"/>
                <a:sym typeface="Times New Roman"/>
              </a:rPr>
              <a:t>Applied Mathematics for Engineering [MIDTERM PROJECT]</a:t>
            </a:r>
            <a:br>
              <a:rPr b="0" i="0" lang="en-US" sz="1800" u="none" cap="none" strike="noStrike">
                <a:solidFill>
                  <a:schemeClr val="lt1"/>
                </a:solidFill>
                <a:latin typeface="Times New Roman"/>
                <a:ea typeface="Times New Roman"/>
                <a:cs typeface="Times New Roman"/>
                <a:sym typeface="Times New Roman"/>
              </a:rPr>
            </a:br>
            <a:r>
              <a:rPr b="0" i="0" lang="en-US" sz="1800" u="none" cap="none" strike="noStrike">
                <a:solidFill>
                  <a:schemeClr val="lt1"/>
                </a:solidFill>
                <a:latin typeface="Times New Roman"/>
                <a:ea typeface="Times New Roman"/>
                <a:cs typeface="Times New Roman"/>
                <a:sym typeface="Times New Roman"/>
              </a:rPr>
              <a:t>Ronit Dutta</a:t>
            </a:r>
            <a:endParaRPr b="0" i="0" sz="1800" u="none" cap="none" strike="noStrike">
              <a:solidFill>
                <a:schemeClr val="lt1"/>
              </a:solidFill>
              <a:latin typeface="Times New Roman"/>
              <a:ea typeface="Times New Roman"/>
              <a:cs typeface="Times New Roman"/>
              <a:sym typeface="Times New Roman"/>
            </a:endParaRPr>
          </a:p>
        </p:txBody>
      </p:sp>
      <p:pic>
        <p:nvPicPr>
          <p:cNvPr id="1679" name="Google Shape;1679;g3d1afc4545f_0_1136"/>
          <p:cNvPicPr preferRelativeResize="0"/>
          <p:nvPr/>
        </p:nvPicPr>
        <p:blipFill rotWithShape="1">
          <a:blip r:embed="rId6">
            <a:alphaModFix/>
          </a:blip>
          <a:srcRect b="0" l="0" r="0" t="0"/>
          <a:stretch/>
        </p:blipFill>
        <p:spPr>
          <a:xfrm>
            <a:off x="10579375" y="6476299"/>
            <a:ext cx="1500023" cy="585000"/>
          </a:xfrm>
          <a:prstGeom prst="rect">
            <a:avLst/>
          </a:prstGeom>
          <a:noFill/>
          <a:ln>
            <a:noFill/>
          </a:ln>
        </p:spPr>
      </p:pic>
      <p:pic>
        <p:nvPicPr>
          <p:cNvPr id="1680" name="Google Shape;1680;g3d1afc4545f_0_1136"/>
          <p:cNvPicPr preferRelativeResize="0"/>
          <p:nvPr/>
        </p:nvPicPr>
        <p:blipFill rotWithShape="1">
          <a:blip r:embed="rId4">
            <a:alphaModFix/>
          </a:blip>
          <a:srcRect b="0" l="0" r="0" t="0"/>
          <a:stretch/>
        </p:blipFill>
        <p:spPr>
          <a:xfrm>
            <a:off x="10590934" y="6330522"/>
            <a:ext cx="1499906" cy="585000"/>
          </a:xfrm>
          <a:prstGeom prst="rect">
            <a:avLst/>
          </a:prstGeom>
          <a:noFill/>
          <a:ln>
            <a:noFill/>
          </a:ln>
        </p:spPr>
      </p:pic>
      <p:sp>
        <p:nvSpPr>
          <p:cNvPr id="1681" name="Google Shape;1681;g3d1afc4545f_0_1136"/>
          <p:cNvSpPr txBox="1"/>
          <p:nvPr/>
        </p:nvSpPr>
        <p:spPr>
          <a:xfrm>
            <a:off x="-1" y="6288587"/>
            <a:ext cx="5981100" cy="3693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chemeClr val="dk1"/>
              </a:buClr>
              <a:buSzPts val="1800"/>
              <a:buFont typeface="Arial"/>
              <a:buNone/>
            </a:pPr>
            <a:r>
              <a:rPr b="0" i="0" lang="en-US" sz="1800" u="none" cap="none" strike="noStrike">
                <a:solidFill>
                  <a:schemeClr val="lt1"/>
                </a:solidFill>
                <a:latin typeface="Times New Roman"/>
                <a:ea typeface="Times New Roman"/>
                <a:cs typeface="Times New Roman"/>
                <a:sym typeface="Times New Roman"/>
              </a:rPr>
              <a:t>Term Paper Presentation | Ronit Dutta</a:t>
            </a:r>
            <a:endParaRPr b="0" i="0" sz="1800" u="none" cap="none" strike="noStrike">
              <a:solidFill>
                <a:schemeClr val="lt1"/>
              </a:solidFill>
              <a:latin typeface="Times New Roman"/>
              <a:ea typeface="Times New Roman"/>
              <a:cs typeface="Times New Roman"/>
              <a:sym typeface="Times New Roman"/>
            </a:endParaRPr>
          </a:p>
        </p:txBody>
      </p:sp>
      <p:pic>
        <p:nvPicPr>
          <p:cNvPr id="1682" name="Google Shape;1682;g3d1afc4545f_0_1136"/>
          <p:cNvPicPr preferRelativeResize="0"/>
          <p:nvPr/>
        </p:nvPicPr>
        <p:blipFill rotWithShape="1">
          <a:blip r:embed="rId4">
            <a:alphaModFix/>
          </a:blip>
          <a:srcRect b="0" l="0" r="0" t="0"/>
          <a:stretch/>
        </p:blipFill>
        <p:spPr>
          <a:xfrm>
            <a:off x="10590934" y="6330522"/>
            <a:ext cx="1499906" cy="585000"/>
          </a:xfrm>
          <a:prstGeom prst="rect">
            <a:avLst/>
          </a:prstGeom>
          <a:noFill/>
          <a:ln>
            <a:noFill/>
          </a:ln>
        </p:spPr>
      </p:pic>
      <p:sp>
        <p:nvSpPr>
          <p:cNvPr id="1683" name="Google Shape;1683;g3d1afc4545f_0_1136"/>
          <p:cNvSpPr txBox="1"/>
          <p:nvPr/>
        </p:nvSpPr>
        <p:spPr>
          <a:xfrm>
            <a:off x="-1" y="6288587"/>
            <a:ext cx="5981100" cy="3693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chemeClr val="dk1"/>
              </a:buClr>
              <a:buSzPts val="1800"/>
              <a:buFont typeface="Arial"/>
              <a:buNone/>
            </a:pPr>
            <a:r>
              <a:rPr b="0" i="0" lang="en-US" sz="1800" u="none" cap="none" strike="noStrike">
                <a:solidFill>
                  <a:schemeClr val="lt1"/>
                </a:solidFill>
                <a:latin typeface="Times New Roman"/>
                <a:ea typeface="Times New Roman"/>
                <a:cs typeface="Times New Roman"/>
                <a:sym typeface="Times New Roman"/>
              </a:rPr>
              <a:t>Term Paper Presentation | Ronit Dutta</a:t>
            </a:r>
            <a:endParaRPr b="0" i="0" sz="1800" u="none" cap="none" strike="noStrike">
              <a:solidFill>
                <a:schemeClr val="lt1"/>
              </a:solidFill>
              <a:latin typeface="Times New Roman"/>
              <a:ea typeface="Times New Roman"/>
              <a:cs typeface="Times New Roman"/>
              <a:sym typeface="Times New Roman"/>
            </a:endParaRPr>
          </a:p>
        </p:txBody>
      </p:sp>
      <p:pic>
        <p:nvPicPr>
          <p:cNvPr id="1684" name="Google Shape;1684;g3d1afc4545f_0_1136"/>
          <p:cNvPicPr preferRelativeResize="0"/>
          <p:nvPr/>
        </p:nvPicPr>
        <p:blipFill rotWithShape="1">
          <a:blip r:embed="rId4">
            <a:alphaModFix/>
          </a:blip>
          <a:srcRect b="0" l="0" r="0" t="0"/>
          <a:stretch/>
        </p:blipFill>
        <p:spPr>
          <a:xfrm>
            <a:off x="10590934" y="6330522"/>
            <a:ext cx="1499906" cy="585000"/>
          </a:xfrm>
          <a:prstGeom prst="rect">
            <a:avLst/>
          </a:prstGeom>
          <a:noFill/>
          <a:ln>
            <a:noFill/>
          </a:ln>
        </p:spPr>
      </p:pic>
      <p:sp>
        <p:nvSpPr>
          <p:cNvPr id="1685" name="Google Shape;1685;g3d1afc4545f_0_1136"/>
          <p:cNvSpPr txBox="1"/>
          <p:nvPr/>
        </p:nvSpPr>
        <p:spPr>
          <a:xfrm>
            <a:off x="-1" y="6288587"/>
            <a:ext cx="5981100" cy="6465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chemeClr val="dk1"/>
              </a:buClr>
              <a:buSzPts val="1800"/>
              <a:buFont typeface="Arial"/>
              <a:buNone/>
            </a:pPr>
            <a:r>
              <a:rPr b="0" i="0" lang="en-US" sz="1800" u="none" cap="none" strike="noStrike">
                <a:solidFill>
                  <a:schemeClr val="lt1"/>
                </a:solidFill>
                <a:latin typeface="Times New Roman"/>
                <a:ea typeface="Times New Roman"/>
                <a:cs typeface="Times New Roman"/>
                <a:sym typeface="Times New Roman"/>
              </a:rPr>
              <a:t>Machine Learning Professional</a:t>
            </a:r>
            <a:br>
              <a:rPr b="0" i="0" lang="en-US" sz="1800" u="none" cap="none" strike="noStrike">
                <a:solidFill>
                  <a:schemeClr val="lt1"/>
                </a:solidFill>
                <a:latin typeface="Times New Roman"/>
                <a:ea typeface="Times New Roman"/>
                <a:cs typeface="Times New Roman"/>
                <a:sym typeface="Times New Roman"/>
              </a:rPr>
            </a:br>
            <a:r>
              <a:rPr b="0" i="0" lang="en-US" sz="1800" u="none" cap="none" strike="noStrike">
                <a:solidFill>
                  <a:schemeClr val="lt1"/>
                </a:solidFill>
                <a:latin typeface="Times New Roman"/>
                <a:ea typeface="Times New Roman"/>
                <a:cs typeface="Times New Roman"/>
                <a:sym typeface="Times New Roman"/>
              </a:rPr>
              <a:t>Project Presentation</a:t>
            </a:r>
            <a:endParaRPr b="0" i="0" sz="1800" u="none" cap="none" strike="noStrike">
              <a:solidFill>
                <a:schemeClr val="lt1"/>
              </a:solidFill>
              <a:latin typeface="Times New Roman"/>
              <a:ea typeface="Times New Roman"/>
              <a:cs typeface="Times New Roman"/>
              <a:sym typeface="Times New Roman"/>
            </a:endParaRPr>
          </a:p>
        </p:txBody>
      </p:sp>
      <p:pic>
        <p:nvPicPr>
          <p:cNvPr id="1686" name="Google Shape;1686;g3d1afc4545f_0_1136"/>
          <p:cNvPicPr preferRelativeResize="0"/>
          <p:nvPr/>
        </p:nvPicPr>
        <p:blipFill rotWithShape="1">
          <a:blip r:embed="rId6">
            <a:alphaModFix/>
          </a:blip>
          <a:srcRect b="0" l="0" r="0" t="0"/>
          <a:stretch/>
        </p:blipFill>
        <p:spPr>
          <a:xfrm>
            <a:off x="10590875" y="6341462"/>
            <a:ext cx="1500023" cy="585000"/>
          </a:xfrm>
          <a:prstGeom prst="rect">
            <a:avLst/>
          </a:prstGeom>
          <a:noFill/>
          <a:ln>
            <a:noFill/>
          </a:ln>
        </p:spPr>
      </p:pic>
      <p:sp>
        <p:nvSpPr>
          <p:cNvPr id="1687" name="Google Shape;1687;g3d1afc4545f_0_1136"/>
          <p:cNvSpPr txBox="1"/>
          <p:nvPr/>
        </p:nvSpPr>
        <p:spPr>
          <a:xfrm>
            <a:off x="-1" y="6288587"/>
            <a:ext cx="5981100" cy="6465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chemeClr val="dk1"/>
              </a:buClr>
              <a:buSzPts val="1800"/>
              <a:buFont typeface="Arial"/>
              <a:buNone/>
            </a:pPr>
            <a:r>
              <a:rPr b="0" i="0" lang="en-US" sz="1800" u="none" cap="none" strike="noStrike">
                <a:solidFill>
                  <a:schemeClr val="lt1"/>
                </a:solidFill>
                <a:latin typeface="Times New Roman"/>
                <a:ea typeface="Times New Roman"/>
                <a:cs typeface="Times New Roman"/>
                <a:sym typeface="Times New Roman"/>
              </a:rPr>
              <a:t>Machine Learning Professional</a:t>
            </a:r>
            <a:br>
              <a:rPr b="0" i="0" lang="en-US" sz="1800" u="none" cap="none" strike="noStrike">
                <a:solidFill>
                  <a:schemeClr val="lt1"/>
                </a:solidFill>
                <a:latin typeface="Times New Roman"/>
                <a:ea typeface="Times New Roman"/>
                <a:cs typeface="Times New Roman"/>
                <a:sym typeface="Times New Roman"/>
              </a:rPr>
            </a:br>
            <a:r>
              <a:rPr b="0" i="0" lang="en-US" sz="1800" u="none" cap="none" strike="noStrike">
                <a:solidFill>
                  <a:schemeClr val="lt1"/>
                </a:solidFill>
                <a:latin typeface="Times New Roman"/>
                <a:ea typeface="Times New Roman"/>
                <a:cs typeface="Times New Roman"/>
                <a:sym typeface="Times New Roman"/>
              </a:rPr>
              <a:t>Project Presentation</a:t>
            </a:r>
            <a:endParaRPr b="0" i="0" sz="1800" u="none" cap="none" strike="noStrike">
              <a:solidFill>
                <a:schemeClr val="lt1"/>
              </a:solidFill>
              <a:latin typeface="Times New Roman"/>
              <a:ea typeface="Times New Roman"/>
              <a:cs typeface="Times New Roman"/>
              <a:sym typeface="Times New Roman"/>
            </a:endParaRPr>
          </a:p>
        </p:txBody>
      </p:sp>
      <p:pic>
        <p:nvPicPr>
          <p:cNvPr id="1688" name="Google Shape;1688;g3d1afc4545f_0_1136"/>
          <p:cNvPicPr preferRelativeResize="0"/>
          <p:nvPr/>
        </p:nvPicPr>
        <p:blipFill rotWithShape="1">
          <a:blip r:embed="rId6">
            <a:alphaModFix/>
          </a:blip>
          <a:srcRect b="0" l="0" r="0" t="0"/>
          <a:stretch/>
        </p:blipFill>
        <p:spPr>
          <a:xfrm>
            <a:off x="10590875" y="6330524"/>
            <a:ext cx="1500023" cy="585000"/>
          </a:xfrm>
          <a:prstGeom prst="rect">
            <a:avLst/>
          </a:prstGeom>
          <a:noFill/>
          <a:ln>
            <a:noFill/>
          </a:ln>
        </p:spPr>
      </p:pic>
      <p:sp>
        <p:nvSpPr>
          <p:cNvPr id="1689" name="Google Shape;1689;g3d1afc4545f_0_1136"/>
          <p:cNvSpPr txBox="1"/>
          <p:nvPr/>
        </p:nvSpPr>
        <p:spPr>
          <a:xfrm>
            <a:off x="-1" y="6234672"/>
            <a:ext cx="5981100" cy="6465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chemeClr val="dk1"/>
              </a:buClr>
              <a:buSzPts val="1800"/>
              <a:buFont typeface="Arial"/>
              <a:buNone/>
            </a:pPr>
            <a:r>
              <a:rPr b="0" i="0" lang="en-US" sz="1800" u="none" cap="none" strike="noStrike">
                <a:solidFill>
                  <a:schemeClr val="lt1"/>
                </a:solidFill>
                <a:latin typeface="Times New Roman"/>
                <a:ea typeface="Times New Roman"/>
                <a:cs typeface="Times New Roman"/>
                <a:sym typeface="Times New Roman"/>
              </a:rPr>
              <a:t>Machine Learning Professional</a:t>
            </a:r>
            <a:br>
              <a:rPr b="0" i="0" lang="en-US" sz="1800" u="none" cap="none" strike="noStrike">
                <a:solidFill>
                  <a:schemeClr val="lt1"/>
                </a:solidFill>
                <a:latin typeface="Times New Roman"/>
                <a:ea typeface="Times New Roman"/>
                <a:cs typeface="Times New Roman"/>
                <a:sym typeface="Times New Roman"/>
              </a:rPr>
            </a:br>
            <a:r>
              <a:rPr b="0" i="0" lang="en-US" sz="1800" u="none" cap="none" strike="noStrike">
                <a:solidFill>
                  <a:schemeClr val="lt1"/>
                </a:solidFill>
                <a:latin typeface="Times New Roman"/>
                <a:ea typeface="Times New Roman"/>
                <a:cs typeface="Times New Roman"/>
                <a:sym typeface="Times New Roman"/>
              </a:rPr>
              <a:t>Project Presentation</a:t>
            </a:r>
            <a:endParaRPr b="0" i="0" sz="1800" u="none" cap="none" strike="noStrike">
              <a:solidFill>
                <a:schemeClr val="lt1"/>
              </a:solidFill>
              <a:latin typeface="Times New Roman"/>
              <a:ea typeface="Times New Roman"/>
              <a:cs typeface="Times New Roman"/>
              <a:sym typeface="Times New Roman"/>
            </a:endParaRPr>
          </a:p>
        </p:txBody>
      </p:sp>
      <p:pic>
        <p:nvPicPr>
          <p:cNvPr id="1690" name="Google Shape;1690;g3d1afc4545f_0_1136"/>
          <p:cNvPicPr preferRelativeResize="0"/>
          <p:nvPr/>
        </p:nvPicPr>
        <p:blipFill rotWithShape="1">
          <a:blip r:embed="rId6">
            <a:alphaModFix/>
          </a:blip>
          <a:srcRect b="0" l="0" r="0" t="0"/>
          <a:stretch/>
        </p:blipFill>
        <p:spPr>
          <a:xfrm>
            <a:off x="10590875" y="6330524"/>
            <a:ext cx="1500023" cy="585000"/>
          </a:xfrm>
          <a:prstGeom prst="rect">
            <a:avLst/>
          </a:prstGeom>
          <a:noFill/>
          <a:ln>
            <a:noFill/>
          </a:ln>
        </p:spPr>
      </p:pic>
      <p:sp>
        <p:nvSpPr>
          <p:cNvPr id="1691" name="Google Shape;1691;g3d1afc4545f_0_1136"/>
          <p:cNvSpPr txBox="1"/>
          <p:nvPr/>
        </p:nvSpPr>
        <p:spPr>
          <a:xfrm>
            <a:off x="-1" y="6234672"/>
            <a:ext cx="5981100" cy="6465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chemeClr val="dk1"/>
              </a:buClr>
              <a:buSzPts val="1800"/>
              <a:buFont typeface="Arial"/>
              <a:buNone/>
            </a:pPr>
            <a:r>
              <a:rPr b="0" i="0" lang="en-US" sz="1800" u="none" cap="none" strike="noStrike">
                <a:solidFill>
                  <a:schemeClr val="lt1"/>
                </a:solidFill>
                <a:latin typeface="Times New Roman"/>
                <a:ea typeface="Times New Roman"/>
                <a:cs typeface="Times New Roman"/>
                <a:sym typeface="Times New Roman"/>
              </a:rPr>
              <a:t>Machine Learning Professional</a:t>
            </a:r>
            <a:br>
              <a:rPr b="0" i="0" lang="en-US" sz="1800" u="none" cap="none" strike="noStrike">
                <a:solidFill>
                  <a:schemeClr val="lt1"/>
                </a:solidFill>
                <a:latin typeface="Times New Roman"/>
                <a:ea typeface="Times New Roman"/>
                <a:cs typeface="Times New Roman"/>
                <a:sym typeface="Times New Roman"/>
              </a:rPr>
            </a:br>
            <a:r>
              <a:rPr b="0" i="0" lang="en-US" sz="1800" u="none" cap="none" strike="noStrike">
                <a:solidFill>
                  <a:schemeClr val="lt1"/>
                </a:solidFill>
                <a:latin typeface="Times New Roman"/>
                <a:ea typeface="Times New Roman"/>
                <a:cs typeface="Times New Roman"/>
                <a:sym typeface="Times New Roman"/>
              </a:rPr>
              <a:t>Project Presentation</a:t>
            </a:r>
            <a:endParaRPr b="0" i="0" sz="1800" u="none" cap="none" strike="noStrike">
              <a:solidFill>
                <a:schemeClr val="lt1"/>
              </a:solidFill>
              <a:latin typeface="Times New Roman"/>
              <a:ea typeface="Times New Roman"/>
              <a:cs typeface="Times New Roman"/>
              <a:sym typeface="Times New Roman"/>
            </a:endParaRPr>
          </a:p>
        </p:txBody>
      </p:sp>
      <p:pic>
        <p:nvPicPr>
          <p:cNvPr id="1692" name="Google Shape;1692;g3d1afc4545f_0_1136"/>
          <p:cNvPicPr preferRelativeResize="0"/>
          <p:nvPr/>
        </p:nvPicPr>
        <p:blipFill rotWithShape="1">
          <a:blip r:embed="rId6">
            <a:alphaModFix/>
          </a:blip>
          <a:srcRect b="0" l="0" r="0" t="0"/>
          <a:stretch/>
        </p:blipFill>
        <p:spPr>
          <a:xfrm>
            <a:off x="10590875" y="6330524"/>
            <a:ext cx="1500023" cy="585000"/>
          </a:xfrm>
          <a:prstGeom prst="rect">
            <a:avLst/>
          </a:prstGeom>
          <a:noFill/>
          <a:ln>
            <a:noFill/>
          </a:ln>
        </p:spPr>
      </p:pic>
      <p:sp>
        <p:nvSpPr>
          <p:cNvPr id="1693" name="Google Shape;1693;g3d1afc4545f_0_1136"/>
          <p:cNvSpPr txBox="1"/>
          <p:nvPr/>
        </p:nvSpPr>
        <p:spPr>
          <a:xfrm>
            <a:off x="-1" y="6234672"/>
            <a:ext cx="5981100" cy="6465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chemeClr val="dk1"/>
              </a:buClr>
              <a:buSzPts val="1800"/>
              <a:buFont typeface="Arial"/>
              <a:buNone/>
            </a:pPr>
            <a:r>
              <a:rPr b="0" i="0" lang="en-US" sz="1800" u="none" cap="none" strike="noStrike">
                <a:solidFill>
                  <a:schemeClr val="lt1"/>
                </a:solidFill>
                <a:latin typeface="Times New Roman"/>
                <a:ea typeface="Times New Roman"/>
                <a:cs typeface="Times New Roman"/>
                <a:sym typeface="Times New Roman"/>
              </a:rPr>
              <a:t>Nanoelectronics - Seminar Presentation</a:t>
            </a:r>
            <a:br>
              <a:rPr b="0" i="0" lang="en-US" sz="1800" u="none" cap="none" strike="noStrike">
                <a:solidFill>
                  <a:schemeClr val="lt1"/>
                </a:solidFill>
                <a:latin typeface="Times New Roman"/>
                <a:ea typeface="Times New Roman"/>
                <a:cs typeface="Times New Roman"/>
                <a:sym typeface="Times New Roman"/>
              </a:rPr>
            </a:br>
            <a:r>
              <a:rPr b="0" i="0" lang="en-US" sz="1800" u="none" cap="none" strike="noStrike">
                <a:solidFill>
                  <a:schemeClr val="lt1"/>
                </a:solidFill>
                <a:latin typeface="Times New Roman"/>
                <a:ea typeface="Times New Roman"/>
                <a:cs typeface="Times New Roman"/>
                <a:sym typeface="Times New Roman"/>
              </a:rPr>
              <a:t>Ronit Dutta</a:t>
            </a:r>
            <a:endParaRPr b="0" i="0" sz="1800" u="none" cap="none" strike="noStrike">
              <a:solidFill>
                <a:schemeClr val="lt1"/>
              </a:solidFill>
              <a:latin typeface="Times New Roman"/>
              <a:ea typeface="Times New Roman"/>
              <a:cs typeface="Times New Roman"/>
              <a:sym typeface="Times New Roman"/>
            </a:endParaRPr>
          </a:p>
        </p:txBody>
      </p:sp>
      <p:pic>
        <p:nvPicPr>
          <p:cNvPr id="1694" name="Google Shape;1694;g3d1afc4545f_0_1136"/>
          <p:cNvPicPr preferRelativeResize="0"/>
          <p:nvPr/>
        </p:nvPicPr>
        <p:blipFill rotWithShape="1">
          <a:blip r:embed="rId6">
            <a:alphaModFix/>
          </a:blip>
          <a:srcRect b="0" l="0" r="0" t="0"/>
          <a:stretch/>
        </p:blipFill>
        <p:spPr>
          <a:xfrm>
            <a:off x="10590875" y="6330524"/>
            <a:ext cx="1500023" cy="585000"/>
          </a:xfrm>
          <a:prstGeom prst="rect">
            <a:avLst/>
          </a:prstGeom>
          <a:noFill/>
          <a:ln>
            <a:noFill/>
          </a:ln>
        </p:spPr>
      </p:pic>
      <p:pic>
        <p:nvPicPr>
          <p:cNvPr id="1695" name="Google Shape;1695;g3d1afc4545f_0_1136"/>
          <p:cNvPicPr preferRelativeResize="0"/>
          <p:nvPr/>
        </p:nvPicPr>
        <p:blipFill rotWithShape="1">
          <a:blip r:embed="rId4">
            <a:alphaModFix/>
          </a:blip>
          <a:srcRect b="0" l="0" r="0" t="0"/>
          <a:stretch/>
        </p:blipFill>
        <p:spPr>
          <a:xfrm>
            <a:off x="10590934" y="6330522"/>
            <a:ext cx="1499906" cy="585000"/>
          </a:xfrm>
          <a:prstGeom prst="rect">
            <a:avLst/>
          </a:prstGeom>
          <a:noFill/>
          <a:ln>
            <a:noFill/>
          </a:ln>
        </p:spPr>
      </p:pic>
      <p:sp>
        <p:nvSpPr>
          <p:cNvPr id="1696" name="Google Shape;1696;g3d1afc4545f_0_1136"/>
          <p:cNvSpPr txBox="1"/>
          <p:nvPr/>
        </p:nvSpPr>
        <p:spPr>
          <a:xfrm>
            <a:off x="-1" y="6288587"/>
            <a:ext cx="5981100" cy="3693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chemeClr val="dk1"/>
              </a:buClr>
              <a:buSzPts val="1800"/>
              <a:buFont typeface="Arial"/>
              <a:buNone/>
            </a:pPr>
            <a:r>
              <a:rPr b="0" i="0" lang="en-US" sz="1800" u="none" cap="none" strike="noStrike">
                <a:solidFill>
                  <a:schemeClr val="lt1"/>
                </a:solidFill>
                <a:latin typeface="Times New Roman"/>
                <a:ea typeface="Times New Roman"/>
                <a:cs typeface="Times New Roman"/>
                <a:sym typeface="Times New Roman"/>
              </a:rPr>
              <a:t>Term Paper Presentation | Ronit Dutta</a:t>
            </a:r>
            <a:endParaRPr b="0" i="0" sz="1800" u="none" cap="none" strike="noStrike">
              <a:solidFill>
                <a:schemeClr val="lt1"/>
              </a:solidFill>
              <a:latin typeface="Times New Roman"/>
              <a:ea typeface="Times New Roman"/>
              <a:cs typeface="Times New Roman"/>
              <a:sym typeface="Times New Roman"/>
            </a:endParaRPr>
          </a:p>
        </p:txBody>
      </p:sp>
      <p:pic>
        <p:nvPicPr>
          <p:cNvPr id="1697" name="Google Shape;1697;g3d1afc4545f_0_1136"/>
          <p:cNvPicPr preferRelativeResize="0"/>
          <p:nvPr/>
        </p:nvPicPr>
        <p:blipFill rotWithShape="1">
          <a:blip r:embed="rId4">
            <a:alphaModFix/>
          </a:blip>
          <a:srcRect b="0" l="0" r="0" t="0"/>
          <a:stretch/>
        </p:blipFill>
        <p:spPr>
          <a:xfrm>
            <a:off x="10590934" y="6330522"/>
            <a:ext cx="1499906" cy="585000"/>
          </a:xfrm>
          <a:prstGeom prst="rect">
            <a:avLst/>
          </a:prstGeom>
          <a:noFill/>
          <a:ln>
            <a:noFill/>
          </a:ln>
        </p:spPr>
      </p:pic>
      <p:sp>
        <p:nvSpPr>
          <p:cNvPr id="1698" name="Google Shape;1698;g3d1afc4545f_0_1136"/>
          <p:cNvSpPr txBox="1"/>
          <p:nvPr/>
        </p:nvSpPr>
        <p:spPr>
          <a:xfrm>
            <a:off x="-1" y="6288587"/>
            <a:ext cx="5981100" cy="3693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chemeClr val="dk1"/>
              </a:buClr>
              <a:buSzPts val="1800"/>
              <a:buFont typeface="Arial"/>
              <a:buNone/>
            </a:pPr>
            <a:r>
              <a:rPr b="0" i="0" lang="en-US" sz="1800" u="none" cap="none" strike="noStrike">
                <a:solidFill>
                  <a:schemeClr val="lt1"/>
                </a:solidFill>
                <a:latin typeface="Times New Roman"/>
                <a:ea typeface="Times New Roman"/>
                <a:cs typeface="Times New Roman"/>
                <a:sym typeface="Times New Roman"/>
              </a:rPr>
              <a:t>Term Paper Presentation | Ronit Dutta</a:t>
            </a:r>
            <a:endParaRPr b="0" i="0" sz="1800" u="none" cap="none" strike="noStrike">
              <a:solidFill>
                <a:schemeClr val="lt1"/>
              </a:solidFill>
              <a:latin typeface="Times New Roman"/>
              <a:ea typeface="Times New Roman"/>
              <a:cs typeface="Times New Roman"/>
              <a:sym typeface="Times New Roman"/>
            </a:endParaRPr>
          </a:p>
        </p:txBody>
      </p:sp>
      <p:pic>
        <p:nvPicPr>
          <p:cNvPr id="1699" name="Google Shape;1699;g3d1afc4545f_0_1136"/>
          <p:cNvPicPr preferRelativeResize="0"/>
          <p:nvPr/>
        </p:nvPicPr>
        <p:blipFill rotWithShape="1">
          <a:blip r:embed="rId4">
            <a:alphaModFix/>
          </a:blip>
          <a:srcRect b="0" l="0" r="0" t="0"/>
          <a:stretch/>
        </p:blipFill>
        <p:spPr>
          <a:xfrm>
            <a:off x="10590934" y="6330522"/>
            <a:ext cx="1499906" cy="585000"/>
          </a:xfrm>
          <a:prstGeom prst="rect">
            <a:avLst/>
          </a:prstGeom>
          <a:noFill/>
          <a:ln>
            <a:noFill/>
          </a:ln>
        </p:spPr>
      </p:pic>
      <p:sp>
        <p:nvSpPr>
          <p:cNvPr id="1700" name="Google Shape;1700;g3d1afc4545f_0_1136"/>
          <p:cNvSpPr txBox="1"/>
          <p:nvPr/>
        </p:nvSpPr>
        <p:spPr>
          <a:xfrm>
            <a:off x="-1" y="6288587"/>
            <a:ext cx="5981100" cy="6465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chemeClr val="dk1"/>
              </a:buClr>
              <a:buSzPts val="1800"/>
              <a:buFont typeface="Arial"/>
              <a:buNone/>
            </a:pPr>
            <a:r>
              <a:rPr b="0" i="0" lang="en-US" sz="1800" u="none" cap="none" strike="noStrike">
                <a:solidFill>
                  <a:schemeClr val="lt1"/>
                </a:solidFill>
                <a:latin typeface="Times New Roman"/>
                <a:ea typeface="Times New Roman"/>
                <a:cs typeface="Times New Roman"/>
                <a:sym typeface="Times New Roman"/>
              </a:rPr>
              <a:t>Machine Learning Professional</a:t>
            </a:r>
            <a:br>
              <a:rPr b="0" i="0" lang="en-US" sz="1800" u="none" cap="none" strike="noStrike">
                <a:solidFill>
                  <a:schemeClr val="lt1"/>
                </a:solidFill>
                <a:latin typeface="Times New Roman"/>
                <a:ea typeface="Times New Roman"/>
                <a:cs typeface="Times New Roman"/>
                <a:sym typeface="Times New Roman"/>
              </a:rPr>
            </a:br>
            <a:r>
              <a:rPr b="0" i="0" lang="en-US" sz="1800" u="none" cap="none" strike="noStrike">
                <a:solidFill>
                  <a:schemeClr val="lt1"/>
                </a:solidFill>
                <a:latin typeface="Times New Roman"/>
                <a:ea typeface="Times New Roman"/>
                <a:cs typeface="Times New Roman"/>
                <a:sym typeface="Times New Roman"/>
              </a:rPr>
              <a:t>Project Presentation</a:t>
            </a:r>
            <a:endParaRPr b="0" i="0" sz="1800" u="none" cap="none" strike="noStrike">
              <a:solidFill>
                <a:schemeClr val="lt1"/>
              </a:solidFill>
              <a:latin typeface="Times New Roman"/>
              <a:ea typeface="Times New Roman"/>
              <a:cs typeface="Times New Roman"/>
              <a:sym typeface="Times New Roman"/>
            </a:endParaRPr>
          </a:p>
        </p:txBody>
      </p:sp>
      <p:pic>
        <p:nvPicPr>
          <p:cNvPr id="1701" name="Google Shape;1701;g3d1afc4545f_0_1136"/>
          <p:cNvPicPr preferRelativeResize="0"/>
          <p:nvPr/>
        </p:nvPicPr>
        <p:blipFill rotWithShape="1">
          <a:blip r:embed="rId6">
            <a:alphaModFix/>
          </a:blip>
          <a:srcRect b="0" l="0" r="0" t="0"/>
          <a:stretch/>
        </p:blipFill>
        <p:spPr>
          <a:xfrm>
            <a:off x="10590875" y="6341462"/>
            <a:ext cx="1500023" cy="585000"/>
          </a:xfrm>
          <a:prstGeom prst="rect">
            <a:avLst/>
          </a:prstGeom>
          <a:noFill/>
          <a:ln>
            <a:noFill/>
          </a:ln>
        </p:spPr>
      </p:pic>
      <p:sp>
        <p:nvSpPr>
          <p:cNvPr id="1702" name="Google Shape;1702;g3d1afc4545f_0_1136"/>
          <p:cNvSpPr txBox="1"/>
          <p:nvPr/>
        </p:nvSpPr>
        <p:spPr>
          <a:xfrm>
            <a:off x="-1" y="6288587"/>
            <a:ext cx="5981100" cy="6465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chemeClr val="dk1"/>
              </a:buClr>
              <a:buSzPts val="1800"/>
              <a:buFont typeface="Arial"/>
              <a:buNone/>
            </a:pPr>
            <a:r>
              <a:rPr b="0" i="0" lang="en-US" sz="1800" u="none" cap="none" strike="noStrike">
                <a:solidFill>
                  <a:schemeClr val="lt1"/>
                </a:solidFill>
                <a:latin typeface="Times New Roman"/>
                <a:ea typeface="Times New Roman"/>
                <a:cs typeface="Times New Roman"/>
                <a:sym typeface="Times New Roman"/>
              </a:rPr>
              <a:t>Machine Learning Professional</a:t>
            </a:r>
            <a:br>
              <a:rPr b="0" i="0" lang="en-US" sz="1800" u="none" cap="none" strike="noStrike">
                <a:solidFill>
                  <a:schemeClr val="lt1"/>
                </a:solidFill>
                <a:latin typeface="Times New Roman"/>
                <a:ea typeface="Times New Roman"/>
                <a:cs typeface="Times New Roman"/>
                <a:sym typeface="Times New Roman"/>
              </a:rPr>
            </a:br>
            <a:r>
              <a:rPr b="0" i="0" lang="en-US" sz="1800" u="none" cap="none" strike="noStrike">
                <a:solidFill>
                  <a:schemeClr val="lt1"/>
                </a:solidFill>
                <a:latin typeface="Times New Roman"/>
                <a:ea typeface="Times New Roman"/>
                <a:cs typeface="Times New Roman"/>
                <a:sym typeface="Times New Roman"/>
              </a:rPr>
              <a:t>Project Presentation</a:t>
            </a:r>
            <a:endParaRPr b="0" i="0" sz="1800" u="none" cap="none" strike="noStrike">
              <a:solidFill>
                <a:schemeClr val="lt1"/>
              </a:solidFill>
              <a:latin typeface="Times New Roman"/>
              <a:ea typeface="Times New Roman"/>
              <a:cs typeface="Times New Roman"/>
              <a:sym typeface="Times New Roman"/>
            </a:endParaRPr>
          </a:p>
        </p:txBody>
      </p:sp>
      <p:pic>
        <p:nvPicPr>
          <p:cNvPr id="1703" name="Google Shape;1703;g3d1afc4545f_0_1136"/>
          <p:cNvPicPr preferRelativeResize="0"/>
          <p:nvPr/>
        </p:nvPicPr>
        <p:blipFill rotWithShape="1">
          <a:blip r:embed="rId6">
            <a:alphaModFix/>
          </a:blip>
          <a:srcRect b="0" l="0" r="0" t="0"/>
          <a:stretch/>
        </p:blipFill>
        <p:spPr>
          <a:xfrm>
            <a:off x="10590875" y="6330524"/>
            <a:ext cx="1500023" cy="585000"/>
          </a:xfrm>
          <a:prstGeom prst="rect">
            <a:avLst/>
          </a:prstGeom>
          <a:noFill/>
          <a:ln>
            <a:noFill/>
          </a:ln>
        </p:spPr>
      </p:pic>
      <p:sp>
        <p:nvSpPr>
          <p:cNvPr id="1704" name="Google Shape;1704;g3d1afc4545f_0_1136"/>
          <p:cNvSpPr txBox="1"/>
          <p:nvPr/>
        </p:nvSpPr>
        <p:spPr>
          <a:xfrm>
            <a:off x="-1" y="6234672"/>
            <a:ext cx="5981100" cy="6465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chemeClr val="dk1"/>
              </a:buClr>
              <a:buSzPts val="1800"/>
              <a:buFont typeface="Arial"/>
              <a:buNone/>
            </a:pPr>
            <a:r>
              <a:rPr b="0" i="0" lang="en-US" sz="1800" u="none" cap="none" strike="noStrike">
                <a:solidFill>
                  <a:schemeClr val="lt1"/>
                </a:solidFill>
                <a:latin typeface="Times New Roman"/>
                <a:ea typeface="Times New Roman"/>
                <a:cs typeface="Times New Roman"/>
                <a:sym typeface="Times New Roman"/>
              </a:rPr>
              <a:t>Machine Learning Professional</a:t>
            </a:r>
            <a:br>
              <a:rPr b="0" i="0" lang="en-US" sz="1800" u="none" cap="none" strike="noStrike">
                <a:solidFill>
                  <a:schemeClr val="lt1"/>
                </a:solidFill>
                <a:latin typeface="Times New Roman"/>
                <a:ea typeface="Times New Roman"/>
                <a:cs typeface="Times New Roman"/>
                <a:sym typeface="Times New Roman"/>
              </a:rPr>
            </a:br>
            <a:r>
              <a:rPr b="0" i="0" lang="en-US" sz="1800" u="none" cap="none" strike="noStrike">
                <a:solidFill>
                  <a:schemeClr val="lt1"/>
                </a:solidFill>
                <a:latin typeface="Times New Roman"/>
                <a:ea typeface="Times New Roman"/>
                <a:cs typeface="Times New Roman"/>
                <a:sym typeface="Times New Roman"/>
              </a:rPr>
              <a:t>Project Presentation</a:t>
            </a:r>
            <a:endParaRPr b="0" i="0" sz="1800" u="none" cap="none" strike="noStrike">
              <a:solidFill>
                <a:schemeClr val="lt1"/>
              </a:solidFill>
              <a:latin typeface="Times New Roman"/>
              <a:ea typeface="Times New Roman"/>
              <a:cs typeface="Times New Roman"/>
              <a:sym typeface="Times New Roman"/>
            </a:endParaRPr>
          </a:p>
        </p:txBody>
      </p:sp>
      <p:pic>
        <p:nvPicPr>
          <p:cNvPr id="1705" name="Google Shape;1705;g3d1afc4545f_0_1136"/>
          <p:cNvPicPr preferRelativeResize="0"/>
          <p:nvPr/>
        </p:nvPicPr>
        <p:blipFill rotWithShape="1">
          <a:blip r:embed="rId6">
            <a:alphaModFix/>
          </a:blip>
          <a:srcRect b="0" l="0" r="0" t="0"/>
          <a:stretch/>
        </p:blipFill>
        <p:spPr>
          <a:xfrm>
            <a:off x="10590875" y="6330524"/>
            <a:ext cx="1500023" cy="585000"/>
          </a:xfrm>
          <a:prstGeom prst="rect">
            <a:avLst/>
          </a:prstGeom>
          <a:noFill/>
          <a:ln>
            <a:noFill/>
          </a:ln>
        </p:spPr>
      </p:pic>
      <p:sp>
        <p:nvSpPr>
          <p:cNvPr id="1706" name="Google Shape;1706;g3d1afc4545f_0_1136"/>
          <p:cNvSpPr txBox="1"/>
          <p:nvPr/>
        </p:nvSpPr>
        <p:spPr>
          <a:xfrm>
            <a:off x="-1" y="6234672"/>
            <a:ext cx="5981100" cy="6465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chemeClr val="dk1"/>
              </a:buClr>
              <a:buSzPts val="1800"/>
              <a:buFont typeface="Arial"/>
              <a:buNone/>
            </a:pPr>
            <a:r>
              <a:rPr b="0" i="0" lang="en-US" sz="1800" u="none" cap="none" strike="noStrike">
                <a:solidFill>
                  <a:schemeClr val="lt1"/>
                </a:solidFill>
                <a:latin typeface="Times New Roman"/>
                <a:ea typeface="Times New Roman"/>
                <a:cs typeface="Times New Roman"/>
                <a:sym typeface="Times New Roman"/>
              </a:rPr>
              <a:t>Machine Learning Professional</a:t>
            </a:r>
            <a:br>
              <a:rPr b="0" i="0" lang="en-US" sz="1800" u="none" cap="none" strike="noStrike">
                <a:solidFill>
                  <a:schemeClr val="lt1"/>
                </a:solidFill>
                <a:latin typeface="Times New Roman"/>
                <a:ea typeface="Times New Roman"/>
                <a:cs typeface="Times New Roman"/>
                <a:sym typeface="Times New Roman"/>
              </a:rPr>
            </a:br>
            <a:r>
              <a:rPr b="0" i="0" lang="en-US" sz="1800" u="none" cap="none" strike="noStrike">
                <a:solidFill>
                  <a:schemeClr val="lt1"/>
                </a:solidFill>
                <a:latin typeface="Times New Roman"/>
                <a:ea typeface="Times New Roman"/>
                <a:cs typeface="Times New Roman"/>
                <a:sym typeface="Times New Roman"/>
              </a:rPr>
              <a:t>Project Presentation</a:t>
            </a:r>
            <a:endParaRPr b="0" i="0" sz="1800" u="none" cap="none" strike="noStrike">
              <a:solidFill>
                <a:schemeClr val="lt1"/>
              </a:solidFill>
              <a:latin typeface="Times New Roman"/>
              <a:ea typeface="Times New Roman"/>
              <a:cs typeface="Times New Roman"/>
              <a:sym typeface="Times New Roman"/>
            </a:endParaRPr>
          </a:p>
        </p:txBody>
      </p:sp>
      <p:pic>
        <p:nvPicPr>
          <p:cNvPr id="1707" name="Google Shape;1707;g3d1afc4545f_0_1136"/>
          <p:cNvPicPr preferRelativeResize="0"/>
          <p:nvPr/>
        </p:nvPicPr>
        <p:blipFill rotWithShape="1">
          <a:blip r:embed="rId6">
            <a:alphaModFix/>
          </a:blip>
          <a:srcRect b="0" l="0" r="0" t="0"/>
          <a:stretch/>
        </p:blipFill>
        <p:spPr>
          <a:xfrm>
            <a:off x="10590875" y="6330524"/>
            <a:ext cx="1500023" cy="585000"/>
          </a:xfrm>
          <a:prstGeom prst="rect">
            <a:avLst/>
          </a:prstGeom>
          <a:noFill/>
          <a:ln>
            <a:noFill/>
          </a:ln>
        </p:spPr>
      </p:pic>
      <p:sp>
        <p:nvSpPr>
          <p:cNvPr id="1708" name="Google Shape;1708;g3d1afc4545f_0_1136"/>
          <p:cNvSpPr txBox="1"/>
          <p:nvPr/>
        </p:nvSpPr>
        <p:spPr>
          <a:xfrm>
            <a:off x="-1" y="6234672"/>
            <a:ext cx="5981100" cy="6465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chemeClr val="dk1"/>
              </a:buClr>
              <a:buSzPts val="1800"/>
              <a:buFont typeface="Arial"/>
              <a:buNone/>
            </a:pPr>
            <a:r>
              <a:rPr b="0" i="0" lang="en-US" sz="1800" u="none" cap="none" strike="noStrike">
                <a:solidFill>
                  <a:schemeClr val="lt1"/>
                </a:solidFill>
                <a:latin typeface="Times New Roman"/>
                <a:ea typeface="Times New Roman"/>
                <a:cs typeface="Times New Roman"/>
                <a:sym typeface="Times New Roman"/>
              </a:rPr>
              <a:t>Nanoelectronics - Seminar Presentation</a:t>
            </a:r>
            <a:br>
              <a:rPr b="0" i="0" lang="en-US" sz="1800" u="none" cap="none" strike="noStrike">
                <a:solidFill>
                  <a:schemeClr val="lt1"/>
                </a:solidFill>
                <a:latin typeface="Times New Roman"/>
                <a:ea typeface="Times New Roman"/>
                <a:cs typeface="Times New Roman"/>
                <a:sym typeface="Times New Roman"/>
              </a:rPr>
            </a:br>
            <a:r>
              <a:rPr b="0" i="0" lang="en-US" sz="1800" u="none" cap="none" strike="noStrike">
                <a:solidFill>
                  <a:schemeClr val="lt1"/>
                </a:solidFill>
                <a:latin typeface="Times New Roman"/>
                <a:ea typeface="Times New Roman"/>
                <a:cs typeface="Times New Roman"/>
                <a:sym typeface="Times New Roman"/>
              </a:rPr>
              <a:t>Ronit Dutta</a:t>
            </a:r>
            <a:endParaRPr b="0" i="0" sz="1800" u="none" cap="none" strike="noStrike">
              <a:solidFill>
                <a:schemeClr val="lt1"/>
              </a:solidFill>
              <a:latin typeface="Times New Roman"/>
              <a:ea typeface="Times New Roman"/>
              <a:cs typeface="Times New Roman"/>
              <a:sym typeface="Times New Roman"/>
            </a:endParaRPr>
          </a:p>
        </p:txBody>
      </p:sp>
      <p:pic>
        <p:nvPicPr>
          <p:cNvPr id="1709" name="Google Shape;1709;g3d1afc4545f_0_1136"/>
          <p:cNvPicPr preferRelativeResize="0"/>
          <p:nvPr/>
        </p:nvPicPr>
        <p:blipFill rotWithShape="1">
          <a:blip r:embed="rId6">
            <a:alphaModFix/>
          </a:blip>
          <a:srcRect b="0" l="0" r="0" t="0"/>
          <a:stretch/>
        </p:blipFill>
        <p:spPr>
          <a:xfrm>
            <a:off x="10590875" y="6330524"/>
            <a:ext cx="1500023" cy="585000"/>
          </a:xfrm>
          <a:prstGeom prst="rect">
            <a:avLst/>
          </a:prstGeom>
          <a:noFill/>
          <a:ln>
            <a:noFill/>
          </a:ln>
        </p:spPr>
      </p:pic>
      <p:pic>
        <p:nvPicPr>
          <p:cNvPr id="1710" name="Google Shape;1710;g3d1afc4545f_0_1136"/>
          <p:cNvPicPr preferRelativeResize="0"/>
          <p:nvPr/>
        </p:nvPicPr>
        <p:blipFill rotWithShape="1">
          <a:blip r:embed="rId9">
            <a:alphaModFix/>
          </a:blip>
          <a:srcRect b="0" l="0" r="0" t="0"/>
          <a:stretch/>
        </p:blipFill>
        <p:spPr>
          <a:xfrm>
            <a:off x="0" y="6234674"/>
            <a:ext cx="12192000" cy="1165875"/>
          </a:xfrm>
          <a:prstGeom prst="rect">
            <a:avLst/>
          </a:prstGeom>
          <a:noFill/>
          <a:ln>
            <a:noFill/>
          </a:ln>
        </p:spPr>
      </p:pic>
      <p:sp>
        <p:nvSpPr>
          <p:cNvPr id="1711" name="Google Shape;1711;g3d1afc4545f_0_1136"/>
          <p:cNvSpPr txBox="1"/>
          <p:nvPr/>
        </p:nvSpPr>
        <p:spPr>
          <a:xfrm>
            <a:off x="-1" y="6310697"/>
            <a:ext cx="5981100" cy="6465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chemeClr val="dk1"/>
              </a:buClr>
              <a:buSzPts val="1800"/>
              <a:buFont typeface="Arial"/>
              <a:buNone/>
            </a:pPr>
            <a:r>
              <a:rPr lang="en-US" sz="1800">
                <a:solidFill>
                  <a:schemeClr val="lt1"/>
                </a:solidFill>
                <a:latin typeface="Times New Roman"/>
                <a:ea typeface="Times New Roman"/>
                <a:cs typeface="Times New Roman"/>
                <a:sym typeface="Times New Roman"/>
              </a:rPr>
              <a:t>Applied Mathematics for Engineering [MIDTERM PROJECT]</a:t>
            </a:r>
            <a:br>
              <a:rPr b="0" i="0" lang="en-US" sz="1800" u="none" cap="none" strike="noStrike">
                <a:solidFill>
                  <a:schemeClr val="lt1"/>
                </a:solidFill>
                <a:latin typeface="Times New Roman"/>
                <a:ea typeface="Times New Roman"/>
                <a:cs typeface="Times New Roman"/>
                <a:sym typeface="Times New Roman"/>
              </a:rPr>
            </a:br>
            <a:r>
              <a:rPr b="0" i="0" lang="en-US" sz="1800" u="none" cap="none" strike="noStrike">
                <a:solidFill>
                  <a:schemeClr val="lt1"/>
                </a:solidFill>
                <a:latin typeface="Times New Roman"/>
                <a:ea typeface="Times New Roman"/>
                <a:cs typeface="Times New Roman"/>
                <a:sym typeface="Times New Roman"/>
              </a:rPr>
              <a:t>Ronit Dutta</a:t>
            </a:r>
            <a:endParaRPr b="0" i="0" sz="1800" u="none" cap="none" strike="noStrike">
              <a:solidFill>
                <a:schemeClr val="lt1"/>
              </a:solidFill>
              <a:latin typeface="Times New Roman"/>
              <a:ea typeface="Times New Roman"/>
              <a:cs typeface="Times New Roman"/>
              <a:sym typeface="Times New Roman"/>
            </a:endParaRPr>
          </a:p>
        </p:txBody>
      </p:sp>
      <p:pic>
        <p:nvPicPr>
          <p:cNvPr id="1712" name="Google Shape;1712;g3d1afc4545f_0_1136"/>
          <p:cNvPicPr preferRelativeResize="0"/>
          <p:nvPr/>
        </p:nvPicPr>
        <p:blipFill rotWithShape="1">
          <a:blip r:embed="rId6">
            <a:alphaModFix/>
          </a:blip>
          <a:srcRect b="0" l="0" r="0" t="0"/>
          <a:stretch/>
        </p:blipFill>
        <p:spPr>
          <a:xfrm>
            <a:off x="10579375" y="6341449"/>
            <a:ext cx="1500023" cy="585000"/>
          </a:xfrm>
          <a:prstGeom prst="rect">
            <a:avLst/>
          </a:prstGeom>
          <a:noFill/>
          <a:ln>
            <a:noFill/>
          </a:ln>
        </p:spPr>
      </p:pic>
      <p:pic>
        <p:nvPicPr>
          <p:cNvPr id="1713" name="Google Shape;1713;g3d1afc4545f_0_1136"/>
          <p:cNvPicPr preferRelativeResize="0"/>
          <p:nvPr/>
        </p:nvPicPr>
        <p:blipFill rotWithShape="1">
          <a:blip r:embed="rId9">
            <a:alphaModFix/>
          </a:blip>
          <a:srcRect b="0" l="0" r="0" t="0"/>
          <a:stretch/>
        </p:blipFill>
        <p:spPr>
          <a:xfrm>
            <a:off x="0" y="6330524"/>
            <a:ext cx="12192000" cy="1165875"/>
          </a:xfrm>
          <a:prstGeom prst="rect">
            <a:avLst/>
          </a:prstGeom>
          <a:noFill/>
          <a:ln>
            <a:noFill/>
          </a:ln>
        </p:spPr>
      </p:pic>
      <p:sp>
        <p:nvSpPr>
          <p:cNvPr id="1714" name="Google Shape;1714;g3d1afc4545f_0_1136"/>
          <p:cNvSpPr txBox="1"/>
          <p:nvPr/>
        </p:nvSpPr>
        <p:spPr>
          <a:xfrm>
            <a:off x="-1" y="6445547"/>
            <a:ext cx="5981100" cy="6465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chemeClr val="dk1"/>
              </a:buClr>
              <a:buSzPts val="1800"/>
              <a:buFont typeface="Arial"/>
              <a:buNone/>
            </a:pPr>
            <a:r>
              <a:rPr lang="en-US" sz="1800">
                <a:solidFill>
                  <a:schemeClr val="lt1"/>
                </a:solidFill>
                <a:latin typeface="Times New Roman"/>
                <a:ea typeface="Times New Roman"/>
                <a:cs typeface="Times New Roman"/>
                <a:sym typeface="Times New Roman"/>
              </a:rPr>
              <a:t>Applied Mathematics for Engineering [MIDTERM PROJECT]</a:t>
            </a:r>
            <a:br>
              <a:rPr b="0" i="0" lang="en-US" sz="1800" u="none" cap="none" strike="noStrike">
                <a:solidFill>
                  <a:schemeClr val="lt1"/>
                </a:solidFill>
                <a:latin typeface="Times New Roman"/>
                <a:ea typeface="Times New Roman"/>
                <a:cs typeface="Times New Roman"/>
                <a:sym typeface="Times New Roman"/>
              </a:rPr>
            </a:br>
            <a:r>
              <a:rPr b="0" i="0" lang="en-US" sz="1800" u="none" cap="none" strike="noStrike">
                <a:solidFill>
                  <a:schemeClr val="lt1"/>
                </a:solidFill>
                <a:latin typeface="Times New Roman"/>
                <a:ea typeface="Times New Roman"/>
                <a:cs typeface="Times New Roman"/>
                <a:sym typeface="Times New Roman"/>
              </a:rPr>
              <a:t>Ronit Dutta</a:t>
            </a:r>
            <a:endParaRPr b="0" i="0" sz="1800" u="none" cap="none" strike="noStrike">
              <a:solidFill>
                <a:schemeClr val="lt1"/>
              </a:solidFill>
              <a:latin typeface="Times New Roman"/>
              <a:ea typeface="Times New Roman"/>
              <a:cs typeface="Times New Roman"/>
              <a:sym typeface="Times New Roman"/>
            </a:endParaRPr>
          </a:p>
        </p:txBody>
      </p:sp>
      <p:pic>
        <p:nvPicPr>
          <p:cNvPr id="1715" name="Google Shape;1715;g3d1afc4545f_0_1136"/>
          <p:cNvPicPr preferRelativeResize="0"/>
          <p:nvPr/>
        </p:nvPicPr>
        <p:blipFill rotWithShape="1">
          <a:blip r:embed="rId6">
            <a:alphaModFix/>
          </a:blip>
          <a:srcRect b="0" l="0" r="0" t="0"/>
          <a:stretch/>
        </p:blipFill>
        <p:spPr>
          <a:xfrm>
            <a:off x="10579375" y="6476299"/>
            <a:ext cx="1500023" cy="585000"/>
          </a:xfrm>
          <a:prstGeom prst="rect">
            <a:avLst/>
          </a:prstGeom>
          <a:noFill/>
          <a:ln>
            <a:noFill/>
          </a:ln>
        </p:spPr>
      </p:pic>
      <p:pic>
        <p:nvPicPr>
          <p:cNvPr id="1716" name="Google Shape;1716;g3d1afc4545f_0_1136"/>
          <p:cNvPicPr preferRelativeResize="0"/>
          <p:nvPr/>
        </p:nvPicPr>
        <p:blipFill rotWithShape="1">
          <a:blip r:embed="rId4">
            <a:alphaModFix/>
          </a:blip>
          <a:srcRect b="0" l="0" r="0" t="0"/>
          <a:stretch/>
        </p:blipFill>
        <p:spPr>
          <a:xfrm>
            <a:off x="10590934" y="6330522"/>
            <a:ext cx="1499906" cy="585000"/>
          </a:xfrm>
          <a:prstGeom prst="rect">
            <a:avLst/>
          </a:prstGeom>
          <a:noFill/>
          <a:ln>
            <a:noFill/>
          </a:ln>
        </p:spPr>
      </p:pic>
      <p:sp>
        <p:nvSpPr>
          <p:cNvPr id="1717" name="Google Shape;1717;g3d1afc4545f_0_1136"/>
          <p:cNvSpPr txBox="1"/>
          <p:nvPr/>
        </p:nvSpPr>
        <p:spPr>
          <a:xfrm>
            <a:off x="-1" y="6288587"/>
            <a:ext cx="5981100" cy="3693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chemeClr val="dk1"/>
              </a:buClr>
              <a:buSzPts val="1800"/>
              <a:buFont typeface="Arial"/>
              <a:buNone/>
            </a:pPr>
            <a:r>
              <a:rPr b="0" i="0" lang="en-US" sz="1800" u="none" cap="none" strike="noStrike">
                <a:solidFill>
                  <a:schemeClr val="lt1"/>
                </a:solidFill>
                <a:latin typeface="Times New Roman"/>
                <a:ea typeface="Times New Roman"/>
                <a:cs typeface="Times New Roman"/>
                <a:sym typeface="Times New Roman"/>
              </a:rPr>
              <a:t>Term Paper Presentation | Ronit Dutta</a:t>
            </a:r>
            <a:endParaRPr b="0" i="0" sz="1800" u="none" cap="none" strike="noStrike">
              <a:solidFill>
                <a:schemeClr val="lt1"/>
              </a:solidFill>
              <a:latin typeface="Times New Roman"/>
              <a:ea typeface="Times New Roman"/>
              <a:cs typeface="Times New Roman"/>
              <a:sym typeface="Times New Roman"/>
            </a:endParaRPr>
          </a:p>
        </p:txBody>
      </p:sp>
      <p:pic>
        <p:nvPicPr>
          <p:cNvPr id="1718" name="Google Shape;1718;g3d1afc4545f_0_1136"/>
          <p:cNvPicPr preferRelativeResize="0"/>
          <p:nvPr/>
        </p:nvPicPr>
        <p:blipFill rotWithShape="1">
          <a:blip r:embed="rId4">
            <a:alphaModFix/>
          </a:blip>
          <a:srcRect b="0" l="0" r="0" t="0"/>
          <a:stretch/>
        </p:blipFill>
        <p:spPr>
          <a:xfrm>
            <a:off x="10590934" y="6330522"/>
            <a:ext cx="1499906" cy="585000"/>
          </a:xfrm>
          <a:prstGeom prst="rect">
            <a:avLst/>
          </a:prstGeom>
          <a:noFill/>
          <a:ln>
            <a:noFill/>
          </a:ln>
        </p:spPr>
      </p:pic>
      <p:sp>
        <p:nvSpPr>
          <p:cNvPr id="1719" name="Google Shape;1719;g3d1afc4545f_0_1136"/>
          <p:cNvSpPr txBox="1"/>
          <p:nvPr/>
        </p:nvSpPr>
        <p:spPr>
          <a:xfrm>
            <a:off x="-1" y="6288587"/>
            <a:ext cx="5981100" cy="3693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chemeClr val="dk1"/>
              </a:buClr>
              <a:buSzPts val="1800"/>
              <a:buFont typeface="Arial"/>
              <a:buNone/>
            </a:pPr>
            <a:r>
              <a:rPr b="0" i="0" lang="en-US" sz="1800" u="none" cap="none" strike="noStrike">
                <a:solidFill>
                  <a:schemeClr val="lt1"/>
                </a:solidFill>
                <a:latin typeface="Times New Roman"/>
                <a:ea typeface="Times New Roman"/>
                <a:cs typeface="Times New Roman"/>
                <a:sym typeface="Times New Roman"/>
              </a:rPr>
              <a:t>Term Paper Presentation | Ronit Dutta</a:t>
            </a:r>
            <a:endParaRPr b="0" i="0" sz="1800" u="none" cap="none" strike="noStrike">
              <a:solidFill>
                <a:schemeClr val="lt1"/>
              </a:solidFill>
              <a:latin typeface="Times New Roman"/>
              <a:ea typeface="Times New Roman"/>
              <a:cs typeface="Times New Roman"/>
              <a:sym typeface="Times New Roman"/>
            </a:endParaRPr>
          </a:p>
        </p:txBody>
      </p:sp>
      <p:pic>
        <p:nvPicPr>
          <p:cNvPr id="1720" name="Google Shape;1720;g3d1afc4545f_0_1136"/>
          <p:cNvPicPr preferRelativeResize="0"/>
          <p:nvPr/>
        </p:nvPicPr>
        <p:blipFill rotWithShape="1">
          <a:blip r:embed="rId4">
            <a:alphaModFix/>
          </a:blip>
          <a:srcRect b="0" l="0" r="0" t="0"/>
          <a:stretch/>
        </p:blipFill>
        <p:spPr>
          <a:xfrm>
            <a:off x="10590934" y="6330522"/>
            <a:ext cx="1499906" cy="585000"/>
          </a:xfrm>
          <a:prstGeom prst="rect">
            <a:avLst/>
          </a:prstGeom>
          <a:noFill/>
          <a:ln>
            <a:noFill/>
          </a:ln>
        </p:spPr>
      </p:pic>
      <p:sp>
        <p:nvSpPr>
          <p:cNvPr id="1721" name="Google Shape;1721;g3d1afc4545f_0_1136"/>
          <p:cNvSpPr txBox="1"/>
          <p:nvPr/>
        </p:nvSpPr>
        <p:spPr>
          <a:xfrm>
            <a:off x="-1" y="6288587"/>
            <a:ext cx="5981100" cy="6465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chemeClr val="dk1"/>
              </a:buClr>
              <a:buSzPts val="1800"/>
              <a:buFont typeface="Arial"/>
              <a:buNone/>
            </a:pPr>
            <a:r>
              <a:rPr b="0" i="0" lang="en-US" sz="1800" u="none" cap="none" strike="noStrike">
                <a:solidFill>
                  <a:schemeClr val="lt1"/>
                </a:solidFill>
                <a:latin typeface="Times New Roman"/>
                <a:ea typeface="Times New Roman"/>
                <a:cs typeface="Times New Roman"/>
                <a:sym typeface="Times New Roman"/>
              </a:rPr>
              <a:t>Machine Learning Professional</a:t>
            </a:r>
            <a:br>
              <a:rPr b="0" i="0" lang="en-US" sz="1800" u="none" cap="none" strike="noStrike">
                <a:solidFill>
                  <a:schemeClr val="lt1"/>
                </a:solidFill>
                <a:latin typeface="Times New Roman"/>
                <a:ea typeface="Times New Roman"/>
                <a:cs typeface="Times New Roman"/>
                <a:sym typeface="Times New Roman"/>
              </a:rPr>
            </a:br>
            <a:r>
              <a:rPr b="0" i="0" lang="en-US" sz="1800" u="none" cap="none" strike="noStrike">
                <a:solidFill>
                  <a:schemeClr val="lt1"/>
                </a:solidFill>
                <a:latin typeface="Times New Roman"/>
                <a:ea typeface="Times New Roman"/>
                <a:cs typeface="Times New Roman"/>
                <a:sym typeface="Times New Roman"/>
              </a:rPr>
              <a:t>Project Presentation</a:t>
            </a:r>
            <a:endParaRPr b="0" i="0" sz="1800" u="none" cap="none" strike="noStrike">
              <a:solidFill>
                <a:schemeClr val="lt1"/>
              </a:solidFill>
              <a:latin typeface="Times New Roman"/>
              <a:ea typeface="Times New Roman"/>
              <a:cs typeface="Times New Roman"/>
              <a:sym typeface="Times New Roman"/>
            </a:endParaRPr>
          </a:p>
        </p:txBody>
      </p:sp>
      <p:pic>
        <p:nvPicPr>
          <p:cNvPr id="1722" name="Google Shape;1722;g3d1afc4545f_0_1136"/>
          <p:cNvPicPr preferRelativeResize="0"/>
          <p:nvPr/>
        </p:nvPicPr>
        <p:blipFill rotWithShape="1">
          <a:blip r:embed="rId6">
            <a:alphaModFix/>
          </a:blip>
          <a:srcRect b="0" l="0" r="0" t="0"/>
          <a:stretch/>
        </p:blipFill>
        <p:spPr>
          <a:xfrm>
            <a:off x="10590875" y="6341462"/>
            <a:ext cx="1500023" cy="585000"/>
          </a:xfrm>
          <a:prstGeom prst="rect">
            <a:avLst/>
          </a:prstGeom>
          <a:noFill/>
          <a:ln>
            <a:noFill/>
          </a:ln>
        </p:spPr>
      </p:pic>
      <p:sp>
        <p:nvSpPr>
          <p:cNvPr id="1723" name="Google Shape;1723;g3d1afc4545f_0_1136"/>
          <p:cNvSpPr txBox="1"/>
          <p:nvPr/>
        </p:nvSpPr>
        <p:spPr>
          <a:xfrm>
            <a:off x="-1" y="6288587"/>
            <a:ext cx="5981100" cy="6465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chemeClr val="dk1"/>
              </a:buClr>
              <a:buSzPts val="1800"/>
              <a:buFont typeface="Arial"/>
              <a:buNone/>
            </a:pPr>
            <a:r>
              <a:rPr b="0" i="0" lang="en-US" sz="1800" u="none" cap="none" strike="noStrike">
                <a:solidFill>
                  <a:schemeClr val="lt1"/>
                </a:solidFill>
                <a:latin typeface="Times New Roman"/>
                <a:ea typeface="Times New Roman"/>
                <a:cs typeface="Times New Roman"/>
                <a:sym typeface="Times New Roman"/>
              </a:rPr>
              <a:t>Machine Learning Professional</a:t>
            </a:r>
            <a:br>
              <a:rPr b="0" i="0" lang="en-US" sz="1800" u="none" cap="none" strike="noStrike">
                <a:solidFill>
                  <a:schemeClr val="lt1"/>
                </a:solidFill>
                <a:latin typeface="Times New Roman"/>
                <a:ea typeface="Times New Roman"/>
                <a:cs typeface="Times New Roman"/>
                <a:sym typeface="Times New Roman"/>
              </a:rPr>
            </a:br>
            <a:r>
              <a:rPr b="0" i="0" lang="en-US" sz="1800" u="none" cap="none" strike="noStrike">
                <a:solidFill>
                  <a:schemeClr val="lt1"/>
                </a:solidFill>
                <a:latin typeface="Times New Roman"/>
                <a:ea typeface="Times New Roman"/>
                <a:cs typeface="Times New Roman"/>
                <a:sym typeface="Times New Roman"/>
              </a:rPr>
              <a:t>Project Presentation</a:t>
            </a:r>
            <a:endParaRPr b="0" i="0" sz="1800" u="none" cap="none" strike="noStrike">
              <a:solidFill>
                <a:schemeClr val="lt1"/>
              </a:solidFill>
              <a:latin typeface="Times New Roman"/>
              <a:ea typeface="Times New Roman"/>
              <a:cs typeface="Times New Roman"/>
              <a:sym typeface="Times New Roman"/>
            </a:endParaRPr>
          </a:p>
        </p:txBody>
      </p:sp>
      <p:pic>
        <p:nvPicPr>
          <p:cNvPr id="1724" name="Google Shape;1724;g3d1afc4545f_0_1136"/>
          <p:cNvPicPr preferRelativeResize="0"/>
          <p:nvPr/>
        </p:nvPicPr>
        <p:blipFill rotWithShape="1">
          <a:blip r:embed="rId6">
            <a:alphaModFix/>
          </a:blip>
          <a:srcRect b="0" l="0" r="0" t="0"/>
          <a:stretch/>
        </p:blipFill>
        <p:spPr>
          <a:xfrm>
            <a:off x="10590875" y="6330524"/>
            <a:ext cx="1500023" cy="585000"/>
          </a:xfrm>
          <a:prstGeom prst="rect">
            <a:avLst/>
          </a:prstGeom>
          <a:noFill/>
          <a:ln>
            <a:noFill/>
          </a:ln>
        </p:spPr>
      </p:pic>
      <p:sp>
        <p:nvSpPr>
          <p:cNvPr id="1725" name="Google Shape;1725;g3d1afc4545f_0_1136"/>
          <p:cNvSpPr txBox="1"/>
          <p:nvPr/>
        </p:nvSpPr>
        <p:spPr>
          <a:xfrm>
            <a:off x="-1" y="6234672"/>
            <a:ext cx="5981100" cy="6465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chemeClr val="dk1"/>
              </a:buClr>
              <a:buSzPts val="1800"/>
              <a:buFont typeface="Arial"/>
              <a:buNone/>
            </a:pPr>
            <a:r>
              <a:rPr b="0" i="0" lang="en-US" sz="1800" u="none" cap="none" strike="noStrike">
                <a:solidFill>
                  <a:schemeClr val="lt1"/>
                </a:solidFill>
                <a:latin typeface="Times New Roman"/>
                <a:ea typeface="Times New Roman"/>
                <a:cs typeface="Times New Roman"/>
                <a:sym typeface="Times New Roman"/>
              </a:rPr>
              <a:t>Machine Learning Professional</a:t>
            </a:r>
            <a:br>
              <a:rPr b="0" i="0" lang="en-US" sz="1800" u="none" cap="none" strike="noStrike">
                <a:solidFill>
                  <a:schemeClr val="lt1"/>
                </a:solidFill>
                <a:latin typeface="Times New Roman"/>
                <a:ea typeface="Times New Roman"/>
                <a:cs typeface="Times New Roman"/>
                <a:sym typeface="Times New Roman"/>
              </a:rPr>
            </a:br>
            <a:r>
              <a:rPr b="0" i="0" lang="en-US" sz="1800" u="none" cap="none" strike="noStrike">
                <a:solidFill>
                  <a:schemeClr val="lt1"/>
                </a:solidFill>
                <a:latin typeface="Times New Roman"/>
                <a:ea typeface="Times New Roman"/>
                <a:cs typeface="Times New Roman"/>
                <a:sym typeface="Times New Roman"/>
              </a:rPr>
              <a:t>Project Presentation</a:t>
            </a:r>
            <a:endParaRPr b="0" i="0" sz="1800" u="none" cap="none" strike="noStrike">
              <a:solidFill>
                <a:schemeClr val="lt1"/>
              </a:solidFill>
              <a:latin typeface="Times New Roman"/>
              <a:ea typeface="Times New Roman"/>
              <a:cs typeface="Times New Roman"/>
              <a:sym typeface="Times New Roman"/>
            </a:endParaRPr>
          </a:p>
        </p:txBody>
      </p:sp>
      <p:pic>
        <p:nvPicPr>
          <p:cNvPr id="1726" name="Google Shape;1726;g3d1afc4545f_0_1136"/>
          <p:cNvPicPr preferRelativeResize="0"/>
          <p:nvPr/>
        </p:nvPicPr>
        <p:blipFill rotWithShape="1">
          <a:blip r:embed="rId6">
            <a:alphaModFix/>
          </a:blip>
          <a:srcRect b="0" l="0" r="0" t="0"/>
          <a:stretch/>
        </p:blipFill>
        <p:spPr>
          <a:xfrm>
            <a:off x="10590875" y="6330524"/>
            <a:ext cx="1500023" cy="585000"/>
          </a:xfrm>
          <a:prstGeom prst="rect">
            <a:avLst/>
          </a:prstGeom>
          <a:noFill/>
          <a:ln>
            <a:noFill/>
          </a:ln>
        </p:spPr>
      </p:pic>
      <p:sp>
        <p:nvSpPr>
          <p:cNvPr id="1727" name="Google Shape;1727;g3d1afc4545f_0_1136"/>
          <p:cNvSpPr txBox="1"/>
          <p:nvPr/>
        </p:nvSpPr>
        <p:spPr>
          <a:xfrm>
            <a:off x="-1" y="6234672"/>
            <a:ext cx="5981100" cy="6465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chemeClr val="dk1"/>
              </a:buClr>
              <a:buSzPts val="1800"/>
              <a:buFont typeface="Arial"/>
              <a:buNone/>
            </a:pPr>
            <a:r>
              <a:rPr b="0" i="0" lang="en-US" sz="1800" u="none" cap="none" strike="noStrike">
                <a:solidFill>
                  <a:schemeClr val="lt1"/>
                </a:solidFill>
                <a:latin typeface="Times New Roman"/>
                <a:ea typeface="Times New Roman"/>
                <a:cs typeface="Times New Roman"/>
                <a:sym typeface="Times New Roman"/>
              </a:rPr>
              <a:t>Machine Learning Professional</a:t>
            </a:r>
            <a:br>
              <a:rPr b="0" i="0" lang="en-US" sz="1800" u="none" cap="none" strike="noStrike">
                <a:solidFill>
                  <a:schemeClr val="lt1"/>
                </a:solidFill>
                <a:latin typeface="Times New Roman"/>
                <a:ea typeface="Times New Roman"/>
                <a:cs typeface="Times New Roman"/>
                <a:sym typeface="Times New Roman"/>
              </a:rPr>
            </a:br>
            <a:r>
              <a:rPr b="0" i="0" lang="en-US" sz="1800" u="none" cap="none" strike="noStrike">
                <a:solidFill>
                  <a:schemeClr val="lt1"/>
                </a:solidFill>
                <a:latin typeface="Times New Roman"/>
                <a:ea typeface="Times New Roman"/>
                <a:cs typeface="Times New Roman"/>
                <a:sym typeface="Times New Roman"/>
              </a:rPr>
              <a:t>Project Presentation</a:t>
            </a:r>
            <a:endParaRPr b="0" i="0" sz="1800" u="none" cap="none" strike="noStrike">
              <a:solidFill>
                <a:schemeClr val="lt1"/>
              </a:solidFill>
              <a:latin typeface="Times New Roman"/>
              <a:ea typeface="Times New Roman"/>
              <a:cs typeface="Times New Roman"/>
              <a:sym typeface="Times New Roman"/>
            </a:endParaRPr>
          </a:p>
        </p:txBody>
      </p:sp>
      <p:pic>
        <p:nvPicPr>
          <p:cNvPr id="1728" name="Google Shape;1728;g3d1afc4545f_0_1136"/>
          <p:cNvPicPr preferRelativeResize="0"/>
          <p:nvPr/>
        </p:nvPicPr>
        <p:blipFill rotWithShape="1">
          <a:blip r:embed="rId6">
            <a:alphaModFix/>
          </a:blip>
          <a:srcRect b="0" l="0" r="0" t="0"/>
          <a:stretch/>
        </p:blipFill>
        <p:spPr>
          <a:xfrm>
            <a:off x="10590875" y="6330524"/>
            <a:ext cx="1500023" cy="585000"/>
          </a:xfrm>
          <a:prstGeom prst="rect">
            <a:avLst/>
          </a:prstGeom>
          <a:noFill/>
          <a:ln>
            <a:noFill/>
          </a:ln>
        </p:spPr>
      </p:pic>
      <p:sp>
        <p:nvSpPr>
          <p:cNvPr id="1729" name="Google Shape;1729;g3d1afc4545f_0_1136"/>
          <p:cNvSpPr txBox="1"/>
          <p:nvPr/>
        </p:nvSpPr>
        <p:spPr>
          <a:xfrm>
            <a:off x="-1" y="6234672"/>
            <a:ext cx="5981100" cy="6465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chemeClr val="dk1"/>
              </a:buClr>
              <a:buSzPts val="1800"/>
              <a:buFont typeface="Arial"/>
              <a:buNone/>
            </a:pPr>
            <a:r>
              <a:rPr b="0" i="0" lang="en-US" sz="1800" u="none" cap="none" strike="noStrike">
                <a:solidFill>
                  <a:schemeClr val="lt1"/>
                </a:solidFill>
                <a:latin typeface="Times New Roman"/>
                <a:ea typeface="Times New Roman"/>
                <a:cs typeface="Times New Roman"/>
                <a:sym typeface="Times New Roman"/>
              </a:rPr>
              <a:t>Nanoelectronics - Seminar Presentation</a:t>
            </a:r>
            <a:br>
              <a:rPr b="0" i="0" lang="en-US" sz="1800" u="none" cap="none" strike="noStrike">
                <a:solidFill>
                  <a:schemeClr val="lt1"/>
                </a:solidFill>
                <a:latin typeface="Times New Roman"/>
                <a:ea typeface="Times New Roman"/>
                <a:cs typeface="Times New Roman"/>
                <a:sym typeface="Times New Roman"/>
              </a:rPr>
            </a:br>
            <a:r>
              <a:rPr b="0" i="0" lang="en-US" sz="1800" u="none" cap="none" strike="noStrike">
                <a:solidFill>
                  <a:schemeClr val="lt1"/>
                </a:solidFill>
                <a:latin typeface="Times New Roman"/>
                <a:ea typeface="Times New Roman"/>
                <a:cs typeface="Times New Roman"/>
                <a:sym typeface="Times New Roman"/>
              </a:rPr>
              <a:t>Ronit Dutta</a:t>
            </a:r>
            <a:endParaRPr b="0" i="0" sz="1800" u="none" cap="none" strike="noStrike">
              <a:solidFill>
                <a:schemeClr val="lt1"/>
              </a:solidFill>
              <a:latin typeface="Times New Roman"/>
              <a:ea typeface="Times New Roman"/>
              <a:cs typeface="Times New Roman"/>
              <a:sym typeface="Times New Roman"/>
            </a:endParaRPr>
          </a:p>
        </p:txBody>
      </p:sp>
      <p:pic>
        <p:nvPicPr>
          <p:cNvPr id="1730" name="Google Shape;1730;g3d1afc4545f_0_1136"/>
          <p:cNvPicPr preferRelativeResize="0"/>
          <p:nvPr/>
        </p:nvPicPr>
        <p:blipFill rotWithShape="1">
          <a:blip r:embed="rId6">
            <a:alphaModFix/>
          </a:blip>
          <a:srcRect b="0" l="0" r="0" t="0"/>
          <a:stretch/>
        </p:blipFill>
        <p:spPr>
          <a:xfrm>
            <a:off x="10590875" y="6330524"/>
            <a:ext cx="1500023" cy="585000"/>
          </a:xfrm>
          <a:prstGeom prst="rect">
            <a:avLst/>
          </a:prstGeom>
          <a:noFill/>
          <a:ln>
            <a:noFill/>
          </a:ln>
        </p:spPr>
      </p:pic>
      <p:pic>
        <p:nvPicPr>
          <p:cNvPr id="1731" name="Google Shape;1731;g3d1afc4545f_0_1136"/>
          <p:cNvPicPr preferRelativeResize="0"/>
          <p:nvPr/>
        </p:nvPicPr>
        <p:blipFill rotWithShape="1">
          <a:blip r:embed="rId4">
            <a:alphaModFix/>
          </a:blip>
          <a:srcRect b="0" l="0" r="0" t="0"/>
          <a:stretch/>
        </p:blipFill>
        <p:spPr>
          <a:xfrm>
            <a:off x="10590934" y="6330522"/>
            <a:ext cx="1499906" cy="585000"/>
          </a:xfrm>
          <a:prstGeom prst="rect">
            <a:avLst/>
          </a:prstGeom>
          <a:noFill/>
          <a:ln>
            <a:noFill/>
          </a:ln>
        </p:spPr>
      </p:pic>
      <p:sp>
        <p:nvSpPr>
          <p:cNvPr id="1732" name="Google Shape;1732;g3d1afc4545f_0_1136"/>
          <p:cNvSpPr txBox="1"/>
          <p:nvPr/>
        </p:nvSpPr>
        <p:spPr>
          <a:xfrm>
            <a:off x="-1" y="6288587"/>
            <a:ext cx="5981100" cy="3693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chemeClr val="dk1"/>
              </a:buClr>
              <a:buSzPts val="1800"/>
              <a:buFont typeface="Arial"/>
              <a:buNone/>
            </a:pPr>
            <a:r>
              <a:rPr b="0" i="0" lang="en-US" sz="1800" u="none" cap="none" strike="noStrike">
                <a:solidFill>
                  <a:schemeClr val="lt1"/>
                </a:solidFill>
                <a:latin typeface="Times New Roman"/>
                <a:ea typeface="Times New Roman"/>
                <a:cs typeface="Times New Roman"/>
                <a:sym typeface="Times New Roman"/>
              </a:rPr>
              <a:t>Term Paper Presentation | Ronit Dutta</a:t>
            </a:r>
            <a:endParaRPr b="0" i="0" sz="1800" u="none" cap="none" strike="noStrike">
              <a:solidFill>
                <a:schemeClr val="lt1"/>
              </a:solidFill>
              <a:latin typeface="Times New Roman"/>
              <a:ea typeface="Times New Roman"/>
              <a:cs typeface="Times New Roman"/>
              <a:sym typeface="Times New Roman"/>
            </a:endParaRPr>
          </a:p>
        </p:txBody>
      </p:sp>
      <p:pic>
        <p:nvPicPr>
          <p:cNvPr id="1733" name="Google Shape;1733;g3d1afc4545f_0_1136"/>
          <p:cNvPicPr preferRelativeResize="0"/>
          <p:nvPr/>
        </p:nvPicPr>
        <p:blipFill rotWithShape="1">
          <a:blip r:embed="rId4">
            <a:alphaModFix/>
          </a:blip>
          <a:srcRect b="0" l="0" r="0" t="0"/>
          <a:stretch/>
        </p:blipFill>
        <p:spPr>
          <a:xfrm>
            <a:off x="10590934" y="6330522"/>
            <a:ext cx="1499906" cy="585000"/>
          </a:xfrm>
          <a:prstGeom prst="rect">
            <a:avLst/>
          </a:prstGeom>
          <a:noFill/>
          <a:ln>
            <a:noFill/>
          </a:ln>
        </p:spPr>
      </p:pic>
      <p:sp>
        <p:nvSpPr>
          <p:cNvPr id="1734" name="Google Shape;1734;g3d1afc4545f_0_1136"/>
          <p:cNvSpPr txBox="1"/>
          <p:nvPr/>
        </p:nvSpPr>
        <p:spPr>
          <a:xfrm>
            <a:off x="-1" y="6288587"/>
            <a:ext cx="5981100" cy="3693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chemeClr val="dk1"/>
              </a:buClr>
              <a:buSzPts val="1800"/>
              <a:buFont typeface="Arial"/>
              <a:buNone/>
            </a:pPr>
            <a:r>
              <a:rPr b="0" i="0" lang="en-US" sz="1800" u="none" cap="none" strike="noStrike">
                <a:solidFill>
                  <a:schemeClr val="lt1"/>
                </a:solidFill>
                <a:latin typeface="Times New Roman"/>
                <a:ea typeface="Times New Roman"/>
                <a:cs typeface="Times New Roman"/>
                <a:sym typeface="Times New Roman"/>
              </a:rPr>
              <a:t>Term Paper Presentation | Ronit Dutta</a:t>
            </a:r>
            <a:endParaRPr b="0" i="0" sz="1800" u="none" cap="none" strike="noStrike">
              <a:solidFill>
                <a:schemeClr val="lt1"/>
              </a:solidFill>
              <a:latin typeface="Times New Roman"/>
              <a:ea typeface="Times New Roman"/>
              <a:cs typeface="Times New Roman"/>
              <a:sym typeface="Times New Roman"/>
            </a:endParaRPr>
          </a:p>
        </p:txBody>
      </p:sp>
      <p:pic>
        <p:nvPicPr>
          <p:cNvPr id="1735" name="Google Shape;1735;g3d1afc4545f_0_1136"/>
          <p:cNvPicPr preferRelativeResize="0"/>
          <p:nvPr/>
        </p:nvPicPr>
        <p:blipFill rotWithShape="1">
          <a:blip r:embed="rId4">
            <a:alphaModFix/>
          </a:blip>
          <a:srcRect b="0" l="0" r="0" t="0"/>
          <a:stretch/>
        </p:blipFill>
        <p:spPr>
          <a:xfrm>
            <a:off x="10590934" y="6330522"/>
            <a:ext cx="1499906" cy="585000"/>
          </a:xfrm>
          <a:prstGeom prst="rect">
            <a:avLst/>
          </a:prstGeom>
          <a:noFill/>
          <a:ln>
            <a:noFill/>
          </a:ln>
        </p:spPr>
      </p:pic>
      <p:sp>
        <p:nvSpPr>
          <p:cNvPr id="1736" name="Google Shape;1736;g3d1afc4545f_0_1136"/>
          <p:cNvSpPr txBox="1"/>
          <p:nvPr/>
        </p:nvSpPr>
        <p:spPr>
          <a:xfrm>
            <a:off x="-1" y="6288587"/>
            <a:ext cx="5981100" cy="6465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chemeClr val="dk1"/>
              </a:buClr>
              <a:buSzPts val="1800"/>
              <a:buFont typeface="Arial"/>
              <a:buNone/>
            </a:pPr>
            <a:r>
              <a:rPr b="0" i="0" lang="en-US" sz="1800" u="none" cap="none" strike="noStrike">
                <a:solidFill>
                  <a:schemeClr val="lt1"/>
                </a:solidFill>
                <a:latin typeface="Times New Roman"/>
                <a:ea typeface="Times New Roman"/>
                <a:cs typeface="Times New Roman"/>
                <a:sym typeface="Times New Roman"/>
              </a:rPr>
              <a:t>Machine Learning Professional</a:t>
            </a:r>
            <a:br>
              <a:rPr b="0" i="0" lang="en-US" sz="1800" u="none" cap="none" strike="noStrike">
                <a:solidFill>
                  <a:schemeClr val="lt1"/>
                </a:solidFill>
                <a:latin typeface="Times New Roman"/>
                <a:ea typeface="Times New Roman"/>
                <a:cs typeface="Times New Roman"/>
                <a:sym typeface="Times New Roman"/>
              </a:rPr>
            </a:br>
            <a:r>
              <a:rPr b="0" i="0" lang="en-US" sz="1800" u="none" cap="none" strike="noStrike">
                <a:solidFill>
                  <a:schemeClr val="lt1"/>
                </a:solidFill>
                <a:latin typeface="Times New Roman"/>
                <a:ea typeface="Times New Roman"/>
                <a:cs typeface="Times New Roman"/>
                <a:sym typeface="Times New Roman"/>
              </a:rPr>
              <a:t>Project Presentation</a:t>
            </a:r>
            <a:endParaRPr b="0" i="0" sz="1800" u="none" cap="none" strike="noStrike">
              <a:solidFill>
                <a:schemeClr val="lt1"/>
              </a:solidFill>
              <a:latin typeface="Times New Roman"/>
              <a:ea typeface="Times New Roman"/>
              <a:cs typeface="Times New Roman"/>
              <a:sym typeface="Times New Roman"/>
            </a:endParaRPr>
          </a:p>
        </p:txBody>
      </p:sp>
      <p:pic>
        <p:nvPicPr>
          <p:cNvPr id="1737" name="Google Shape;1737;g3d1afc4545f_0_1136"/>
          <p:cNvPicPr preferRelativeResize="0"/>
          <p:nvPr/>
        </p:nvPicPr>
        <p:blipFill rotWithShape="1">
          <a:blip r:embed="rId6">
            <a:alphaModFix/>
          </a:blip>
          <a:srcRect b="0" l="0" r="0" t="0"/>
          <a:stretch/>
        </p:blipFill>
        <p:spPr>
          <a:xfrm>
            <a:off x="10590875" y="6341462"/>
            <a:ext cx="1500023" cy="585000"/>
          </a:xfrm>
          <a:prstGeom prst="rect">
            <a:avLst/>
          </a:prstGeom>
          <a:noFill/>
          <a:ln>
            <a:noFill/>
          </a:ln>
        </p:spPr>
      </p:pic>
      <p:sp>
        <p:nvSpPr>
          <p:cNvPr id="1738" name="Google Shape;1738;g3d1afc4545f_0_1136"/>
          <p:cNvSpPr txBox="1"/>
          <p:nvPr/>
        </p:nvSpPr>
        <p:spPr>
          <a:xfrm>
            <a:off x="-1" y="6288587"/>
            <a:ext cx="5981100" cy="6465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chemeClr val="dk1"/>
              </a:buClr>
              <a:buSzPts val="1800"/>
              <a:buFont typeface="Arial"/>
              <a:buNone/>
            </a:pPr>
            <a:r>
              <a:rPr b="0" i="0" lang="en-US" sz="1800" u="none" cap="none" strike="noStrike">
                <a:solidFill>
                  <a:schemeClr val="lt1"/>
                </a:solidFill>
                <a:latin typeface="Times New Roman"/>
                <a:ea typeface="Times New Roman"/>
                <a:cs typeface="Times New Roman"/>
                <a:sym typeface="Times New Roman"/>
              </a:rPr>
              <a:t>Machine Learning Professional</a:t>
            </a:r>
            <a:br>
              <a:rPr b="0" i="0" lang="en-US" sz="1800" u="none" cap="none" strike="noStrike">
                <a:solidFill>
                  <a:schemeClr val="lt1"/>
                </a:solidFill>
                <a:latin typeface="Times New Roman"/>
                <a:ea typeface="Times New Roman"/>
                <a:cs typeface="Times New Roman"/>
                <a:sym typeface="Times New Roman"/>
              </a:rPr>
            </a:br>
            <a:r>
              <a:rPr b="0" i="0" lang="en-US" sz="1800" u="none" cap="none" strike="noStrike">
                <a:solidFill>
                  <a:schemeClr val="lt1"/>
                </a:solidFill>
                <a:latin typeface="Times New Roman"/>
                <a:ea typeface="Times New Roman"/>
                <a:cs typeface="Times New Roman"/>
                <a:sym typeface="Times New Roman"/>
              </a:rPr>
              <a:t>Project Presentation</a:t>
            </a:r>
            <a:endParaRPr b="0" i="0" sz="1800" u="none" cap="none" strike="noStrike">
              <a:solidFill>
                <a:schemeClr val="lt1"/>
              </a:solidFill>
              <a:latin typeface="Times New Roman"/>
              <a:ea typeface="Times New Roman"/>
              <a:cs typeface="Times New Roman"/>
              <a:sym typeface="Times New Roman"/>
            </a:endParaRPr>
          </a:p>
        </p:txBody>
      </p:sp>
      <p:pic>
        <p:nvPicPr>
          <p:cNvPr id="1739" name="Google Shape;1739;g3d1afc4545f_0_1136"/>
          <p:cNvPicPr preferRelativeResize="0"/>
          <p:nvPr/>
        </p:nvPicPr>
        <p:blipFill rotWithShape="1">
          <a:blip r:embed="rId6">
            <a:alphaModFix/>
          </a:blip>
          <a:srcRect b="0" l="0" r="0" t="0"/>
          <a:stretch/>
        </p:blipFill>
        <p:spPr>
          <a:xfrm>
            <a:off x="10590875" y="6330524"/>
            <a:ext cx="1500023" cy="585000"/>
          </a:xfrm>
          <a:prstGeom prst="rect">
            <a:avLst/>
          </a:prstGeom>
          <a:noFill/>
          <a:ln>
            <a:noFill/>
          </a:ln>
        </p:spPr>
      </p:pic>
      <p:sp>
        <p:nvSpPr>
          <p:cNvPr id="1740" name="Google Shape;1740;g3d1afc4545f_0_1136"/>
          <p:cNvSpPr txBox="1"/>
          <p:nvPr/>
        </p:nvSpPr>
        <p:spPr>
          <a:xfrm>
            <a:off x="-1" y="6234672"/>
            <a:ext cx="5981100" cy="6465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chemeClr val="dk1"/>
              </a:buClr>
              <a:buSzPts val="1800"/>
              <a:buFont typeface="Arial"/>
              <a:buNone/>
            </a:pPr>
            <a:r>
              <a:rPr b="0" i="0" lang="en-US" sz="1800" u="none" cap="none" strike="noStrike">
                <a:solidFill>
                  <a:schemeClr val="lt1"/>
                </a:solidFill>
                <a:latin typeface="Times New Roman"/>
                <a:ea typeface="Times New Roman"/>
                <a:cs typeface="Times New Roman"/>
                <a:sym typeface="Times New Roman"/>
              </a:rPr>
              <a:t>Machine Learning Professional</a:t>
            </a:r>
            <a:br>
              <a:rPr b="0" i="0" lang="en-US" sz="1800" u="none" cap="none" strike="noStrike">
                <a:solidFill>
                  <a:schemeClr val="lt1"/>
                </a:solidFill>
                <a:latin typeface="Times New Roman"/>
                <a:ea typeface="Times New Roman"/>
                <a:cs typeface="Times New Roman"/>
                <a:sym typeface="Times New Roman"/>
              </a:rPr>
            </a:br>
            <a:r>
              <a:rPr b="0" i="0" lang="en-US" sz="1800" u="none" cap="none" strike="noStrike">
                <a:solidFill>
                  <a:schemeClr val="lt1"/>
                </a:solidFill>
                <a:latin typeface="Times New Roman"/>
                <a:ea typeface="Times New Roman"/>
                <a:cs typeface="Times New Roman"/>
                <a:sym typeface="Times New Roman"/>
              </a:rPr>
              <a:t>Project Presentation</a:t>
            </a:r>
            <a:endParaRPr b="0" i="0" sz="1800" u="none" cap="none" strike="noStrike">
              <a:solidFill>
                <a:schemeClr val="lt1"/>
              </a:solidFill>
              <a:latin typeface="Times New Roman"/>
              <a:ea typeface="Times New Roman"/>
              <a:cs typeface="Times New Roman"/>
              <a:sym typeface="Times New Roman"/>
            </a:endParaRPr>
          </a:p>
        </p:txBody>
      </p:sp>
      <p:pic>
        <p:nvPicPr>
          <p:cNvPr id="1741" name="Google Shape;1741;g3d1afc4545f_0_1136"/>
          <p:cNvPicPr preferRelativeResize="0"/>
          <p:nvPr/>
        </p:nvPicPr>
        <p:blipFill rotWithShape="1">
          <a:blip r:embed="rId6">
            <a:alphaModFix/>
          </a:blip>
          <a:srcRect b="0" l="0" r="0" t="0"/>
          <a:stretch/>
        </p:blipFill>
        <p:spPr>
          <a:xfrm>
            <a:off x="10590875" y="6330524"/>
            <a:ext cx="1500023" cy="585000"/>
          </a:xfrm>
          <a:prstGeom prst="rect">
            <a:avLst/>
          </a:prstGeom>
          <a:noFill/>
          <a:ln>
            <a:noFill/>
          </a:ln>
        </p:spPr>
      </p:pic>
      <p:sp>
        <p:nvSpPr>
          <p:cNvPr id="1742" name="Google Shape;1742;g3d1afc4545f_0_1136"/>
          <p:cNvSpPr txBox="1"/>
          <p:nvPr/>
        </p:nvSpPr>
        <p:spPr>
          <a:xfrm>
            <a:off x="-1" y="6234672"/>
            <a:ext cx="5981100" cy="6465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chemeClr val="dk1"/>
              </a:buClr>
              <a:buSzPts val="1800"/>
              <a:buFont typeface="Arial"/>
              <a:buNone/>
            </a:pPr>
            <a:r>
              <a:rPr b="0" i="0" lang="en-US" sz="1800" u="none" cap="none" strike="noStrike">
                <a:solidFill>
                  <a:schemeClr val="lt1"/>
                </a:solidFill>
                <a:latin typeface="Times New Roman"/>
                <a:ea typeface="Times New Roman"/>
                <a:cs typeface="Times New Roman"/>
                <a:sym typeface="Times New Roman"/>
              </a:rPr>
              <a:t>Machine Learning Professional</a:t>
            </a:r>
            <a:br>
              <a:rPr b="0" i="0" lang="en-US" sz="1800" u="none" cap="none" strike="noStrike">
                <a:solidFill>
                  <a:schemeClr val="lt1"/>
                </a:solidFill>
                <a:latin typeface="Times New Roman"/>
                <a:ea typeface="Times New Roman"/>
                <a:cs typeface="Times New Roman"/>
                <a:sym typeface="Times New Roman"/>
              </a:rPr>
            </a:br>
            <a:r>
              <a:rPr b="0" i="0" lang="en-US" sz="1800" u="none" cap="none" strike="noStrike">
                <a:solidFill>
                  <a:schemeClr val="lt1"/>
                </a:solidFill>
                <a:latin typeface="Times New Roman"/>
                <a:ea typeface="Times New Roman"/>
                <a:cs typeface="Times New Roman"/>
                <a:sym typeface="Times New Roman"/>
              </a:rPr>
              <a:t>Project Presentation</a:t>
            </a:r>
            <a:endParaRPr b="0" i="0" sz="1800" u="none" cap="none" strike="noStrike">
              <a:solidFill>
                <a:schemeClr val="lt1"/>
              </a:solidFill>
              <a:latin typeface="Times New Roman"/>
              <a:ea typeface="Times New Roman"/>
              <a:cs typeface="Times New Roman"/>
              <a:sym typeface="Times New Roman"/>
            </a:endParaRPr>
          </a:p>
        </p:txBody>
      </p:sp>
      <p:pic>
        <p:nvPicPr>
          <p:cNvPr id="1743" name="Google Shape;1743;g3d1afc4545f_0_1136"/>
          <p:cNvPicPr preferRelativeResize="0"/>
          <p:nvPr/>
        </p:nvPicPr>
        <p:blipFill rotWithShape="1">
          <a:blip r:embed="rId6">
            <a:alphaModFix/>
          </a:blip>
          <a:srcRect b="0" l="0" r="0" t="0"/>
          <a:stretch/>
        </p:blipFill>
        <p:spPr>
          <a:xfrm>
            <a:off x="10590875" y="6330524"/>
            <a:ext cx="1500023" cy="585000"/>
          </a:xfrm>
          <a:prstGeom prst="rect">
            <a:avLst/>
          </a:prstGeom>
          <a:noFill/>
          <a:ln>
            <a:noFill/>
          </a:ln>
        </p:spPr>
      </p:pic>
      <p:sp>
        <p:nvSpPr>
          <p:cNvPr id="1744" name="Google Shape;1744;g3d1afc4545f_0_1136"/>
          <p:cNvSpPr txBox="1"/>
          <p:nvPr/>
        </p:nvSpPr>
        <p:spPr>
          <a:xfrm>
            <a:off x="-1" y="6234672"/>
            <a:ext cx="5981100" cy="6465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chemeClr val="dk1"/>
              </a:buClr>
              <a:buSzPts val="1800"/>
              <a:buFont typeface="Arial"/>
              <a:buNone/>
            </a:pPr>
            <a:r>
              <a:rPr b="0" i="0" lang="en-US" sz="1800" u="none" cap="none" strike="noStrike">
                <a:solidFill>
                  <a:schemeClr val="lt1"/>
                </a:solidFill>
                <a:latin typeface="Times New Roman"/>
                <a:ea typeface="Times New Roman"/>
                <a:cs typeface="Times New Roman"/>
                <a:sym typeface="Times New Roman"/>
              </a:rPr>
              <a:t>Nanoelectronics - Seminar Presentation</a:t>
            </a:r>
            <a:br>
              <a:rPr b="0" i="0" lang="en-US" sz="1800" u="none" cap="none" strike="noStrike">
                <a:solidFill>
                  <a:schemeClr val="lt1"/>
                </a:solidFill>
                <a:latin typeface="Times New Roman"/>
                <a:ea typeface="Times New Roman"/>
                <a:cs typeface="Times New Roman"/>
                <a:sym typeface="Times New Roman"/>
              </a:rPr>
            </a:br>
            <a:r>
              <a:rPr b="0" i="0" lang="en-US" sz="1800" u="none" cap="none" strike="noStrike">
                <a:solidFill>
                  <a:schemeClr val="lt1"/>
                </a:solidFill>
                <a:latin typeface="Times New Roman"/>
                <a:ea typeface="Times New Roman"/>
                <a:cs typeface="Times New Roman"/>
                <a:sym typeface="Times New Roman"/>
              </a:rPr>
              <a:t>Ronit Dutta</a:t>
            </a:r>
            <a:endParaRPr b="0" i="0" sz="1800" u="none" cap="none" strike="noStrike">
              <a:solidFill>
                <a:schemeClr val="lt1"/>
              </a:solidFill>
              <a:latin typeface="Times New Roman"/>
              <a:ea typeface="Times New Roman"/>
              <a:cs typeface="Times New Roman"/>
              <a:sym typeface="Times New Roman"/>
            </a:endParaRPr>
          </a:p>
        </p:txBody>
      </p:sp>
      <p:pic>
        <p:nvPicPr>
          <p:cNvPr id="1745" name="Google Shape;1745;g3d1afc4545f_0_1136"/>
          <p:cNvPicPr preferRelativeResize="0"/>
          <p:nvPr/>
        </p:nvPicPr>
        <p:blipFill rotWithShape="1">
          <a:blip r:embed="rId6">
            <a:alphaModFix/>
          </a:blip>
          <a:srcRect b="0" l="0" r="0" t="0"/>
          <a:stretch/>
        </p:blipFill>
        <p:spPr>
          <a:xfrm>
            <a:off x="10590875" y="6330524"/>
            <a:ext cx="1500023" cy="585000"/>
          </a:xfrm>
          <a:prstGeom prst="rect">
            <a:avLst/>
          </a:prstGeom>
          <a:noFill/>
          <a:ln>
            <a:noFill/>
          </a:ln>
        </p:spPr>
      </p:pic>
      <p:pic>
        <p:nvPicPr>
          <p:cNvPr id="1746" name="Google Shape;1746;g3d1afc4545f_0_1136"/>
          <p:cNvPicPr preferRelativeResize="0"/>
          <p:nvPr/>
        </p:nvPicPr>
        <p:blipFill rotWithShape="1">
          <a:blip r:embed="rId10">
            <a:alphaModFix/>
          </a:blip>
          <a:srcRect b="0" l="0" r="0" t="0"/>
          <a:stretch/>
        </p:blipFill>
        <p:spPr>
          <a:xfrm>
            <a:off x="0" y="6234674"/>
            <a:ext cx="12192000" cy="1165875"/>
          </a:xfrm>
          <a:prstGeom prst="rect">
            <a:avLst/>
          </a:prstGeom>
          <a:noFill/>
          <a:ln>
            <a:noFill/>
          </a:ln>
        </p:spPr>
      </p:pic>
      <p:sp>
        <p:nvSpPr>
          <p:cNvPr id="1747" name="Google Shape;1747;g3d1afc4545f_0_1136"/>
          <p:cNvSpPr txBox="1"/>
          <p:nvPr/>
        </p:nvSpPr>
        <p:spPr>
          <a:xfrm>
            <a:off x="-1" y="6310697"/>
            <a:ext cx="5981100" cy="6465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chemeClr val="dk1"/>
              </a:buClr>
              <a:buSzPts val="1800"/>
              <a:buFont typeface="Arial"/>
              <a:buNone/>
            </a:pPr>
            <a:r>
              <a:rPr lang="en-US" sz="1800">
                <a:solidFill>
                  <a:schemeClr val="lt1"/>
                </a:solidFill>
                <a:latin typeface="Times New Roman"/>
                <a:ea typeface="Times New Roman"/>
                <a:cs typeface="Times New Roman"/>
                <a:sym typeface="Times New Roman"/>
              </a:rPr>
              <a:t>Applied Mathematics for Engineering [MIDTERM PROJECT]</a:t>
            </a:r>
            <a:br>
              <a:rPr b="0" i="0" lang="en-US" sz="1800" u="none" cap="none" strike="noStrike">
                <a:solidFill>
                  <a:schemeClr val="lt1"/>
                </a:solidFill>
                <a:latin typeface="Times New Roman"/>
                <a:ea typeface="Times New Roman"/>
                <a:cs typeface="Times New Roman"/>
                <a:sym typeface="Times New Roman"/>
              </a:rPr>
            </a:br>
            <a:r>
              <a:rPr b="0" i="0" lang="en-US" sz="1800" u="none" cap="none" strike="noStrike">
                <a:solidFill>
                  <a:schemeClr val="lt1"/>
                </a:solidFill>
                <a:latin typeface="Times New Roman"/>
                <a:ea typeface="Times New Roman"/>
                <a:cs typeface="Times New Roman"/>
                <a:sym typeface="Times New Roman"/>
              </a:rPr>
              <a:t>Ronit Dutta</a:t>
            </a:r>
            <a:endParaRPr b="0" i="0" sz="1800" u="none" cap="none" strike="noStrike">
              <a:solidFill>
                <a:schemeClr val="lt1"/>
              </a:solidFill>
              <a:latin typeface="Times New Roman"/>
              <a:ea typeface="Times New Roman"/>
              <a:cs typeface="Times New Roman"/>
              <a:sym typeface="Times New Roman"/>
            </a:endParaRPr>
          </a:p>
        </p:txBody>
      </p:sp>
      <p:pic>
        <p:nvPicPr>
          <p:cNvPr id="1748" name="Google Shape;1748;g3d1afc4545f_0_1136"/>
          <p:cNvPicPr preferRelativeResize="0"/>
          <p:nvPr/>
        </p:nvPicPr>
        <p:blipFill rotWithShape="1">
          <a:blip r:embed="rId6">
            <a:alphaModFix/>
          </a:blip>
          <a:srcRect b="0" l="0" r="0" t="0"/>
          <a:stretch/>
        </p:blipFill>
        <p:spPr>
          <a:xfrm>
            <a:off x="10579375" y="6341449"/>
            <a:ext cx="1500023" cy="585000"/>
          </a:xfrm>
          <a:prstGeom prst="rect">
            <a:avLst/>
          </a:prstGeom>
          <a:noFill/>
          <a:ln>
            <a:noFill/>
          </a:ln>
        </p:spPr>
      </p:pic>
      <p:pic>
        <p:nvPicPr>
          <p:cNvPr id="1749" name="Google Shape;1749;g3d1afc4545f_0_1136"/>
          <p:cNvPicPr preferRelativeResize="0"/>
          <p:nvPr/>
        </p:nvPicPr>
        <p:blipFill rotWithShape="1">
          <a:blip r:embed="rId11">
            <a:alphaModFix/>
          </a:blip>
          <a:srcRect b="65782" l="0" r="16023" t="0"/>
          <a:stretch/>
        </p:blipFill>
        <p:spPr>
          <a:xfrm>
            <a:off x="-25" y="653850"/>
            <a:ext cx="6831975" cy="1062909"/>
          </a:xfrm>
          <a:prstGeom prst="rect">
            <a:avLst/>
          </a:prstGeom>
          <a:noFill/>
          <a:ln cap="flat" cmpd="sng" w="9525">
            <a:solidFill>
              <a:schemeClr val="dk1"/>
            </a:solidFill>
            <a:prstDash val="solid"/>
            <a:round/>
            <a:headEnd len="sm" w="sm" type="none"/>
            <a:tailEnd len="sm" w="sm" type="none"/>
          </a:ln>
        </p:spPr>
      </p:pic>
      <p:pic>
        <p:nvPicPr>
          <p:cNvPr id="1750" name="Google Shape;1750;g3d1afc4545f_0_1136"/>
          <p:cNvPicPr preferRelativeResize="0"/>
          <p:nvPr/>
        </p:nvPicPr>
        <p:blipFill rotWithShape="1">
          <a:blip r:embed="rId11">
            <a:alphaModFix/>
          </a:blip>
          <a:srcRect b="0" l="0" r="37500" t="45931"/>
          <a:stretch/>
        </p:blipFill>
        <p:spPr>
          <a:xfrm>
            <a:off x="616600" y="2432101"/>
            <a:ext cx="5084751" cy="1679549"/>
          </a:xfrm>
          <a:prstGeom prst="rect">
            <a:avLst/>
          </a:prstGeom>
          <a:noFill/>
          <a:ln cap="flat" cmpd="sng" w="9525">
            <a:solidFill>
              <a:schemeClr val="dk1"/>
            </a:solidFill>
            <a:prstDash val="solid"/>
            <a:round/>
            <a:headEnd len="sm" w="sm" type="none"/>
            <a:tailEnd len="sm" w="sm" type="none"/>
          </a:ln>
        </p:spPr>
      </p:pic>
      <p:sp>
        <p:nvSpPr>
          <p:cNvPr id="1751" name="Google Shape;1751;g3d1afc4545f_0_1136"/>
          <p:cNvSpPr txBox="1"/>
          <p:nvPr/>
        </p:nvSpPr>
        <p:spPr>
          <a:xfrm>
            <a:off x="579150" y="1785600"/>
            <a:ext cx="5673600" cy="646500"/>
          </a:xfrm>
          <a:prstGeom prst="rect">
            <a:avLst/>
          </a:prstGeom>
          <a:noFill/>
          <a:ln>
            <a:noFill/>
          </a:ln>
        </p:spPr>
        <p:txBody>
          <a:bodyPr anchorCtr="0" anchor="ctr" bIns="91425" lIns="91425" spcFirstLastPara="1" rIns="91425" wrap="square" tIns="91425">
            <a:noAutofit/>
          </a:bodyPr>
          <a:lstStyle/>
          <a:p>
            <a:pPr indent="0" lvl="0" marL="0" rtl="0" algn="ctr">
              <a:lnSpc>
                <a:spcPct val="115000"/>
              </a:lnSpc>
              <a:spcBef>
                <a:spcPts val="1200"/>
              </a:spcBef>
              <a:spcAft>
                <a:spcPts val="1200"/>
              </a:spcAft>
              <a:buNone/>
            </a:pPr>
            <a:r>
              <a:rPr lang="en-US" sz="1300">
                <a:solidFill>
                  <a:schemeClr val="dk1"/>
                </a:solidFill>
                <a:latin typeface="Georgia"/>
                <a:ea typeface="Georgia"/>
                <a:cs typeface="Georgia"/>
                <a:sym typeface="Georgia"/>
              </a:rPr>
              <a:t>so that the interior wavefunction is explicitly even. Evaluating at x=a/2, continuity of Ψ'/Ψ (</a:t>
            </a:r>
            <a:r>
              <a:rPr b="1" lang="en-US" sz="1300">
                <a:solidFill>
                  <a:schemeClr val="dk1"/>
                </a:solidFill>
                <a:latin typeface="Georgia"/>
                <a:ea typeface="Georgia"/>
                <a:cs typeface="Georgia"/>
                <a:sym typeface="Georgia"/>
              </a:rPr>
              <a:t>Robin type boundary condition</a:t>
            </a:r>
            <a:r>
              <a:rPr lang="en-US" sz="1300">
                <a:solidFill>
                  <a:schemeClr val="dk1"/>
                </a:solidFill>
                <a:latin typeface="Georgia"/>
                <a:ea typeface="Georgia"/>
                <a:cs typeface="Georgia"/>
                <a:sym typeface="Georgia"/>
              </a:rPr>
              <a:t>), gives</a:t>
            </a:r>
            <a:endParaRPr sz="1300">
              <a:solidFill>
                <a:schemeClr val="dk1"/>
              </a:solidFill>
              <a:latin typeface="Georgia"/>
              <a:ea typeface="Georgia"/>
              <a:cs typeface="Georgia"/>
              <a:sym typeface="Georgia"/>
            </a:endParaRPr>
          </a:p>
        </p:txBody>
      </p:sp>
      <p:pic>
        <p:nvPicPr>
          <p:cNvPr id="1752" name="Google Shape;1752;g3d1afc4545f_0_1136"/>
          <p:cNvPicPr preferRelativeResize="0"/>
          <p:nvPr/>
        </p:nvPicPr>
        <p:blipFill>
          <a:blip r:embed="rId12">
            <a:alphaModFix/>
          </a:blip>
          <a:stretch>
            <a:fillRect/>
          </a:stretch>
        </p:blipFill>
        <p:spPr>
          <a:xfrm>
            <a:off x="676800" y="4477808"/>
            <a:ext cx="4964400" cy="1654800"/>
          </a:xfrm>
          <a:prstGeom prst="rect">
            <a:avLst/>
          </a:prstGeom>
          <a:noFill/>
          <a:ln cap="flat" cmpd="sng" w="9525">
            <a:solidFill>
              <a:schemeClr val="dk1"/>
            </a:solidFill>
            <a:prstDash val="solid"/>
            <a:round/>
            <a:headEnd len="sm" w="sm" type="none"/>
            <a:tailEnd len="sm" w="sm" type="none"/>
          </a:ln>
        </p:spPr>
      </p:pic>
      <p:sp>
        <p:nvSpPr>
          <p:cNvPr id="1753" name="Google Shape;1753;g3d1afc4545f_0_1136"/>
          <p:cNvSpPr txBox="1"/>
          <p:nvPr/>
        </p:nvSpPr>
        <p:spPr>
          <a:xfrm>
            <a:off x="375800" y="4052638"/>
            <a:ext cx="5673600" cy="444900"/>
          </a:xfrm>
          <a:prstGeom prst="rect">
            <a:avLst/>
          </a:prstGeom>
          <a:noFill/>
          <a:ln>
            <a:noFill/>
          </a:ln>
        </p:spPr>
        <p:txBody>
          <a:bodyPr anchorCtr="0" anchor="ctr" bIns="91425" lIns="91425" spcFirstLastPara="1" rIns="91425" wrap="square" tIns="91425">
            <a:noAutofit/>
          </a:bodyPr>
          <a:lstStyle/>
          <a:p>
            <a:pPr indent="0" lvl="0" marL="0" rtl="0" algn="ctr">
              <a:lnSpc>
                <a:spcPct val="115000"/>
              </a:lnSpc>
              <a:spcBef>
                <a:spcPts val="1200"/>
              </a:spcBef>
              <a:spcAft>
                <a:spcPts val="1200"/>
              </a:spcAft>
              <a:buNone/>
            </a:pPr>
            <a:r>
              <a:rPr lang="en-US" sz="1300">
                <a:solidFill>
                  <a:schemeClr val="dk1"/>
                </a:solidFill>
                <a:latin typeface="Georgia"/>
                <a:ea typeface="Georgia"/>
                <a:cs typeface="Georgia"/>
                <a:sym typeface="Georgia"/>
              </a:rPr>
              <a:t>Similarly for odd parity states, robin boundary condition at x = a/2 gives</a:t>
            </a:r>
            <a:endParaRPr sz="1300">
              <a:solidFill>
                <a:schemeClr val="dk1"/>
              </a:solidFill>
              <a:latin typeface="Georgia"/>
              <a:ea typeface="Georgia"/>
              <a:cs typeface="Georgia"/>
              <a:sym typeface="Georgia"/>
            </a:endParaRPr>
          </a:p>
        </p:txBody>
      </p:sp>
      <p:sp>
        <p:nvSpPr>
          <p:cNvPr id="1754" name="Google Shape;1754;g3d1afc4545f_0_1136"/>
          <p:cNvSpPr txBox="1"/>
          <p:nvPr/>
        </p:nvSpPr>
        <p:spPr>
          <a:xfrm>
            <a:off x="6174350" y="4017275"/>
            <a:ext cx="5673600" cy="1674900"/>
          </a:xfrm>
          <a:prstGeom prst="rect">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311150" lvl="0" marL="457200" rtl="0" algn="l">
              <a:lnSpc>
                <a:spcPct val="120000"/>
              </a:lnSpc>
              <a:spcBef>
                <a:spcPts val="1200"/>
              </a:spcBef>
              <a:spcAft>
                <a:spcPts val="0"/>
              </a:spcAft>
              <a:buClr>
                <a:schemeClr val="dk1"/>
              </a:buClr>
              <a:buSzPts val="1300"/>
              <a:buFont typeface="Georgia"/>
              <a:buChar char="●"/>
            </a:pPr>
            <a:r>
              <a:rPr lang="en-US" sz="1300">
                <a:solidFill>
                  <a:schemeClr val="dk1"/>
                </a:solidFill>
                <a:latin typeface="Georgia"/>
                <a:ea typeface="Georgia"/>
                <a:cs typeface="Georgia"/>
                <a:sym typeface="Georgia"/>
              </a:rPr>
              <a:t>Now let us observe both observe the complex poles of S++ and S–. </a:t>
            </a:r>
            <a:endParaRPr sz="1300">
              <a:solidFill>
                <a:schemeClr val="dk1"/>
              </a:solidFill>
              <a:latin typeface="Georgia"/>
              <a:ea typeface="Georgia"/>
              <a:cs typeface="Georgia"/>
              <a:sym typeface="Georgia"/>
            </a:endParaRPr>
          </a:p>
          <a:p>
            <a:pPr indent="-311150" lvl="0" marL="457200" rtl="0" algn="l">
              <a:lnSpc>
                <a:spcPct val="120000"/>
              </a:lnSpc>
              <a:spcBef>
                <a:spcPts val="1200"/>
              </a:spcBef>
              <a:spcAft>
                <a:spcPts val="0"/>
              </a:spcAft>
              <a:buClr>
                <a:schemeClr val="dk1"/>
              </a:buClr>
              <a:buSzPts val="1300"/>
              <a:buFont typeface="Georgia"/>
              <a:buChar char="●"/>
            </a:pPr>
            <a:r>
              <a:rPr lang="en-US" sz="1300">
                <a:solidFill>
                  <a:schemeClr val="dk1"/>
                </a:solidFill>
                <a:latin typeface="Georgia"/>
                <a:ea typeface="Georgia"/>
                <a:cs typeface="Georgia"/>
                <a:sym typeface="Georgia"/>
              </a:rPr>
              <a:t>For bound states, k = iλ, subsequently this produces the transcendental equations like before. </a:t>
            </a:r>
            <a:endParaRPr sz="1300">
              <a:solidFill>
                <a:schemeClr val="dk1"/>
              </a:solidFill>
              <a:latin typeface="Georgia"/>
              <a:ea typeface="Georgia"/>
              <a:cs typeface="Georgia"/>
              <a:sym typeface="Georgia"/>
            </a:endParaRPr>
          </a:p>
          <a:p>
            <a:pPr indent="-311150" lvl="0" marL="457200" rtl="0" algn="l">
              <a:lnSpc>
                <a:spcPct val="120000"/>
              </a:lnSpc>
              <a:spcBef>
                <a:spcPts val="1200"/>
              </a:spcBef>
              <a:spcAft>
                <a:spcPts val="0"/>
              </a:spcAft>
              <a:buClr>
                <a:schemeClr val="dk1"/>
              </a:buClr>
              <a:buSzPts val="1300"/>
              <a:buFont typeface="Georgia"/>
              <a:buChar char="●"/>
            </a:pPr>
            <a:r>
              <a:rPr lang="en-US" sz="1300">
                <a:solidFill>
                  <a:schemeClr val="dk1"/>
                </a:solidFill>
                <a:latin typeface="Georgia"/>
                <a:ea typeface="Georgia"/>
                <a:cs typeface="Georgia"/>
                <a:sym typeface="Georgia"/>
              </a:rPr>
              <a:t>But this time we solved it using S-matrix formulation!</a:t>
            </a:r>
            <a:endParaRPr sz="1300">
              <a:solidFill>
                <a:schemeClr val="dk1"/>
              </a:solidFill>
              <a:latin typeface="Georgia"/>
              <a:ea typeface="Georgia"/>
              <a:cs typeface="Georgia"/>
              <a:sym typeface="Georgia"/>
            </a:endParaRPr>
          </a:p>
        </p:txBody>
      </p:sp>
      <p:sp>
        <p:nvSpPr>
          <p:cNvPr id="1755" name="Google Shape;1755;g3d1afc4545f_0_1136"/>
          <p:cNvSpPr txBox="1"/>
          <p:nvPr/>
        </p:nvSpPr>
        <p:spPr>
          <a:xfrm>
            <a:off x="6252750" y="1954350"/>
            <a:ext cx="5673600" cy="1674900"/>
          </a:xfrm>
          <a:prstGeom prst="rect">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lnSpc>
                <a:spcPct val="100000"/>
              </a:lnSpc>
              <a:spcBef>
                <a:spcPts val="1200"/>
              </a:spcBef>
              <a:spcAft>
                <a:spcPts val="0"/>
              </a:spcAft>
              <a:buNone/>
            </a:pPr>
            <a:r>
              <a:rPr lang="en-US" sz="1300">
                <a:solidFill>
                  <a:schemeClr val="dk1"/>
                </a:solidFill>
                <a:latin typeface="Georgia"/>
                <a:ea typeface="Georgia"/>
                <a:cs typeface="Georgia"/>
                <a:sym typeface="Georgia"/>
              </a:rPr>
              <a:t>Method of solving : </a:t>
            </a:r>
            <a:endParaRPr sz="1300">
              <a:solidFill>
                <a:schemeClr val="dk1"/>
              </a:solidFill>
              <a:latin typeface="Georgia"/>
              <a:ea typeface="Georgia"/>
              <a:cs typeface="Georgia"/>
              <a:sym typeface="Georgia"/>
            </a:endParaRPr>
          </a:p>
          <a:p>
            <a:pPr indent="-196850" lvl="0" marL="342900" rtl="0" algn="l">
              <a:lnSpc>
                <a:spcPct val="100000"/>
              </a:lnSpc>
              <a:spcBef>
                <a:spcPts val="1200"/>
              </a:spcBef>
              <a:spcAft>
                <a:spcPts val="0"/>
              </a:spcAft>
              <a:buClr>
                <a:schemeClr val="dk1"/>
              </a:buClr>
              <a:buSzPts val="1300"/>
              <a:buFont typeface="Georgia"/>
              <a:buAutoNum type="arabicPeriod"/>
            </a:pPr>
            <a:r>
              <a:rPr lang="en-US" sz="1300">
                <a:solidFill>
                  <a:schemeClr val="dk1"/>
                </a:solidFill>
                <a:latin typeface="Georgia"/>
                <a:ea typeface="Georgia"/>
                <a:cs typeface="Georgia"/>
                <a:sym typeface="Georgia"/>
              </a:rPr>
              <a:t>We start with the ‘roadbump’ potential and assume standing waves inside the interaction region (classically allowed regime aka NO tunneling).</a:t>
            </a:r>
            <a:endParaRPr sz="1300">
              <a:solidFill>
                <a:schemeClr val="dk1"/>
              </a:solidFill>
              <a:latin typeface="Georgia"/>
              <a:ea typeface="Georgia"/>
              <a:cs typeface="Georgia"/>
              <a:sym typeface="Georgia"/>
            </a:endParaRPr>
          </a:p>
          <a:p>
            <a:pPr indent="-196850" lvl="0" marL="342900" rtl="0" algn="l">
              <a:lnSpc>
                <a:spcPct val="100000"/>
              </a:lnSpc>
              <a:spcBef>
                <a:spcPts val="0"/>
              </a:spcBef>
              <a:spcAft>
                <a:spcPts val="0"/>
              </a:spcAft>
              <a:buClr>
                <a:schemeClr val="dk1"/>
              </a:buClr>
              <a:buSzPts val="1300"/>
              <a:buFont typeface="Georgia"/>
              <a:buAutoNum type="arabicPeriod"/>
            </a:pPr>
            <a:r>
              <a:rPr lang="en-US" sz="1300">
                <a:solidFill>
                  <a:schemeClr val="dk1"/>
                </a:solidFill>
                <a:latin typeface="Georgia"/>
                <a:ea typeface="Georgia"/>
                <a:cs typeface="Georgia"/>
                <a:sym typeface="Georgia"/>
              </a:rPr>
              <a:t>We solve using the S-matrix formalism at x= a/2 boundary for first diagonal (even states) and then second diagonal (odd states).</a:t>
            </a:r>
            <a:endParaRPr sz="1300">
              <a:solidFill>
                <a:schemeClr val="dk1"/>
              </a:solidFill>
              <a:latin typeface="Georgia"/>
              <a:ea typeface="Georgia"/>
              <a:cs typeface="Georgia"/>
              <a:sym typeface="Georgia"/>
            </a:endParaRPr>
          </a:p>
        </p:txBody>
      </p:sp>
    </p:spTree>
  </p:cSld>
  <p:clrMapOvr>
    <a:masterClrMapping/>
  </p:clrMapOvr>
</p:sld>
</file>

<file path=ppt/slides/slide1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759" name="Shape 1759"/>
        <p:cNvGrpSpPr/>
        <p:nvPr/>
      </p:nvGrpSpPr>
      <p:grpSpPr>
        <a:xfrm>
          <a:off x="0" y="0"/>
          <a:ext cx="0" cy="0"/>
          <a:chOff x="0" y="0"/>
          <a:chExt cx="0" cy="0"/>
        </a:xfrm>
      </p:grpSpPr>
      <p:pic>
        <p:nvPicPr>
          <p:cNvPr id="1760" name="Google Shape;1760;g3da1138a163_0_131"/>
          <p:cNvPicPr preferRelativeResize="0"/>
          <p:nvPr/>
        </p:nvPicPr>
        <p:blipFill rotWithShape="1">
          <a:blip r:embed="rId3">
            <a:alphaModFix/>
          </a:blip>
          <a:srcRect b="0" l="0" r="0" t="0"/>
          <a:stretch/>
        </p:blipFill>
        <p:spPr>
          <a:xfrm>
            <a:off x="10590934" y="6330522"/>
            <a:ext cx="1499906" cy="585000"/>
          </a:xfrm>
          <a:prstGeom prst="rect">
            <a:avLst/>
          </a:prstGeom>
          <a:noFill/>
          <a:ln>
            <a:noFill/>
          </a:ln>
        </p:spPr>
      </p:pic>
      <p:sp>
        <p:nvSpPr>
          <p:cNvPr id="1761" name="Google Shape;1761;g3da1138a163_0_131"/>
          <p:cNvSpPr txBox="1"/>
          <p:nvPr/>
        </p:nvSpPr>
        <p:spPr>
          <a:xfrm>
            <a:off x="-1" y="6288587"/>
            <a:ext cx="5981100" cy="3693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chemeClr val="dk1"/>
              </a:buClr>
              <a:buSzPts val="1800"/>
              <a:buFont typeface="Arial"/>
              <a:buNone/>
            </a:pPr>
            <a:r>
              <a:rPr b="0" i="0" lang="en-US" sz="1800" u="none" cap="none" strike="noStrike">
                <a:solidFill>
                  <a:schemeClr val="lt1"/>
                </a:solidFill>
                <a:latin typeface="Times New Roman"/>
                <a:ea typeface="Times New Roman"/>
                <a:cs typeface="Times New Roman"/>
                <a:sym typeface="Times New Roman"/>
              </a:rPr>
              <a:t>Term Paper Presentation | Ronit Dutta</a:t>
            </a:r>
            <a:endParaRPr b="0" i="0" sz="1800" u="none" cap="none" strike="noStrike">
              <a:solidFill>
                <a:schemeClr val="lt1"/>
              </a:solidFill>
              <a:latin typeface="Times New Roman"/>
              <a:ea typeface="Times New Roman"/>
              <a:cs typeface="Times New Roman"/>
              <a:sym typeface="Times New Roman"/>
            </a:endParaRPr>
          </a:p>
        </p:txBody>
      </p:sp>
      <p:sp>
        <p:nvSpPr>
          <p:cNvPr id="1762" name="Google Shape;1762;g3da1138a163_0_131"/>
          <p:cNvSpPr txBox="1"/>
          <p:nvPr/>
        </p:nvSpPr>
        <p:spPr>
          <a:xfrm>
            <a:off x="0" y="0"/>
            <a:ext cx="12192000" cy="6309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3200"/>
              <a:buFont typeface="Arial"/>
              <a:buNone/>
            </a:pPr>
            <a:r>
              <a:rPr b="0" i="0" lang="en-US" sz="3500" u="none" cap="none" strike="noStrike">
                <a:solidFill>
                  <a:schemeClr val="dk1"/>
                </a:solidFill>
                <a:latin typeface="Times New Roman"/>
                <a:ea typeface="Times New Roman"/>
                <a:cs typeface="Times New Roman"/>
                <a:sym typeface="Times New Roman"/>
              </a:rPr>
              <a:t>OUTLINE</a:t>
            </a:r>
            <a:endParaRPr b="0" i="0" sz="3500" u="none" cap="none" strike="noStrike">
              <a:solidFill>
                <a:schemeClr val="dk1"/>
              </a:solidFill>
              <a:latin typeface="Times New Roman"/>
              <a:ea typeface="Times New Roman"/>
              <a:cs typeface="Times New Roman"/>
              <a:sym typeface="Times New Roman"/>
            </a:endParaRPr>
          </a:p>
        </p:txBody>
      </p:sp>
      <p:cxnSp>
        <p:nvCxnSpPr>
          <p:cNvPr id="1763" name="Google Shape;1763;g3da1138a163_0_131"/>
          <p:cNvCxnSpPr/>
          <p:nvPr/>
        </p:nvCxnSpPr>
        <p:spPr>
          <a:xfrm flipH="1" rot="10800000">
            <a:off x="6" y="654189"/>
            <a:ext cx="6318000" cy="30600"/>
          </a:xfrm>
          <a:prstGeom prst="straightConnector1">
            <a:avLst/>
          </a:prstGeom>
          <a:noFill/>
          <a:ln cap="flat" cmpd="sng" w="9525">
            <a:solidFill>
              <a:srgbClr val="0E4D3B"/>
            </a:solidFill>
            <a:prstDash val="solid"/>
            <a:miter lim="800000"/>
            <a:headEnd len="sm" w="sm" type="none"/>
            <a:tailEnd len="sm" w="sm" type="none"/>
          </a:ln>
        </p:spPr>
      </p:cxnSp>
      <p:pic>
        <p:nvPicPr>
          <p:cNvPr id="1764" name="Google Shape;1764;g3da1138a163_0_131"/>
          <p:cNvPicPr preferRelativeResize="0"/>
          <p:nvPr/>
        </p:nvPicPr>
        <p:blipFill rotWithShape="1">
          <a:blip r:embed="rId3">
            <a:alphaModFix/>
          </a:blip>
          <a:srcRect b="0" l="0" r="0" t="0"/>
          <a:stretch/>
        </p:blipFill>
        <p:spPr>
          <a:xfrm>
            <a:off x="10590934" y="6330522"/>
            <a:ext cx="1499906" cy="585000"/>
          </a:xfrm>
          <a:prstGeom prst="rect">
            <a:avLst/>
          </a:prstGeom>
          <a:noFill/>
          <a:ln>
            <a:noFill/>
          </a:ln>
        </p:spPr>
      </p:pic>
      <p:sp>
        <p:nvSpPr>
          <p:cNvPr id="1765" name="Google Shape;1765;g3da1138a163_0_131"/>
          <p:cNvSpPr txBox="1"/>
          <p:nvPr/>
        </p:nvSpPr>
        <p:spPr>
          <a:xfrm>
            <a:off x="-1" y="6288587"/>
            <a:ext cx="5981100" cy="3693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chemeClr val="dk1"/>
              </a:buClr>
              <a:buSzPts val="1800"/>
              <a:buFont typeface="Arial"/>
              <a:buNone/>
            </a:pPr>
            <a:r>
              <a:rPr b="0" i="0" lang="en-US" sz="1800" u="none" cap="none" strike="noStrike">
                <a:solidFill>
                  <a:schemeClr val="lt1"/>
                </a:solidFill>
                <a:latin typeface="Times New Roman"/>
                <a:ea typeface="Times New Roman"/>
                <a:cs typeface="Times New Roman"/>
                <a:sym typeface="Times New Roman"/>
              </a:rPr>
              <a:t>Term Paper Presentation | Ronit Dutta</a:t>
            </a:r>
            <a:endParaRPr b="0" i="0" sz="1800" u="none" cap="none" strike="noStrike">
              <a:solidFill>
                <a:schemeClr val="lt1"/>
              </a:solidFill>
              <a:latin typeface="Times New Roman"/>
              <a:ea typeface="Times New Roman"/>
              <a:cs typeface="Times New Roman"/>
              <a:sym typeface="Times New Roman"/>
            </a:endParaRPr>
          </a:p>
        </p:txBody>
      </p:sp>
      <p:pic>
        <p:nvPicPr>
          <p:cNvPr id="1766" name="Google Shape;1766;g3da1138a163_0_131"/>
          <p:cNvPicPr preferRelativeResize="0"/>
          <p:nvPr/>
        </p:nvPicPr>
        <p:blipFill rotWithShape="1">
          <a:blip r:embed="rId3">
            <a:alphaModFix/>
          </a:blip>
          <a:srcRect b="0" l="0" r="0" t="0"/>
          <a:stretch/>
        </p:blipFill>
        <p:spPr>
          <a:xfrm>
            <a:off x="10590934" y="6330522"/>
            <a:ext cx="1499906" cy="585000"/>
          </a:xfrm>
          <a:prstGeom prst="rect">
            <a:avLst/>
          </a:prstGeom>
          <a:noFill/>
          <a:ln>
            <a:noFill/>
          </a:ln>
        </p:spPr>
      </p:pic>
      <p:sp>
        <p:nvSpPr>
          <p:cNvPr id="1767" name="Google Shape;1767;g3da1138a163_0_131"/>
          <p:cNvSpPr txBox="1"/>
          <p:nvPr/>
        </p:nvSpPr>
        <p:spPr>
          <a:xfrm>
            <a:off x="-1" y="6288587"/>
            <a:ext cx="5981100" cy="6465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chemeClr val="dk1"/>
              </a:buClr>
              <a:buSzPts val="1800"/>
              <a:buFont typeface="Arial"/>
              <a:buNone/>
            </a:pPr>
            <a:r>
              <a:rPr b="0" i="0" lang="en-US" sz="1800" u="none" cap="none" strike="noStrike">
                <a:solidFill>
                  <a:schemeClr val="lt1"/>
                </a:solidFill>
                <a:latin typeface="Times New Roman"/>
                <a:ea typeface="Times New Roman"/>
                <a:cs typeface="Times New Roman"/>
                <a:sym typeface="Times New Roman"/>
              </a:rPr>
              <a:t>Machine Learning Professional</a:t>
            </a:r>
            <a:br>
              <a:rPr b="0" i="0" lang="en-US" sz="1800" u="none" cap="none" strike="noStrike">
                <a:solidFill>
                  <a:schemeClr val="lt1"/>
                </a:solidFill>
                <a:latin typeface="Times New Roman"/>
                <a:ea typeface="Times New Roman"/>
                <a:cs typeface="Times New Roman"/>
                <a:sym typeface="Times New Roman"/>
              </a:rPr>
            </a:br>
            <a:r>
              <a:rPr b="0" i="0" lang="en-US" sz="1800" u="none" cap="none" strike="noStrike">
                <a:solidFill>
                  <a:schemeClr val="lt1"/>
                </a:solidFill>
                <a:latin typeface="Times New Roman"/>
                <a:ea typeface="Times New Roman"/>
                <a:cs typeface="Times New Roman"/>
                <a:sym typeface="Times New Roman"/>
              </a:rPr>
              <a:t>Project Presentation</a:t>
            </a:r>
            <a:endParaRPr b="0" i="0" sz="1800" u="none" cap="none" strike="noStrike">
              <a:solidFill>
                <a:schemeClr val="lt1"/>
              </a:solidFill>
              <a:latin typeface="Times New Roman"/>
              <a:ea typeface="Times New Roman"/>
              <a:cs typeface="Times New Roman"/>
              <a:sym typeface="Times New Roman"/>
            </a:endParaRPr>
          </a:p>
        </p:txBody>
      </p:sp>
      <p:pic>
        <p:nvPicPr>
          <p:cNvPr id="1768" name="Google Shape;1768;g3da1138a163_0_131"/>
          <p:cNvPicPr preferRelativeResize="0"/>
          <p:nvPr/>
        </p:nvPicPr>
        <p:blipFill rotWithShape="1">
          <a:blip r:embed="rId4">
            <a:alphaModFix/>
          </a:blip>
          <a:srcRect b="0" l="0" r="0" t="0"/>
          <a:stretch/>
        </p:blipFill>
        <p:spPr>
          <a:xfrm>
            <a:off x="10590875" y="6341462"/>
            <a:ext cx="1500023" cy="585000"/>
          </a:xfrm>
          <a:prstGeom prst="rect">
            <a:avLst/>
          </a:prstGeom>
          <a:noFill/>
          <a:ln>
            <a:noFill/>
          </a:ln>
        </p:spPr>
      </p:pic>
      <p:sp>
        <p:nvSpPr>
          <p:cNvPr id="1769" name="Google Shape;1769;g3da1138a163_0_131"/>
          <p:cNvSpPr txBox="1"/>
          <p:nvPr/>
        </p:nvSpPr>
        <p:spPr>
          <a:xfrm>
            <a:off x="-1" y="6288587"/>
            <a:ext cx="5981100" cy="6465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chemeClr val="dk1"/>
              </a:buClr>
              <a:buSzPts val="1800"/>
              <a:buFont typeface="Arial"/>
              <a:buNone/>
            </a:pPr>
            <a:r>
              <a:rPr b="0" i="0" lang="en-US" sz="1800" u="none" cap="none" strike="noStrike">
                <a:solidFill>
                  <a:schemeClr val="lt1"/>
                </a:solidFill>
                <a:latin typeface="Times New Roman"/>
                <a:ea typeface="Times New Roman"/>
                <a:cs typeface="Times New Roman"/>
                <a:sym typeface="Times New Roman"/>
              </a:rPr>
              <a:t>Machine Learning Professional</a:t>
            </a:r>
            <a:br>
              <a:rPr b="0" i="0" lang="en-US" sz="1800" u="none" cap="none" strike="noStrike">
                <a:solidFill>
                  <a:schemeClr val="lt1"/>
                </a:solidFill>
                <a:latin typeface="Times New Roman"/>
                <a:ea typeface="Times New Roman"/>
                <a:cs typeface="Times New Roman"/>
                <a:sym typeface="Times New Roman"/>
              </a:rPr>
            </a:br>
            <a:r>
              <a:rPr b="0" i="0" lang="en-US" sz="1800" u="none" cap="none" strike="noStrike">
                <a:solidFill>
                  <a:schemeClr val="lt1"/>
                </a:solidFill>
                <a:latin typeface="Times New Roman"/>
                <a:ea typeface="Times New Roman"/>
                <a:cs typeface="Times New Roman"/>
                <a:sym typeface="Times New Roman"/>
              </a:rPr>
              <a:t>Project Presentation</a:t>
            </a:r>
            <a:endParaRPr b="0" i="0" sz="1800" u="none" cap="none" strike="noStrike">
              <a:solidFill>
                <a:schemeClr val="lt1"/>
              </a:solidFill>
              <a:latin typeface="Times New Roman"/>
              <a:ea typeface="Times New Roman"/>
              <a:cs typeface="Times New Roman"/>
              <a:sym typeface="Times New Roman"/>
            </a:endParaRPr>
          </a:p>
        </p:txBody>
      </p:sp>
      <p:pic>
        <p:nvPicPr>
          <p:cNvPr id="1770" name="Google Shape;1770;g3da1138a163_0_131"/>
          <p:cNvPicPr preferRelativeResize="0"/>
          <p:nvPr/>
        </p:nvPicPr>
        <p:blipFill rotWithShape="1">
          <a:blip r:embed="rId4">
            <a:alphaModFix/>
          </a:blip>
          <a:srcRect b="0" l="0" r="0" t="0"/>
          <a:stretch/>
        </p:blipFill>
        <p:spPr>
          <a:xfrm>
            <a:off x="10590875" y="6330524"/>
            <a:ext cx="1500023" cy="585000"/>
          </a:xfrm>
          <a:prstGeom prst="rect">
            <a:avLst/>
          </a:prstGeom>
          <a:noFill/>
          <a:ln>
            <a:noFill/>
          </a:ln>
        </p:spPr>
      </p:pic>
      <p:sp>
        <p:nvSpPr>
          <p:cNvPr id="1771" name="Google Shape;1771;g3da1138a163_0_131"/>
          <p:cNvSpPr txBox="1"/>
          <p:nvPr/>
        </p:nvSpPr>
        <p:spPr>
          <a:xfrm>
            <a:off x="-1" y="6234672"/>
            <a:ext cx="5981100" cy="6465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chemeClr val="dk1"/>
              </a:buClr>
              <a:buSzPts val="1800"/>
              <a:buFont typeface="Arial"/>
              <a:buNone/>
            </a:pPr>
            <a:r>
              <a:rPr b="0" i="0" lang="en-US" sz="1800" u="none" cap="none" strike="noStrike">
                <a:solidFill>
                  <a:schemeClr val="lt1"/>
                </a:solidFill>
                <a:latin typeface="Times New Roman"/>
                <a:ea typeface="Times New Roman"/>
                <a:cs typeface="Times New Roman"/>
                <a:sym typeface="Times New Roman"/>
              </a:rPr>
              <a:t>Machine Learning Professional</a:t>
            </a:r>
            <a:br>
              <a:rPr b="0" i="0" lang="en-US" sz="1800" u="none" cap="none" strike="noStrike">
                <a:solidFill>
                  <a:schemeClr val="lt1"/>
                </a:solidFill>
                <a:latin typeface="Times New Roman"/>
                <a:ea typeface="Times New Roman"/>
                <a:cs typeface="Times New Roman"/>
                <a:sym typeface="Times New Roman"/>
              </a:rPr>
            </a:br>
            <a:r>
              <a:rPr b="0" i="0" lang="en-US" sz="1800" u="none" cap="none" strike="noStrike">
                <a:solidFill>
                  <a:schemeClr val="lt1"/>
                </a:solidFill>
                <a:latin typeface="Times New Roman"/>
                <a:ea typeface="Times New Roman"/>
                <a:cs typeface="Times New Roman"/>
                <a:sym typeface="Times New Roman"/>
              </a:rPr>
              <a:t>Project Presentation</a:t>
            </a:r>
            <a:endParaRPr b="0" i="0" sz="1800" u="none" cap="none" strike="noStrike">
              <a:solidFill>
                <a:schemeClr val="lt1"/>
              </a:solidFill>
              <a:latin typeface="Times New Roman"/>
              <a:ea typeface="Times New Roman"/>
              <a:cs typeface="Times New Roman"/>
              <a:sym typeface="Times New Roman"/>
            </a:endParaRPr>
          </a:p>
        </p:txBody>
      </p:sp>
      <p:pic>
        <p:nvPicPr>
          <p:cNvPr id="1772" name="Google Shape;1772;g3da1138a163_0_131"/>
          <p:cNvPicPr preferRelativeResize="0"/>
          <p:nvPr/>
        </p:nvPicPr>
        <p:blipFill rotWithShape="1">
          <a:blip r:embed="rId4">
            <a:alphaModFix/>
          </a:blip>
          <a:srcRect b="0" l="0" r="0" t="0"/>
          <a:stretch/>
        </p:blipFill>
        <p:spPr>
          <a:xfrm>
            <a:off x="10590875" y="6330524"/>
            <a:ext cx="1500023" cy="585000"/>
          </a:xfrm>
          <a:prstGeom prst="rect">
            <a:avLst/>
          </a:prstGeom>
          <a:noFill/>
          <a:ln>
            <a:noFill/>
          </a:ln>
        </p:spPr>
      </p:pic>
      <p:sp>
        <p:nvSpPr>
          <p:cNvPr id="1773" name="Google Shape;1773;g3da1138a163_0_131"/>
          <p:cNvSpPr txBox="1"/>
          <p:nvPr/>
        </p:nvSpPr>
        <p:spPr>
          <a:xfrm>
            <a:off x="-1" y="6234672"/>
            <a:ext cx="5981100" cy="6465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chemeClr val="dk1"/>
              </a:buClr>
              <a:buSzPts val="1800"/>
              <a:buFont typeface="Arial"/>
              <a:buNone/>
            </a:pPr>
            <a:r>
              <a:rPr b="0" i="0" lang="en-US" sz="1800" u="none" cap="none" strike="noStrike">
                <a:solidFill>
                  <a:schemeClr val="lt1"/>
                </a:solidFill>
                <a:latin typeface="Times New Roman"/>
                <a:ea typeface="Times New Roman"/>
                <a:cs typeface="Times New Roman"/>
                <a:sym typeface="Times New Roman"/>
              </a:rPr>
              <a:t>Machine Learning Professional</a:t>
            </a:r>
            <a:br>
              <a:rPr b="0" i="0" lang="en-US" sz="1800" u="none" cap="none" strike="noStrike">
                <a:solidFill>
                  <a:schemeClr val="lt1"/>
                </a:solidFill>
                <a:latin typeface="Times New Roman"/>
                <a:ea typeface="Times New Roman"/>
                <a:cs typeface="Times New Roman"/>
                <a:sym typeface="Times New Roman"/>
              </a:rPr>
            </a:br>
            <a:r>
              <a:rPr b="0" i="0" lang="en-US" sz="1800" u="none" cap="none" strike="noStrike">
                <a:solidFill>
                  <a:schemeClr val="lt1"/>
                </a:solidFill>
                <a:latin typeface="Times New Roman"/>
                <a:ea typeface="Times New Roman"/>
                <a:cs typeface="Times New Roman"/>
                <a:sym typeface="Times New Roman"/>
              </a:rPr>
              <a:t>Project Presentation</a:t>
            </a:r>
            <a:endParaRPr b="0" i="0" sz="1800" u="none" cap="none" strike="noStrike">
              <a:solidFill>
                <a:schemeClr val="lt1"/>
              </a:solidFill>
              <a:latin typeface="Times New Roman"/>
              <a:ea typeface="Times New Roman"/>
              <a:cs typeface="Times New Roman"/>
              <a:sym typeface="Times New Roman"/>
            </a:endParaRPr>
          </a:p>
        </p:txBody>
      </p:sp>
      <p:pic>
        <p:nvPicPr>
          <p:cNvPr id="1774" name="Google Shape;1774;g3da1138a163_0_131"/>
          <p:cNvPicPr preferRelativeResize="0"/>
          <p:nvPr/>
        </p:nvPicPr>
        <p:blipFill rotWithShape="1">
          <a:blip r:embed="rId4">
            <a:alphaModFix/>
          </a:blip>
          <a:srcRect b="0" l="0" r="0" t="0"/>
          <a:stretch/>
        </p:blipFill>
        <p:spPr>
          <a:xfrm>
            <a:off x="10590875" y="6330524"/>
            <a:ext cx="1500023" cy="585000"/>
          </a:xfrm>
          <a:prstGeom prst="rect">
            <a:avLst/>
          </a:prstGeom>
          <a:noFill/>
          <a:ln>
            <a:noFill/>
          </a:ln>
        </p:spPr>
      </p:pic>
      <p:sp>
        <p:nvSpPr>
          <p:cNvPr id="1775" name="Google Shape;1775;g3da1138a163_0_131"/>
          <p:cNvSpPr txBox="1"/>
          <p:nvPr/>
        </p:nvSpPr>
        <p:spPr>
          <a:xfrm>
            <a:off x="-1" y="6234672"/>
            <a:ext cx="5981100" cy="6465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chemeClr val="dk1"/>
              </a:buClr>
              <a:buSzPts val="1800"/>
              <a:buFont typeface="Arial"/>
              <a:buNone/>
            </a:pPr>
            <a:r>
              <a:rPr b="0" i="0" lang="en-US" sz="1800" u="none" cap="none" strike="noStrike">
                <a:solidFill>
                  <a:schemeClr val="lt1"/>
                </a:solidFill>
                <a:latin typeface="Times New Roman"/>
                <a:ea typeface="Times New Roman"/>
                <a:cs typeface="Times New Roman"/>
                <a:sym typeface="Times New Roman"/>
              </a:rPr>
              <a:t>Nanoelectronics - Seminar Presentation</a:t>
            </a:r>
            <a:br>
              <a:rPr b="0" i="0" lang="en-US" sz="1800" u="none" cap="none" strike="noStrike">
                <a:solidFill>
                  <a:schemeClr val="lt1"/>
                </a:solidFill>
                <a:latin typeface="Times New Roman"/>
                <a:ea typeface="Times New Roman"/>
                <a:cs typeface="Times New Roman"/>
                <a:sym typeface="Times New Roman"/>
              </a:rPr>
            </a:br>
            <a:r>
              <a:rPr b="0" i="0" lang="en-US" sz="1800" u="none" cap="none" strike="noStrike">
                <a:solidFill>
                  <a:schemeClr val="lt1"/>
                </a:solidFill>
                <a:latin typeface="Times New Roman"/>
                <a:ea typeface="Times New Roman"/>
                <a:cs typeface="Times New Roman"/>
                <a:sym typeface="Times New Roman"/>
              </a:rPr>
              <a:t>Ronit Dutta</a:t>
            </a:r>
            <a:endParaRPr b="0" i="0" sz="1800" u="none" cap="none" strike="noStrike">
              <a:solidFill>
                <a:schemeClr val="lt1"/>
              </a:solidFill>
              <a:latin typeface="Times New Roman"/>
              <a:ea typeface="Times New Roman"/>
              <a:cs typeface="Times New Roman"/>
              <a:sym typeface="Times New Roman"/>
            </a:endParaRPr>
          </a:p>
        </p:txBody>
      </p:sp>
      <p:pic>
        <p:nvPicPr>
          <p:cNvPr id="1776" name="Google Shape;1776;g3da1138a163_0_131"/>
          <p:cNvPicPr preferRelativeResize="0"/>
          <p:nvPr/>
        </p:nvPicPr>
        <p:blipFill rotWithShape="1">
          <a:blip r:embed="rId4">
            <a:alphaModFix/>
          </a:blip>
          <a:srcRect b="0" l="0" r="0" t="0"/>
          <a:stretch/>
        </p:blipFill>
        <p:spPr>
          <a:xfrm>
            <a:off x="10590875" y="6330524"/>
            <a:ext cx="1500023" cy="585000"/>
          </a:xfrm>
          <a:prstGeom prst="rect">
            <a:avLst/>
          </a:prstGeom>
          <a:noFill/>
          <a:ln>
            <a:noFill/>
          </a:ln>
        </p:spPr>
      </p:pic>
      <p:pic>
        <p:nvPicPr>
          <p:cNvPr id="1777" name="Google Shape;1777;g3da1138a163_0_131" title=" .jpg"/>
          <p:cNvPicPr preferRelativeResize="0"/>
          <p:nvPr/>
        </p:nvPicPr>
        <p:blipFill rotWithShape="1">
          <a:blip r:embed="rId5">
            <a:alphaModFix/>
          </a:blip>
          <a:srcRect b="0" l="0" r="0" t="0"/>
          <a:stretch/>
        </p:blipFill>
        <p:spPr>
          <a:xfrm>
            <a:off x="6548525" y="1577650"/>
            <a:ext cx="5276475" cy="3617950"/>
          </a:xfrm>
          <a:prstGeom prst="rect">
            <a:avLst/>
          </a:prstGeom>
          <a:noFill/>
          <a:ln>
            <a:noFill/>
          </a:ln>
        </p:spPr>
      </p:pic>
      <p:pic>
        <p:nvPicPr>
          <p:cNvPr id="1778" name="Google Shape;1778;g3da1138a163_0_131"/>
          <p:cNvPicPr preferRelativeResize="0"/>
          <p:nvPr/>
        </p:nvPicPr>
        <p:blipFill rotWithShape="1">
          <a:blip r:embed="rId6">
            <a:alphaModFix/>
          </a:blip>
          <a:srcRect b="0" l="0" r="0" t="0"/>
          <a:stretch/>
        </p:blipFill>
        <p:spPr>
          <a:xfrm>
            <a:off x="0" y="6288574"/>
            <a:ext cx="12192000" cy="1165875"/>
          </a:xfrm>
          <a:prstGeom prst="rect">
            <a:avLst/>
          </a:prstGeom>
          <a:noFill/>
          <a:ln>
            <a:noFill/>
          </a:ln>
        </p:spPr>
      </p:pic>
      <p:sp>
        <p:nvSpPr>
          <p:cNvPr id="1779" name="Google Shape;1779;g3da1138a163_0_131"/>
          <p:cNvSpPr txBox="1"/>
          <p:nvPr/>
        </p:nvSpPr>
        <p:spPr>
          <a:xfrm>
            <a:off x="-1" y="6445547"/>
            <a:ext cx="5981100" cy="6465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chemeClr val="dk1"/>
              </a:buClr>
              <a:buSzPts val="1800"/>
              <a:buFont typeface="Arial"/>
              <a:buNone/>
            </a:pPr>
            <a:r>
              <a:rPr lang="en-US" sz="1800">
                <a:solidFill>
                  <a:schemeClr val="lt1"/>
                </a:solidFill>
                <a:latin typeface="Times New Roman"/>
                <a:ea typeface="Times New Roman"/>
                <a:cs typeface="Times New Roman"/>
                <a:sym typeface="Times New Roman"/>
              </a:rPr>
              <a:t>Applied Mathematics for Engineering [MIDTERM PROJECT]</a:t>
            </a:r>
            <a:br>
              <a:rPr b="0" i="0" lang="en-US" sz="1800" u="none" cap="none" strike="noStrike">
                <a:solidFill>
                  <a:schemeClr val="lt1"/>
                </a:solidFill>
                <a:latin typeface="Times New Roman"/>
                <a:ea typeface="Times New Roman"/>
                <a:cs typeface="Times New Roman"/>
                <a:sym typeface="Times New Roman"/>
              </a:rPr>
            </a:br>
            <a:r>
              <a:rPr b="0" i="0" lang="en-US" sz="1800" u="none" cap="none" strike="noStrike">
                <a:solidFill>
                  <a:schemeClr val="lt1"/>
                </a:solidFill>
                <a:latin typeface="Times New Roman"/>
                <a:ea typeface="Times New Roman"/>
                <a:cs typeface="Times New Roman"/>
                <a:sym typeface="Times New Roman"/>
              </a:rPr>
              <a:t>Ronit Dutta</a:t>
            </a:r>
            <a:endParaRPr b="0" i="0" sz="1800" u="none" cap="none" strike="noStrike">
              <a:solidFill>
                <a:schemeClr val="lt1"/>
              </a:solidFill>
              <a:latin typeface="Times New Roman"/>
              <a:ea typeface="Times New Roman"/>
              <a:cs typeface="Times New Roman"/>
              <a:sym typeface="Times New Roman"/>
            </a:endParaRPr>
          </a:p>
        </p:txBody>
      </p:sp>
      <p:pic>
        <p:nvPicPr>
          <p:cNvPr id="1780" name="Google Shape;1780;g3da1138a163_0_131"/>
          <p:cNvPicPr preferRelativeResize="0"/>
          <p:nvPr/>
        </p:nvPicPr>
        <p:blipFill rotWithShape="1">
          <a:blip r:embed="rId4">
            <a:alphaModFix/>
          </a:blip>
          <a:srcRect b="0" l="0" r="0" t="0"/>
          <a:stretch/>
        </p:blipFill>
        <p:spPr>
          <a:xfrm>
            <a:off x="10579375" y="6476299"/>
            <a:ext cx="1500023" cy="585000"/>
          </a:xfrm>
          <a:prstGeom prst="rect">
            <a:avLst/>
          </a:prstGeom>
          <a:noFill/>
          <a:ln>
            <a:noFill/>
          </a:ln>
        </p:spPr>
      </p:pic>
      <p:pic>
        <p:nvPicPr>
          <p:cNvPr id="1781" name="Google Shape;1781;g3da1138a163_0_131"/>
          <p:cNvPicPr preferRelativeResize="0"/>
          <p:nvPr/>
        </p:nvPicPr>
        <p:blipFill rotWithShape="1">
          <a:blip r:embed="rId3">
            <a:alphaModFix/>
          </a:blip>
          <a:srcRect b="0" l="0" r="0" t="0"/>
          <a:stretch/>
        </p:blipFill>
        <p:spPr>
          <a:xfrm>
            <a:off x="10590934" y="6330522"/>
            <a:ext cx="1499906" cy="585000"/>
          </a:xfrm>
          <a:prstGeom prst="rect">
            <a:avLst/>
          </a:prstGeom>
          <a:noFill/>
          <a:ln>
            <a:noFill/>
          </a:ln>
        </p:spPr>
      </p:pic>
      <p:sp>
        <p:nvSpPr>
          <p:cNvPr id="1782" name="Google Shape;1782;g3da1138a163_0_131"/>
          <p:cNvSpPr txBox="1"/>
          <p:nvPr/>
        </p:nvSpPr>
        <p:spPr>
          <a:xfrm>
            <a:off x="-1" y="6288587"/>
            <a:ext cx="5981100" cy="3693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chemeClr val="dk1"/>
              </a:buClr>
              <a:buSzPts val="1800"/>
              <a:buFont typeface="Arial"/>
              <a:buNone/>
            </a:pPr>
            <a:r>
              <a:rPr b="0" i="0" lang="en-US" sz="1800" u="none" cap="none" strike="noStrike">
                <a:solidFill>
                  <a:schemeClr val="lt1"/>
                </a:solidFill>
                <a:latin typeface="Times New Roman"/>
                <a:ea typeface="Times New Roman"/>
                <a:cs typeface="Times New Roman"/>
                <a:sym typeface="Times New Roman"/>
              </a:rPr>
              <a:t>Term Paper Presentation | Ronit Dutta</a:t>
            </a:r>
            <a:endParaRPr b="0" i="0" sz="1800" u="none" cap="none" strike="noStrike">
              <a:solidFill>
                <a:schemeClr val="lt1"/>
              </a:solidFill>
              <a:latin typeface="Times New Roman"/>
              <a:ea typeface="Times New Roman"/>
              <a:cs typeface="Times New Roman"/>
              <a:sym typeface="Times New Roman"/>
            </a:endParaRPr>
          </a:p>
        </p:txBody>
      </p:sp>
      <p:pic>
        <p:nvPicPr>
          <p:cNvPr id="1783" name="Google Shape;1783;g3da1138a163_0_131"/>
          <p:cNvPicPr preferRelativeResize="0"/>
          <p:nvPr/>
        </p:nvPicPr>
        <p:blipFill rotWithShape="1">
          <a:blip r:embed="rId3">
            <a:alphaModFix/>
          </a:blip>
          <a:srcRect b="0" l="0" r="0" t="0"/>
          <a:stretch/>
        </p:blipFill>
        <p:spPr>
          <a:xfrm>
            <a:off x="10590934" y="6330522"/>
            <a:ext cx="1499906" cy="585000"/>
          </a:xfrm>
          <a:prstGeom prst="rect">
            <a:avLst/>
          </a:prstGeom>
          <a:noFill/>
          <a:ln>
            <a:noFill/>
          </a:ln>
        </p:spPr>
      </p:pic>
      <p:sp>
        <p:nvSpPr>
          <p:cNvPr id="1784" name="Google Shape;1784;g3da1138a163_0_131"/>
          <p:cNvSpPr txBox="1"/>
          <p:nvPr/>
        </p:nvSpPr>
        <p:spPr>
          <a:xfrm>
            <a:off x="-1" y="6288587"/>
            <a:ext cx="5981100" cy="3693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chemeClr val="dk1"/>
              </a:buClr>
              <a:buSzPts val="1800"/>
              <a:buFont typeface="Arial"/>
              <a:buNone/>
            </a:pPr>
            <a:r>
              <a:rPr b="0" i="0" lang="en-US" sz="1800" u="none" cap="none" strike="noStrike">
                <a:solidFill>
                  <a:schemeClr val="lt1"/>
                </a:solidFill>
                <a:latin typeface="Times New Roman"/>
                <a:ea typeface="Times New Roman"/>
                <a:cs typeface="Times New Roman"/>
                <a:sym typeface="Times New Roman"/>
              </a:rPr>
              <a:t>Term Paper Presentation | Ronit Dutta</a:t>
            </a:r>
            <a:endParaRPr b="0" i="0" sz="1800" u="none" cap="none" strike="noStrike">
              <a:solidFill>
                <a:schemeClr val="lt1"/>
              </a:solidFill>
              <a:latin typeface="Times New Roman"/>
              <a:ea typeface="Times New Roman"/>
              <a:cs typeface="Times New Roman"/>
              <a:sym typeface="Times New Roman"/>
            </a:endParaRPr>
          </a:p>
        </p:txBody>
      </p:sp>
      <p:pic>
        <p:nvPicPr>
          <p:cNvPr id="1785" name="Google Shape;1785;g3da1138a163_0_131"/>
          <p:cNvPicPr preferRelativeResize="0"/>
          <p:nvPr/>
        </p:nvPicPr>
        <p:blipFill rotWithShape="1">
          <a:blip r:embed="rId3">
            <a:alphaModFix/>
          </a:blip>
          <a:srcRect b="0" l="0" r="0" t="0"/>
          <a:stretch/>
        </p:blipFill>
        <p:spPr>
          <a:xfrm>
            <a:off x="10590934" y="6330522"/>
            <a:ext cx="1499906" cy="585000"/>
          </a:xfrm>
          <a:prstGeom prst="rect">
            <a:avLst/>
          </a:prstGeom>
          <a:noFill/>
          <a:ln>
            <a:noFill/>
          </a:ln>
        </p:spPr>
      </p:pic>
      <p:sp>
        <p:nvSpPr>
          <p:cNvPr id="1786" name="Google Shape;1786;g3da1138a163_0_131"/>
          <p:cNvSpPr txBox="1"/>
          <p:nvPr/>
        </p:nvSpPr>
        <p:spPr>
          <a:xfrm>
            <a:off x="-1" y="6288587"/>
            <a:ext cx="5981100" cy="6465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chemeClr val="dk1"/>
              </a:buClr>
              <a:buSzPts val="1800"/>
              <a:buFont typeface="Arial"/>
              <a:buNone/>
            </a:pPr>
            <a:r>
              <a:rPr b="0" i="0" lang="en-US" sz="1800" u="none" cap="none" strike="noStrike">
                <a:solidFill>
                  <a:schemeClr val="lt1"/>
                </a:solidFill>
                <a:latin typeface="Times New Roman"/>
                <a:ea typeface="Times New Roman"/>
                <a:cs typeface="Times New Roman"/>
                <a:sym typeface="Times New Roman"/>
              </a:rPr>
              <a:t>Machine Learning Professional</a:t>
            </a:r>
            <a:br>
              <a:rPr b="0" i="0" lang="en-US" sz="1800" u="none" cap="none" strike="noStrike">
                <a:solidFill>
                  <a:schemeClr val="lt1"/>
                </a:solidFill>
                <a:latin typeface="Times New Roman"/>
                <a:ea typeface="Times New Roman"/>
                <a:cs typeface="Times New Roman"/>
                <a:sym typeface="Times New Roman"/>
              </a:rPr>
            </a:br>
            <a:r>
              <a:rPr b="0" i="0" lang="en-US" sz="1800" u="none" cap="none" strike="noStrike">
                <a:solidFill>
                  <a:schemeClr val="lt1"/>
                </a:solidFill>
                <a:latin typeface="Times New Roman"/>
                <a:ea typeface="Times New Roman"/>
                <a:cs typeface="Times New Roman"/>
                <a:sym typeface="Times New Roman"/>
              </a:rPr>
              <a:t>Project Presentation</a:t>
            </a:r>
            <a:endParaRPr b="0" i="0" sz="1800" u="none" cap="none" strike="noStrike">
              <a:solidFill>
                <a:schemeClr val="lt1"/>
              </a:solidFill>
              <a:latin typeface="Times New Roman"/>
              <a:ea typeface="Times New Roman"/>
              <a:cs typeface="Times New Roman"/>
              <a:sym typeface="Times New Roman"/>
            </a:endParaRPr>
          </a:p>
        </p:txBody>
      </p:sp>
      <p:pic>
        <p:nvPicPr>
          <p:cNvPr id="1787" name="Google Shape;1787;g3da1138a163_0_131"/>
          <p:cNvPicPr preferRelativeResize="0"/>
          <p:nvPr/>
        </p:nvPicPr>
        <p:blipFill rotWithShape="1">
          <a:blip r:embed="rId4">
            <a:alphaModFix/>
          </a:blip>
          <a:srcRect b="0" l="0" r="0" t="0"/>
          <a:stretch/>
        </p:blipFill>
        <p:spPr>
          <a:xfrm>
            <a:off x="10590875" y="6341462"/>
            <a:ext cx="1500023" cy="585000"/>
          </a:xfrm>
          <a:prstGeom prst="rect">
            <a:avLst/>
          </a:prstGeom>
          <a:noFill/>
          <a:ln>
            <a:noFill/>
          </a:ln>
        </p:spPr>
      </p:pic>
      <p:sp>
        <p:nvSpPr>
          <p:cNvPr id="1788" name="Google Shape;1788;g3da1138a163_0_131"/>
          <p:cNvSpPr txBox="1"/>
          <p:nvPr/>
        </p:nvSpPr>
        <p:spPr>
          <a:xfrm>
            <a:off x="-1" y="6288587"/>
            <a:ext cx="5981100" cy="6465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chemeClr val="dk1"/>
              </a:buClr>
              <a:buSzPts val="1800"/>
              <a:buFont typeface="Arial"/>
              <a:buNone/>
            </a:pPr>
            <a:r>
              <a:rPr b="0" i="0" lang="en-US" sz="1800" u="none" cap="none" strike="noStrike">
                <a:solidFill>
                  <a:schemeClr val="lt1"/>
                </a:solidFill>
                <a:latin typeface="Times New Roman"/>
                <a:ea typeface="Times New Roman"/>
                <a:cs typeface="Times New Roman"/>
                <a:sym typeface="Times New Roman"/>
              </a:rPr>
              <a:t>Machine Learning Professional</a:t>
            </a:r>
            <a:br>
              <a:rPr b="0" i="0" lang="en-US" sz="1800" u="none" cap="none" strike="noStrike">
                <a:solidFill>
                  <a:schemeClr val="lt1"/>
                </a:solidFill>
                <a:latin typeface="Times New Roman"/>
                <a:ea typeface="Times New Roman"/>
                <a:cs typeface="Times New Roman"/>
                <a:sym typeface="Times New Roman"/>
              </a:rPr>
            </a:br>
            <a:r>
              <a:rPr b="0" i="0" lang="en-US" sz="1800" u="none" cap="none" strike="noStrike">
                <a:solidFill>
                  <a:schemeClr val="lt1"/>
                </a:solidFill>
                <a:latin typeface="Times New Roman"/>
                <a:ea typeface="Times New Roman"/>
                <a:cs typeface="Times New Roman"/>
                <a:sym typeface="Times New Roman"/>
              </a:rPr>
              <a:t>Project Presentation</a:t>
            </a:r>
            <a:endParaRPr b="0" i="0" sz="1800" u="none" cap="none" strike="noStrike">
              <a:solidFill>
                <a:schemeClr val="lt1"/>
              </a:solidFill>
              <a:latin typeface="Times New Roman"/>
              <a:ea typeface="Times New Roman"/>
              <a:cs typeface="Times New Roman"/>
              <a:sym typeface="Times New Roman"/>
            </a:endParaRPr>
          </a:p>
        </p:txBody>
      </p:sp>
      <p:pic>
        <p:nvPicPr>
          <p:cNvPr id="1789" name="Google Shape;1789;g3da1138a163_0_131"/>
          <p:cNvPicPr preferRelativeResize="0"/>
          <p:nvPr/>
        </p:nvPicPr>
        <p:blipFill rotWithShape="1">
          <a:blip r:embed="rId4">
            <a:alphaModFix/>
          </a:blip>
          <a:srcRect b="0" l="0" r="0" t="0"/>
          <a:stretch/>
        </p:blipFill>
        <p:spPr>
          <a:xfrm>
            <a:off x="10590875" y="6330524"/>
            <a:ext cx="1500023" cy="585000"/>
          </a:xfrm>
          <a:prstGeom prst="rect">
            <a:avLst/>
          </a:prstGeom>
          <a:noFill/>
          <a:ln>
            <a:noFill/>
          </a:ln>
        </p:spPr>
      </p:pic>
      <p:sp>
        <p:nvSpPr>
          <p:cNvPr id="1790" name="Google Shape;1790;g3da1138a163_0_131"/>
          <p:cNvSpPr txBox="1"/>
          <p:nvPr/>
        </p:nvSpPr>
        <p:spPr>
          <a:xfrm>
            <a:off x="-1" y="6234672"/>
            <a:ext cx="5981100" cy="6465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chemeClr val="dk1"/>
              </a:buClr>
              <a:buSzPts val="1800"/>
              <a:buFont typeface="Arial"/>
              <a:buNone/>
            </a:pPr>
            <a:r>
              <a:rPr b="0" i="0" lang="en-US" sz="1800" u="none" cap="none" strike="noStrike">
                <a:solidFill>
                  <a:schemeClr val="lt1"/>
                </a:solidFill>
                <a:latin typeface="Times New Roman"/>
                <a:ea typeface="Times New Roman"/>
                <a:cs typeface="Times New Roman"/>
                <a:sym typeface="Times New Roman"/>
              </a:rPr>
              <a:t>Machine Learning Professional</a:t>
            </a:r>
            <a:br>
              <a:rPr b="0" i="0" lang="en-US" sz="1800" u="none" cap="none" strike="noStrike">
                <a:solidFill>
                  <a:schemeClr val="lt1"/>
                </a:solidFill>
                <a:latin typeface="Times New Roman"/>
                <a:ea typeface="Times New Roman"/>
                <a:cs typeface="Times New Roman"/>
                <a:sym typeface="Times New Roman"/>
              </a:rPr>
            </a:br>
            <a:r>
              <a:rPr b="0" i="0" lang="en-US" sz="1800" u="none" cap="none" strike="noStrike">
                <a:solidFill>
                  <a:schemeClr val="lt1"/>
                </a:solidFill>
                <a:latin typeface="Times New Roman"/>
                <a:ea typeface="Times New Roman"/>
                <a:cs typeface="Times New Roman"/>
                <a:sym typeface="Times New Roman"/>
              </a:rPr>
              <a:t>Project Presentation</a:t>
            </a:r>
            <a:endParaRPr b="0" i="0" sz="1800" u="none" cap="none" strike="noStrike">
              <a:solidFill>
                <a:schemeClr val="lt1"/>
              </a:solidFill>
              <a:latin typeface="Times New Roman"/>
              <a:ea typeface="Times New Roman"/>
              <a:cs typeface="Times New Roman"/>
              <a:sym typeface="Times New Roman"/>
            </a:endParaRPr>
          </a:p>
        </p:txBody>
      </p:sp>
      <p:pic>
        <p:nvPicPr>
          <p:cNvPr id="1791" name="Google Shape;1791;g3da1138a163_0_131"/>
          <p:cNvPicPr preferRelativeResize="0"/>
          <p:nvPr/>
        </p:nvPicPr>
        <p:blipFill rotWithShape="1">
          <a:blip r:embed="rId4">
            <a:alphaModFix/>
          </a:blip>
          <a:srcRect b="0" l="0" r="0" t="0"/>
          <a:stretch/>
        </p:blipFill>
        <p:spPr>
          <a:xfrm>
            <a:off x="10590875" y="6330524"/>
            <a:ext cx="1500023" cy="585000"/>
          </a:xfrm>
          <a:prstGeom prst="rect">
            <a:avLst/>
          </a:prstGeom>
          <a:noFill/>
          <a:ln>
            <a:noFill/>
          </a:ln>
        </p:spPr>
      </p:pic>
      <p:sp>
        <p:nvSpPr>
          <p:cNvPr id="1792" name="Google Shape;1792;g3da1138a163_0_131"/>
          <p:cNvSpPr txBox="1"/>
          <p:nvPr/>
        </p:nvSpPr>
        <p:spPr>
          <a:xfrm>
            <a:off x="-1" y="6234672"/>
            <a:ext cx="5981100" cy="6465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chemeClr val="dk1"/>
              </a:buClr>
              <a:buSzPts val="1800"/>
              <a:buFont typeface="Arial"/>
              <a:buNone/>
            </a:pPr>
            <a:r>
              <a:rPr b="0" i="0" lang="en-US" sz="1800" u="none" cap="none" strike="noStrike">
                <a:solidFill>
                  <a:schemeClr val="lt1"/>
                </a:solidFill>
                <a:latin typeface="Times New Roman"/>
                <a:ea typeface="Times New Roman"/>
                <a:cs typeface="Times New Roman"/>
                <a:sym typeface="Times New Roman"/>
              </a:rPr>
              <a:t>Machine Learning Professional</a:t>
            </a:r>
            <a:br>
              <a:rPr b="0" i="0" lang="en-US" sz="1800" u="none" cap="none" strike="noStrike">
                <a:solidFill>
                  <a:schemeClr val="lt1"/>
                </a:solidFill>
                <a:latin typeface="Times New Roman"/>
                <a:ea typeface="Times New Roman"/>
                <a:cs typeface="Times New Roman"/>
                <a:sym typeface="Times New Roman"/>
              </a:rPr>
            </a:br>
            <a:r>
              <a:rPr b="0" i="0" lang="en-US" sz="1800" u="none" cap="none" strike="noStrike">
                <a:solidFill>
                  <a:schemeClr val="lt1"/>
                </a:solidFill>
                <a:latin typeface="Times New Roman"/>
                <a:ea typeface="Times New Roman"/>
                <a:cs typeface="Times New Roman"/>
                <a:sym typeface="Times New Roman"/>
              </a:rPr>
              <a:t>Project Presentation</a:t>
            </a:r>
            <a:endParaRPr b="0" i="0" sz="1800" u="none" cap="none" strike="noStrike">
              <a:solidFill>
                <a:schemeClr val="lt1"/>
              </a:solidFill>
              <a:latin typeface="Times New Roman"/>
              <a:ea typeface="Times New Roman"/>
              <a:cs typeface="Times New Roman"/>
              <a:sym typeface="Times New Roman"/>
            </a:endParaRPr>
          </a:p>
        </p:txBody>
      </p:sp>
      <p:pic>
        <p:nvPicPr>
          <p:cNvPr id="1793" name="Google Shape;1793;g3da1138a163_0_131"/>
          <p:cNvPicPr preferRelativeResize="0"/>
          <p:nvPr/>
        </p:nvPicPr>
        <p:blipFill rotWithShape="1">
          <a:blip r:embed="rId4">
            <a:alphaModFix/>
          </a:blip>
          <a:srcRect b="0" l="0" r="0" t="0"/>
          <a:stretch/>
        </p:blipFill>
        <p:spPr>
          <a:xfrm>
            <a:off x="10590875" y="6330524"/>
            <a:ext cx="1500023" cy="585000"/>
          </a:xfrm>
          <a:prstGeom prst="rect">
            <a:avLst/>
          </a:prstGeom>
          <a:noFill/>
          <a:ln>
            <a:noFill/>
          </a:ln>
        </p:spPr>
      </p:pic>
      <p:sp>
        <p:nvSpPr>
          <p:cNvPr id="1794" name="Google Shape;1794;g3da1138a163_0_131"/>
          <p:cNvSpPr txBox="1"/>
          <p:nvPr/>
        </p:nvSpPr>
        <p:spPr>
          <a:xfrm>
            <a:off x="-1" y="6234672"/>
            <a:ext cx="5981100" cy="6465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chemeClr val="dk1"/>
              </a:buClr>
              <a:buSzPts val="1800"/>
              <a:buFont typeface="Arial"/>
              <a:buNone/>
            </a:pPr>
            <a:r>
              <a:rPr b="0" i="0" lang="en-US" sz="1800" u="none" cap="none" strike="noStrike">
                <a:solidFill>
                  <a:schemeClr val="lt1"/>
                </a:solidFill>
                <a:latin typeface="Times New Roman"/>
                <a:ea typeface="Times New Roman"/>
                <a:cs typeface="Times New Roman"/>
                <a:sym typeface="Times New Roman"/>
              </a:rPr>
              <a:t>Nanoelectronics - Seminar Presentation</a:t>
            </a:r>
            <a:br>
              <a:rPr b="0" i="0" lang="en-US" sz="1800" u="none" cap="none" strike="noStrike">
                <a:solidFill>
                  <a:schemeClr val="lt1"/>
                </a:solidFill>
                <a:latin typeface="Times New Roman"/>
                <a:ea typeface="Times New Roman"/>
                <a:cs typeface="Times New Roman"/>
                <a:sym typeface="Times New Roman"/>
              </a:rPr>
            </a:br>
            <a:r>
              <a:rPr b="0" i="0" lang="en-US" sz="1800" u="none" cap="none" strike="noStrike">
                <a:solidFill>
                  <a:schemeClr val="lt1"/>
                </a:solidFill>
                <a:latin typeface="Times New Roman"/>
                <a:ea typeface="Times New Roman"/>
                <a:cs typeface="Times New Roman"/>
                <a:sym typeface="Times New Roman"/>
              </a:rPr>
              <a:t>Ronit Dutta</a:t>
            </a:r>
            <a:endParaRPr b="0" i="0" sz="1800" u="none" cap="none" strike="noStrike">
              <a:solidFill>
                <a:schemeClr val="lt1"/>
              </a:solidFill>
              <a:latin typeface="Times New Roman"/>
              <a:ea typeface="Times New Roman"/>
              <a:cs typeface="Times New Roman"/>
              <a:sym typeface="Times New Roman"/>
            </a:endParaRPr>
          </a:p>
        </p:txBody>
      </p:sp>
      <p:pic>
        <p:nvPicPr>
          <p:cNvPr id="1795" name="Google Shape;1795;g3da1138a163_0_131"/>
          <p:cNvPicPr preferRelativeResize="0"/>
          <p:nvPr/>
        </p:nvPicPr>
        <p:blipFill rotWithShape="1">
          <a:blip r:embed="rId4">
            <a:alphaModFix/>
          </a:blip>
          <a:srcRect b="0" l="0" r="0" t="0"/>
          <a:stretch/>
        </p:blipFill>
        <p:spPr>
          <a:xfrm>
            <a:off x="10590875" y="6330524"/>
            <a:ext cx="1500023" cy="585000"/>
          </a:xfrm>
          <a:prstGeom prst="rect">
            <a:avLst/>
          </a:prstGeom>
          <a:noFill/>
          <a:ln>
            <a:noFill/>
          </a:ln>
        </p:spPr>
      </p:pic>
      <p:pic>
        <p:nvPicPr>
          <p:cNvPr id="1796" name="Google Shape;1796;g3da1138a163_0_131"/>
          <p:cNvPicPr preferRelativeResize="0"/>
          <p:nvPr/>
        </p:nvPicPr>
        <p:blipFill rotWithShape="1">
          <a:blip r:embed="rId3">
            <a:alphaModFix/>
          </a:blip>
          <a:srcRect b="0" l="0" r="0" t="0"/>
          <a:stretch/>
        </p:blipFill>
        <p:spPr>
          <a:xfrm>
            <a:off x="10590934" y="6330522"/>
            <a:ext cx="1499906" cy="585000"/>
          </a:xfrm>
          <a:prstGeom prst="rect">
            <a:avLst/>
          </a:prstGeom>
          <a:noFill/>
          <a:ln>
            <a:noFill/>
          </a:ln>
        </p:spPr>
      </p:pic>
      <p:sp>
        <p:nvSpPr>
          <p:cNvPr id="1797" name="Google Shape;1797;g3da1138a163_0_131"/>
          <p:cNvSpPr txBox="1"/>
          <p:nvPr/>
        </p:nvSpPr>
        <p:spPr>
          <a:xfrm>
            <a:off x="-1" y="6288587"/>
            <a:ext cx="5981100" cy="3693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chemeClr val="dk1"/>
              </a:buClr>
              <a:buSzPts val="1800"/>
              <a:buFont typeface="Arial"/>
              <a:buNone/>
            </a:pPr>
            <a:r>
              <a:rPr b="0" i="0" lang="en-US" sz="1800" u="none" cap="none" strike="noStrike">
                <a:solidFill>
                  <a:schemeClr val="lt1"/>
                </a:solidFill>
                <a:latin typeface="Times New Roman"/>
                <a:ea typeface="Times New Roman"/>
                <a:cs typeface="Times New Roman"/>
                <a:sym typeface="Times New Roman"/>
              </a:rPr>
              <a:t>Term Paper Presentation | Ronit Dutta</a:t>
            </a:r>
            <a:endParaRPr b="0" i="0" sz="1800" u="none" cap="none" strike="noStrike">
              <a:solidFill>
                <a:schemeClr val="lt1"/>
              </a:solidFill>
              <a:latin typeface="Times New Roman"/>
              <a:ea typeface="Times New Roman"/>
              <a:cs typeface="Times New Roman"/>
              <a:sym typeface="Times New Roman"/>
            </a:endParaRPr>
          </a:p>
        </p:txBody>
      </p:sp>
      <p:pic>
        <p:nvPicPr>
          <p:cNvPr id="1798" name="Google Shape;1798;g3da1138a163_0_131"/>
          <p:cNvPicPr preferRelativeResize="0"/>
          <p:nvPr/>
        </p:nvPicPr>
        <p:blipFill rotWithShape="1">
          <a:blip r:embed="rId3">
            <a:alphaModFix/>
          </a:blip>
          <a:srcRect b="0" l="0" r="0" t="0"/>
          <a:stretch/>
        </p:blipFill>
        <p:spPr>
          <a:xfrm>
            <a:off x="10590934" y="6330522"/>
            <a:ext cx="1499906" cy="585000"/>
          </a:xfrm>
          <a:prstGeom prst="rect">
            <a:avLst/>
          </a:prstGeom>
          <a:noFill/>
          <a:ln>
            <a:noFill/>
          </a:ln>
        </p:spPr>
      </p:pic>
      <p:sp>
        <p:nvSpPr>
          <p:cNvPr id="1799" name="Google Shape;1799;g3da1138a163_0_131"/>
          <p:cNvSpPr txBox="1"/>
          <p:nvPr/>
        </p:nvSpPr>
        <p:spPr>
          <a:xfrm>
            <a:off x="-1" y="6288587"/>
            <a:ext cx="5981100" cy="3693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chemeClr val="dk1"/>
              </a:buClr>
              <a:buSzPts val="1800"/>
              <a:buFont typeface="Arial"/>
              <a:buNone/>
            </a:pPr>
            <a:r>
              <a:rPr b="0" i="0" lang="en-US" sz="1800" u="none" cap="none" strike="noStrike">
                <a:solidFill>
                  <a:schemeClr val="lt1"/>
                </a:solidFill>
                <a:latin typeface="Times New Roman"/>
                <a:ea typeface="Times New Roman"/>
                <a:cs typeface="Times New Roman"/>
                <a:sym typeface="Times New Roman"/>
              </a:rPr>
              <a:t>Term Paper Presentation | Ronit Dutta</a:t>
            </a:r>
            <a:endParaRPr b="0" i="0" sz="1800" u="none" cap="none" strike="noStrike">
              <a:solidFill>
                <a:schemeClr val="lt1"/>
              </a:solidFill>
              <a:latin typeface="Times New Roman"/>
              <a:ea typeface="Times New Roman"/>
              <a:cs typeface="Times New Roman"/>
              <a:sym typeface="Times New Roman"/>
            </a:endParaRPr>
          </a:p>
        </p:txBody>
      </p:sp>
      <p:pic>
        <p:nvPicPr>
          <p:cNvPr id="1800" name="Google Shape;1800;g3da1138a163_0_131"/>
          <p:cNvPicPr preferRelativeResize="0"/>
          <p:nvPr/>
        </p:nvPicPr>
        <p:blipFill rotWithShape="1">
          <a:blip r:embed="rId3">
            <a:alphaModFix/>
          </a:blip>
          <a:srcRect b="0" l="0" r="0" t="0"/>
          <a:stretch/>
        </p:blipFill>
        <p:spPr>
          <a:xfrm>
            <a:off x="10590934" y="6330522"/>
            <a:ext cx="1499906" cy="585000"/>
          </a:xfrm>
          <a:prstGeom prst="rect">
            <a:avLst/>
          </a:prstGeom>
          <a:noFill/>
          <a:ln>
            <a:noFill/>
          </a:ln>
        </p:spPr>
      </p:pic>
      <p:sp>
        <p:nvSpPr>
          <p:cNvPr id="1801" name="Google Shape;1801;g3da1138a163_0_131"/>
          <p:cNvSpPr txBox="1"/>
          <p:nvPr/>
        </p:nvSpPr>
        <p:spPr>
          <a:xfrm>
            <a:off x="-1" y="6288587"/>
            <a:ext cx="5981100" cy="6465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chemeClr val="dk1"/>
              </a:buClr>
              <a:buSzPts val="1800"/>
              <a:buFont typeface="Arial"/>
              <a:buNone/>
            </a:pPr>
            <a:r>
              <a:rPr b="0" i="0" lang="en-US" sz="1800" u="none" cap="none" strike="noStrike">
                <a:solidFill>
                  <a:schemeClr val="lt1"/>
                </a:solidFill>
                <a:latin typeface="Times New Roman"/>
                <a:ea typeface="Times New Roman"/>
                <a:cs typeface="Times New Roman"/>
                <a:sym typeface="Times New Roman"/>
              </a:rPr>
              <a:t>Machine Learning Professional</a:t>
            </a:r>
            <a:br>
              <a:rPr b="0" i="0" lang="en-US" sz="1800" u="none" cap="none" strike="noStrike">
                <a:solidFill>
                  <a:schemeClr val="lt1"/>
                </a:solidFill>
                <a:latin typeface="Times New Roman"/>
                <a:ea typeface="Times New Roman"/>
                <a:cs typeface="Times New Roman"/>
                <a:sym typeface="Times New Roman"/>
              </a:rPr>
            </a:br>
            <a:r>
              <a:rPr b="0" i="0" lang="en-US" sz="1800" u="none" cap="none" strike="noStrike">
                <a:solidFill>
                  <a:schemeClr val="lt1"/>
                </a:solidFill>
                <a:latin typeface="Times New Roman"/>
                <a:ea typeface="Times New Roman"/>
                <a:cs typeface="Times New Roman"/>
                <a:sym typeface="Times New Roman"/>
              </a:rPr>
              <a:t>Project Presentation</a:t>
            </a:r>
            <a:endParaRPr b="0" i="0" sz="1800" u="none" cap="none" strike="noStrike">
              <a:solidFill>
                <a:schemeClr val="lt1"/>
              </a:solidFill>
              <a:latin typeface="Times New Roman"/>
              <a:ea typeface="Times New Roman"/>
              <a:cs typeface="Times New Roman"/>
              <a:sym typeface="Times New Roman"/>
            </a:endParaRPr>
          </a:p>
        </p:txBody>
      </p:sp>
      <p:pic>
        <p:nvPicPr>
          <p:cNvPr id="1802" name="Google Shape;1802;g3da1138a163_0_131"/>
          <p:cNvPicPr preferRelativeResize="0"/>
          <p:nvPr/>
        </p:nvPicPr>
        <p:blipFill rotWithShape="1">
          <a:blip r:embed="rId4">
            <a:alphaModFix/>
          </a:blip>
          <a:srcRect b="0" l="0" r="0" t="0"/>
          <a:stretch/>
        </p:blipFill>
        <p:spPr>
          <a:xfrm>
            <a:off x="10590875" y="6341462"/>
            <a:ext cx="1500023" cy="585000"/>
          </a:xfrm>
          <a:prstGeom prst="rect">
            <a:avLst/>
          </a:prstGeom>
          <a:noFill/>
          <a:ln>
            <a:noFill/>
          </a:ln>
        </p:spPr>
      </p:pic>
      <p:sp>
        <p:nvSpPr>
          <p:cNvPr id="1803" name="Google Shape;1803;g3da1138a163_0_131"/>
          <p:cNvSpPr txBox="1"/>
          <p:nvPr/>
        </p:nvSpPr>
        <p:spPr>
          <a:xfrm>
            <a:off x="-1" y="6288587"/>
            <a:ext cx="5981100" cy="6465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chemeClr val="dk1"/>
              </a:buClr>
              <a:buSzPts val="1800"/>
              <a:buFont typeface="Arial"/>
              <a:buNone/>
            </a:pPr>
            <a:r>
              <a:rPr b="0" i="0" lang="en-US" sz="1800" u="none" cap="none" strike="noStrike">
                <a:solidFill>
                  <a:schemeClr val="lt1"/>
                </a:solidFill>
                <a:latin typeface="Times New Roman"/>
                <a:ea typeface="Times New Roman"/>
                <a:cs typeface="Times New Roman"/>
                <a:sym typeface="Times New Roman"/>
              </a:rPr>
              <a:t>Machine Learning Professional</a:t>
            </a:r>
            <a:br>
              <a:rPr b="0" i="0" lang="en-US" sz="1800" u="none" cap="none" strike="noStrike">
                <a:solidFill>
                  <a:schemeClr val="lt1"/>
                </a:solidFill>
                <a:latin typeface="Times New Roman"/>
                <a:ea typeface="Times New Roman"/>
                <a:cs typeface="Times New Roman"/>
                <a:sym typeface="Times New Roman"/>
              </a:rPr>
            </a:br>
            <a:r>
              <a:rPr b="0" i="0" lang="en-US" sz="1800" u="none" cap="none" strike="noStrike">
                <a:solidFill>
                  <a:schemeClr val="lt1"/>
                </a:solidFill>
                <a:latin typeface="Times New Roman"/>
                <a:ea typeface="Times New Roman"/>
                <a:cs typeface="Times New Roman"/>
                <a:sym typeface="Times New Roman"/>
              </a:rPr>
              <a:t>Project Presentation</a:t>
            </a:r>
            <a:endParaRPr b="0" i="0" sz="1800" u="none" cap="none" strike="noStrike">
              <a:solidFill>
                <a:schemeClr val="lt1"/>
              </a:solidFill>
              <a:latin typeface="Times New Roman"/>
              <a:ea typeface="Times New Roman"/>
              <a:cs typeface="Times New Roman"/>
              <a:sym typeface="Times New Roman"/>
            </a:endParaRPr>
          </a:p>
        </p:txBody>
      </p:sp>
      <p:pic>
        <p:nvPicPr>
          <p:cNvPr id="1804" name="Google Shape;1804;g3da1138a163_0_131"/>
          <p:cNvPicPr preferRelativeResize="0"/>
          <p:nvPr/>
        </p:nvPicPr>
        <p:blipFill rotWithShape="1">
          <a:blip r:embed="rId4">
            <a:alphaModFix/>
          </a:blip>
          <a:srcRect b="0" l="0" r="0" t="0"/>
          <a:stretch/>
        </p:blipFill>
        <p:spPr>
          <a:xfrm>
            <a:off x="10590875" y="6330524"/>
            <a:ext cx="1500023" cy="585000"/>
          </a:xfrm>
          <a:prstGeom prst="rect">
            <a:avLst/>
          </a:prstGeom>
          <a:noFill/>
          <a:ln>
            <a:noFill/>
          </a:ln>
        </p:spPr>
      </p:pic>
      <p:sp>
        <p:nvSpPr>
          <p:cNvPr id="1805" name="Google Shape;1805;g3da1138a163_0_131"/>
          <p:cNvSpPr txBox="1"/>
          <p:nvPr/>
        </p:nvSpPr>
        <p:spPr>
          <a:xfrm>
            <a:off x="-1" y="6234672"/>
            <a:ext cx="5981100" cy="6465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chemeClr val="dk1"/>
              </a:buClr>
              <a:buSzPts val="1800"/>
              <a:buFont typeface="Arial"/>
              <a:buNone/>
            </a:pPr>
            <a:r>
              <a:rPr b="0" i="0" lang="en-US" sz="1800" u="none" cap="none" strike="noStrike">
                <a:solidFill>
                  <a:schemeClr val="lt1"/>
                </a:solidFill>
                <a:latin typeface="Times New Roman"/>
                <a:ea typeface="Times New Roman"/>
                <a:cs typeface="Times New Roman"/>
                <a:sym typeface="Times New Roman"/>
              </a:rPr>
              <a:t>Machine Learning Professional</a:t>
            </a:r>
            <a:br>
              <a:rPr b="0" i="0" lang="en-US" sz="1800" u="none" cap="none" strike="noStrike">
                <a:solidFill>
                  <a:schemeClr val="lt1"/>
                </a:solidFill>
                <a:latin typeface="Times New Roman"/>
                <a:ea typeface="Times New Roman"/>
                <a:cs typeface="Times New Roman"/>
                <a:sym typeface="Times New Roman"/>
              </a:rPr>
            </a:br>
            <a:r>
              <a:rPr b="0" i="0" lang="en-US" sz="1800" u="none" cap="none" strike="noStrike">
                <a:solidFill>
                  <a:schemeClr val="lt1"/>
                </a:solidFill>
                <a:latin typeface="Times New Roman"/>
                <a:ea typeface="Times New Roman"/>
                <a:cs typeface="Times New Roman"/>
                <a:sym typeface="Times New Roman"/>
              </a:rPr>
              <a:t>Project Presentation</a:t>
            </a:r>
            <a:endParaRPr b="0" i="0" sz="1800" u="none" cap="none" strike="noStrike">
              <a:solidFill>
                <a:schemeClr val="lt1"/>
              </a:solidFill>
              <a:latin typeface="Times New Roman"/>
              <a:ea typeface="Times New Roman"/>
              <a:cs typeface="Times New Roman"/>
              <a:sym typeface="Times New Roman"/>
            </a:endParaRPr>
          </a:p>
        </p:txBody>
      </p:sp>
      <p:pic>
        <p:nvPicPr>
          <p:cNvPr id="1806" name="Google Shape;1806;g3da1138a163_0_131"/>
          <p:cNvPicPr preferRelativeResize="0"/>
          <p:nvPr/>
        </p:nvPicPr>
        <p:blipFill rotWithShape="1">
          <a:blip r:embed="rId4">
            <a:alphaModFix/>
          </a:blip>
          <a:srcRect b="0" l="0" r="0" t="0"/>
          <a:stretch/>
        </p:blipFill>
        <p:spPr>
          <a:xfrm>
            <a:off x="10590875" y="6330524"/>
            <a:ext cx="1500023" cy="585000"/>
          </a:xfrm>
          <a:prstGeom prst="rect">
            <a:avLst/>
          </a:prstGeom>
          <a:noFill/>
          <a:ln>
            <a:noFill/>
          </a:ln>
        </p:spPr>
      </p:pic>
      <p:sp>
        <p:nvSpPr>
          <p:cNvPr id="1807" name="Google Shape;1807;g3da1138a163_0_131"/>
          <p:cNvSpPr txBox="1"/>
          <p:nvPr/>
        </p:nvSpPr>
        <p:spPr>
          <a:xfrm>
            <a:off x="-1" y="6234672"/>
            <a:ext cx="5981100" cy="6465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chemeClr val="dk1"/>
              </a:buClr>
              <a:buSzPts val="1800"/>
              <a:buFont typeface="Arial"/>
              <a:buNone/>
            </a:pPr>
            <a:r>
              <a:rPr b="0" i="0" lang="en-US" sz="1800" u="none" cap="none" strike="noStrike">
                <a:solidFill>
                  <a:schemeClr val="lt1"/>
                </a:solidFill>
                <a:latin typeface="Times New Roman"/>
                <a:ea typeface="Times New Roman"/>
                <a:cs typeface="Times New Roman"/>
                <a:sym typeface="Times New Roman"/>
              </a:rPr>
              <a:t>Machine Learning Professional</a:t>
            </a:r>
            <a:br>
              <a:rPr b="0" i="0" lang="en-US" sz="1800" u="none" cap="none" strike="noStrike">
                <a:solidFill>
                  <a:schemeClr val="lt1"/>
                </a:solidFill>
                <a:latin typeface="Times New Roman"/>
                <a:ea typeface="Times New Roman"/>
                <a:cs typeface="Times New Roman"/>
                <a:sym typeface="Times New Roman"/>
              </a:rPr>
            </a:br>
            <a:r>
              <a:rPr b="0" i="0" lang="en-US" sz="1800" u="none" cap="none" strike="noStrike">
                <a:solidFill>
                  <a:schemeClr val="lt1"/>
                </a:solidFill>
                <a:latin typeface="Times New Roman"/>
                <a:ea typeface="Times New Roman"/>
                <a:cs typeface="Times New Roman"/>
                <a:sym typeface="Times New Roman"/>
              </a:rPr>
              <a:t>Project Presentation</a:t>
            </a:r>
            <a:endParaRPr b="0" i="0" sz="1800" u="none" cap="none" strike="noStrike">
              <a:solidFill>
                <a:schemeClr val="lt1"/>
              </a:solidFill>
              <a:latin typeface="Times New Roman"/>
              <a:ea typeface="Times New Roman"/>
              <a:cs typeface="Times New Roman"/>
              <a:sym typeface="Times New Roman"/>
            </a:endParaRPr>
          </a:p>
        </p:txBody>
      </p:sp>
      <p:pic>
        <p:nvPicPr>
          <p:cNvPr id="1808" name="Google Shape;1808;g3da1138a163_0_131"/>
          <p:cNvPicPr preferRelativeResize="0"/>
          <p:nvPr/>
        </p:nvPicPr>
        <p:blipFill rotWithShape="1">
          <a:blip r:embed="rId4">
            <a:alphaModFix/>
          </a:blip>
          <a:srcRect b="0" l="0" r="0" t="0"/>
          <a:stretch/>
        </p:blipFill>
        <p:spPr>
          <a:xfrm>
            <a:off x="10590875" y="6330524"/>
            <a:ext cx="1500023" cy="585000"/>
          </a:xfrm>
          <a:prstGeom prst="rect">
            <a:avLst/>
          </a:prstGeom>
          <a:noFill/>
          <a:ln>
            <a:noFill/>
          </a:ln>
        </p:spPr>
      </p:pic>
      <p:sp>
        <p:nvSpPr>
          <p:cNvPr id="1809" name="Google Shape;1809;g3da1138a163_0_131"/>
          <p:cNvSpPr txBox="1"/>
          <p:nvPr/>
        </p:nvSpPr>
        <p:spPr>
          <a:xfrm>
            <a:off x="-1" y="6234672"/>
            <a:ext cx="5981100" cy="6465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chemeClr val="dk1"/>
              </a:buClr>
              <a:buSzPts val="1800"/>
              <a:buFont typeface="Arial"/>
              <a:buNone/>
            </a:pPr>
            <a:r>
              <a:rPr b="0" i="0" lang="en-US" sz="1800" u="none" cap="none" strike="noStrike">
                <a:solidFill>
                  <a:schemeClr val="lt1"/>
                </a:solidFill>
                <a:latin typeface="Times New Roman"/>
                <a:ea typeface="Times New Roman"/>
                <a:cs typeface="Times New Roman"/>
                <a:sym typeface="Times New Roman"/>
              </a:rPr>
              <a:t>Nanoelectronics - Seminar Presentation</a:t>
            </a:r>
            <a:br>
              <a:rPr b="0" i="0" lang="en-US" sz="1800" u="none" cap="none" strike="noStrike">
                <a:solidFill>
                  <a:schemeClr val="lt1"/>
                </a:solidFill>
                <a:latin typeface="Times New Roman"/>
                <a:ea typeface="Times New Roman"/>
                <a:cs typeface="Times New Roman"/>
                <a:sym typeface="Times New Roman"/>
              </a:rPr>
            </a:br>
            <a:r>
              <a:rPr b="0" i="0" lang="en-US" sz="1800" u="none" cap="none" strike="noStrike">
                <a:solidFill>
                  <a:schemeClr val="lt1"/>
                </a:solidFill>
                <a:latin typeface="Times New Roman"/>
                <a:ea typeface="Times New Roman"/>
                <a:cs typeface="Times New Roman"/>
                <a:sym typeface="Times New Roman"/>
              </a:rPr>
              <a:t>Ronit Dutta</a:t>
            </a:r>
            <a:endParaRPr b="0" i="0" sz="1800" u="none" cap="none" strike="noStrike">
              <a:solidFill>
                <a:schemeClr val="lt1"/>
              </a:solidFill>
              <a:latin typeface="Times New Roman"/>
              <a:ea typeface="Times New Roman"/>
              <a:cs typeface="Times New Roman"/>
              <a:sym typeface="Times New Roman"/>
            </a:endParaRPr>
          </a:p>
        </p:txBody>
      </p:sp>
      <p:pic>
        <p:nvPicPr>
          <p:cNvPr id="1810" name="Google Shape;1810;g3da1138a163_0_131"/>
          <p:cNvPicPr preferRelativeResize="0"/>
          <p:nvPr/>
        </p:nvPicPr>
        <p:blipFill rotWithShape="1">
          <a:blip r:embed="rId4">
            <a:alphaModFix/>
          </a:blip>
          <a:srcRect b="0" l="0" r="0" t="0"/>
          <a:stretch/>
        </p:blipFill>
        <p:spPr>
          <a:xfrm>
            <a:off x="10590875" y="6330524"/>
            <a:ext cx="1500023" cy="585000"/>
          </a:xfrm>
          <a:prstGeom prst="rect">
            <a:avLst/>
          </a:prstGeom>
          <a:noFill/>
          <a:ln>
            <a:noFill/>
          </a:ln>
        </p:spPr>
      </p:pic>
      <p:pic>
        <p:nvPicPr>
          <p:cNvPr id="1811" name="Google Shape;1811;g3da1138a163_0_131"/>
          <p:cNvPicPr preferRelativeResize="0"/>
          <p:nvPr/>
        </p:nvPicPr>
        <p:blipFill rotWithShape="1">
          <a:blip r:embed="rId6">
            <a:alphaModFix/>
          </a:blip>
          <a:srcRect b="0" l="0" r="0" t="0"/>
          <a:stretch/>
        </p:blipFill>
        <p:spPr>
          <a:xfrm>
            <a:off x="0" y="6234674"/>
            <a:ext cx="12192000" cy="1165875"/>
          </a:xfrm>
          <a:prstGeom prst="rect">
            <a:avLst/>
          </a:prstGeom>
          <a:noFill/>
          <a:ln>
            <a:noFill/>
          </a:ln>
        </p:spPr>
      </p:pic>
      <p:sp>
        <p:nvSpPr>
          <p:cNvPr id="1812" name="Google Shape;1812;g3da1138a163_0_131"/>
          <p:cNvSpPr txBox="1"/>
          <p:nvPr/>
        </p:nvSpPr>
        <p:spPr>
          <a:xfrm>
            <a:off x="-1" y="6445547"/>
            <a:ext cx="5981100" cy="6465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chemeClr val="dk1"/>
              </a:buClr>
              <a:buSzPts val="1800"/>
              <a:buFont typeface="Arial"/>
              <a:buNone/>
            </a:pPr>
            <a:r>
              <a:rPr lang="en-US" sz="1800">
                <a:solidFill>
                  <a:schemeClr val="lt1"/>
                </a:solidFill>
                <a:latin typeface="Times New Roman"/>
                <a:ea typeface="Times New Roman"/>
                <a:cs typeface="Times New Roman"/>
                <a:sym typeface="Times New Roman"/>
              </a:rPr>
              <a:t>Applied Mathematics for Engineering [MIDTERM PROJECT]</a:t>
            </a:r>
            <a:br>
              <a:rPr b="0" i="0" lang="en-US" sz="1800" u="none" cap="none" strike="noStrike">
                <a:solidFill>
                  <a:schemeClr val="lt1"/>
                </a:solidFill>
                <a:latin typeface="Times New Roman"/>
                <a:ea typeface="Times New Roman"/>
                <a:cs typeface="Times New Roman"/>
                <a:sym typeface="Times New Roman"/>
              </a:rPr>
            </a:br>
            <a:r>
              <a:rPr b="0" i="0" lang="en-US" sz="1800" u="none" cap="none" strike="noStrike">
                <a:solidFill>
                  <a:schemeClr val="lt1"/>
                </a:solidFill>
                <a:latin typeface="Times New Roman"/>
                <a:ea typeface="Times New Roman"/>
                <a:cs typeface="Times New Roman"/>
                <a:sym typeface="Times New Roman"/>
              </a:rPr>
              <a:t>Ronit Dutta</a:t>
            </a:r>
            <a:endParaRPr b="0" i="0" sz="1800" u="none" cap="none" strike="noStrike">
              <a:solidFill>
                <a:schemeClr val="lt1"/>
              </a:solidFill>
              <a:latin typeface="Times New Roman"/>
              <a:ea typeface="Times New Roman"/>
              <a:cs typeface="Times New Roman"/>
              <a:sym typeface="Times New Roman"/>
            </a:endParaRPr>
          </a:p>
        </p:txBody>
      </p:sp>
      <p:pic>
        <p:nvPicPr>
          <p:cNvPr id="1813" name="Google Shape;1813;g3da1138a163_0_131"/>
          <p:cNvPicPr preferRelativeResize="0"/>
          <p:nvPr/>
        </p:nvPicPr>
        <p:blipFill rotWithShape="1">
          <a:blip r:embed="rId4">
            <a:alphaModFix/>
          </a:blip>
          <a:srcRect b="0" l="0" r="0" t="0"/>
          <a:stretch/>
        </p:blipFill>
        <p:spPr>
          <a:xfrm>
            <a:off x="10579375" y="6476299"/>
            <a:ext cx="1500023" cy="585000"/>
          </a:xfrm>
          <a:prstGeom prst="rect">
            <a:avLst/>
          </a:prstGeom>
          <a:noFill/>
          <a:ln>
            <a:noFill/>
          </a:ln>
        </p:spPr>
      </p:pic>
      <p:pic>
        <p:nvPicPr>
          <p:cNvPr id="1814" name="Google Shape;1814;g3da1138a163_0_131"/>
          <p:cNvPicPr preferRelativeResize="0"/>
          <p:nvPr/>
        </p:nvPicPr>
        <p:blipFill rotWithShape="1">
          <a:blip r:embed="rId6">
            <a:alphaModFix/>
          </a:blip>
          <a:srcRect b="0" l="0" r="0" t="0"/>
          <a:stretch/>
        </p:blipFill>
        <p:spPr>
          <a:xfrm>
            <a:off x="0" y="6330524"/>
            <a:ext cx="12192000" cy="1165875"/>
          </a:xfrm>
          <a:prstGeom prst="rect">
            <a:avLst/>
          </a:prstGeom>
          <a:noFill/>
          <a:ln>
            <a:noFill/>
          </a:ln>
        </p:spPr>
      </p:pic>
      <p:sp>
        <p:nvSpPr>
          <p:cNvPr id="1815" name="Google Shape;1815;g3da1138a163_0_131"/>
          <p:cNvSpPr txBox="1"/>
          <p:nvPr/>
        </p:nvSpPr>
        <p:spPr>
          <a:xfrm>
            <a:off x="-1" y="6445547"/>
            <a:ext cx="5981100" cy="6465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chemeClr val="dk1"/>
              </a:buClr>
              <a:buSzPts val="1800"/>
              <a:buFont typeface="Arial"/>
              <a:buNone/>
            </a:pPr>
            <a:r>
              <a:rPr lang="en-US" sz="1800">
                <a:solidFill>
                  <a:schemeClr val="lt1"/>
                </a:solidFill>
                <a:latin typeface="Times New Roman"/>
                <a:ea typeface="Times New Roman"/>
                <a:cs typeface="Times New Roman"/>
                <a:sym typeface="Times New Roman"/>
              </a:rPr>
              <a:t>Applied Mathematics for Engineering [MIDTERM PROJECT]</a:t>
            </a:r>
            <a:br>
              <a:rPr b="0" i="0" lang="en-US" sz="1800" u="none" cap="none" strike="noStrike">
                <a:solidFill>
                  <a:schemeClr val="lt1"/>
                </a:solidFill>
                <a:latin typeface="Times New Roman"/>
                <a:ea typeface="Times New Roman"/>
                <a:cs typeface="Times New Roman"/>
                <a:sym typeface="Times New Roman"/>
              </a:rPr>
            </a:br>
            <a:r>
              <a:rPr b="0" i="0" lang="en-US" sz="1800" u="none" cap="none" strike="noStrike">
                <a:solidFill>
                  <a:schemeClr val="lt1"/>
                </a:solidFill>
                <a:latin typeface="Times New Roman"/>
                <a:ea typeface="Times New Roman"/>
                <a:cs typeface="Times New Roman"/>
                <a:sym typeface="Times New Roman"/>
              </a:rPr>
              <a:t>Ronit Dutta</a:t>
            </a:r>
            <a:endParaRPr b="0" i="0" sz="1800" u="none" cap="none" strike="noStrike">
              <a:solidFill>
                <a:schemeClr val="lt1"/>
              </a:solidFill>
              <a:latin typeface="Times New Roman"/>
              <a:ea typeface="Times New Roman"/>
              <a:cs typeface="Times New Roman"/>
              <a:sym typeface="Times New Roman"/>
            </a:endParaRPr>
          </a:p>
        </p:txBody>
      </p:sp>
      <p:pic>
        <p:nvPicPr>
          <p:cNvPr id="1816" name="Google Shape;1816;g3da1138a163_0_131"/>
          <p:cNvPicPr preferRelativeResize="0"/>
          <p:nvPr/>
        </p:nvPicPr>
        <p:blipFill rotWithShape="1">
          <a:blip r:embed="rId4">
            <a:alphaModFix/>
          </a:blip>
          <a:srcRect b="0" l="0" r="0" t="0"/>
          <a:stretch/>
        </p:blipFill>
        <p:spPr>
          <a:xfrm>
            <a:off x="10579375" y="6476299"/>
            <a:ext cx="1500023" cy="585000"/>
          </a:xfrm>
          <a:prstGeom prst="rect">
            <a:avLst/>
          </a:prstGeom>
          <a:noFill/>
          <a:ln>
            <a:noFill/>
          </a:ln>
        </p:spPr>
      </p:pic>
      <p:pic>
        <p:nvPicPr>
          <p:cNvPr id="1817" name="Google Shape;1817;g3da1138a163_0_131"/>
          <p:cNvPicPr preferRelativeResize="0"/>
          <p:nvPr/>
        </p:nvPicPr>
        <p:blipFill rotWithShape="1">
          <a:blip r:embed="rId3">
            <a:alphaModFix/>
          </a:blip>
          <a:srcRect b="0" l="0" r="0" t="0"/>
          <a:stretch/>
        </p:blipFill>
        <p:spPr>
          <a:xfrm>
            <a:off x="10590934" y="6330522"/>
            <a:ext cx="1499906" cy="585000"/>
          </a:xfrm>
          <a:prstGeom prst="rect">
            <a:avLst/>
          </a:prstGeom>
          <a:noFill/>
          <a:ln>
            <a:noFill/>
          </a:ln>
        </p:spPr>
      </p:pic>
      <p:sp>
        <p:nvSpPr>
          <p:cNvPr id="1818" name="Google Shape;1818;g3da1138a163_0_131"/>
          <p:cNvSpPr txBox="1"/>
          <p:nvPr/>
        </p:nvSpPr>
        <p:spPr>
          <a:xfrm>
            <a:off x="-1" y="6288587"/>
            <a:ext cx="5981100" cy="3693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chemeClr val="dk1"/>
              </a:buClr>
              <a:buSzPts val="1800"/>
              <a:buFont typeface="Arial"/>
              <a:buNone/>
            </a:pPr>
            <a:r>
              <a:rPr b="0" i="0" lang="en-US" sz="1800" u="none" cap="none" strike="noStrike">
                <a:solidFill>
                  <a:schemeClr val="lt1"/>
                </a:solidFill>
                <a:latin typeface="Times New Roman"/>
                <a:ea typeface="Times New Roman"/>
                <a:cs typeface="Times New Roman"/>
                <a:sym typeface="Times New Roman"/>
              </a:rPr>
              <a:t>Term Paper Presentation | Ronit Dutta</a:t>
            </a:r>
            <a:endParaRPr b="0" i="0" sz="1800" u="none" cap="none" strike="noStrike">
              <a:solidFill>
                <a:schemeClr val="lt1"/>
              </a:solidFill>
              <a:latin typeface="Times New Roman"/>
              <a:ea typeface="Times New Roman"/>
              <a:cs typeface="Times New Roman"/>
              <a:sym typeface="Times New Roman"/>
            </a:endParaRPr>
          </a:p>
        </p:txBody>
      </p:sp>
      <p:pic>
        <p:nvPicPr>
          <p:cNvPr id="1819" name="Google Shape;1819;g3da1138a163_0_131"/>
          <p:cNvPicPr preferRelativeResize="0"/>
          <p:nvPr/>
        </p:nvPicPr>
        <p:blipFill rotWithShape="1">
          <a:blip r:embed="rId3">
            <a:alphaModFix/>
          </a:blip>
          <a:srcRect b="0" l="0" r="0" t="0"/>
          <a:stretch/>
        </p:blipFill>
        <p:spPr>
          <a:xfrm>
            <a:off x="10590934" y="6330522"/>
            <a:ext cx="1499906" cy="585000"/>
          </a:xfrm>
          <a:prstGeom prst="rect">
            <a:avLst/>
          </a:prstGeom>
          <a:noFill/>
          <a:ln>
            <a:noFill/>
          </a:ln>
        </p:spPr>
      </p:pic>
      <p:sp>
        <p:nvSpPr>
          <p:cNvPr id="1820" name="Google Shape;1820;g3da1138a163_0_131"/>
          <p:cNvSpPr txBox="1"/>
          <p:nvPr/>
        </p:nvSpPr>
        <p:spPr>
          <a:xfrm>
            <a:off x="-1" y="6288587"/>
            <a:ext cx="5981100" cy="3693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chemeClr val="dk1"/>
              </a:buClr>
              <a:buSzPts val="1800"/>
              <a:buFont typeface="Arial"/>
              <a:buNone/>
            </a:pPr>
            <a:r>
              <a:rPr b="0" i="0" lang="en-US" sz="1800" u="none" cap="none" strike="noStrike">
                <a:solidFill>
                  <a:schemeClr val="lt1"/>
                </a:solidFill>
                <a:latin typeface="Times New Roman"/>
                <a:ea typeface="Times New Roman"/>
                <a:cs typeface="Times New Roman"/>
                <a:sym typeface="Times New Roman"/>
              </a:rPr>
              <a:t>Term Paper Presentation | Ronit Dutta</a:t>
            </a:r>
            <a:endParaRPr b="0" i="0" sz="1800" u="none" cap="none" strike="noStrike">
              <a:solidFill>
                <a:schemeClr val="lt1"/>
              </a:solidFill>
              <a:latin typeface="Times New Roman"/>
              <a:ea typeface="Times New Roman"/>
              <a:cs typeface="Times New Roman"/>
              <a:sym typeface="Times New Roman"/>
            </a:endParaRPr>
          </a:p>
        </p:txBody>
      </p:sp>
      <p:pic>
        <p:nvPicPr>
          <p:cNvPr id="1821" name="Google Shape;1821;g3da1138a163_0_131"/>
          <p:cNvPicPr preferRelativeResize="0"/>
          <p:nvPr/>
        </p:nvPicPr>
        <p:blipFill rotWithShape="1">
          <a:blip r:embed="rId3">
            <a:alphaModFix/>
          </a:blip>
          <a:srcRect b="0" l="0" r="0" t="0"/>
          <a:stretch/>
        </p:blipFill>
        <p:spPr>
          <a:xfrm>
            <a:off x="10590934" y="6330522"/>
            <a:ext cx="1499906" cy="585000"/>
          </a:xfrm>
          <a:prstGeom prst="rect">
            <a:avLst/>
          </a:prstGeom>
          <a:noFill/>
          <a:ln>
            <a:noFill/>
          </a:ln>
        </p:spPr>
      </p:pic>
      <p:sp>
        <p:nvSpPr>
          <p:cNvPr id="1822" name="Google Shape;1822;g3da1138a163_0_131"/>
          <p:cNvSpPr txBox="1"/>
          <p:nvPr/>
        </p:nvSpPr>
        <p:spPr>
          <a:xfrm>
            <a:off x="-1" y="6288587"/>
            <a:ext cx="5981100" cy="6465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chemeClr val="dk1"/>
              </a:buClr>
              <a:buSzPts val="1800"/>
              <a:buFont typeface="Arial"/>
              <a:buNone/>
            </a:pPr>
            <a:r>
              <a:rPr b="0" i="0" lang="en-US" sz="1800" u="none" cap="none" strike="noStrike">
                <a:solidFill>
                  <a:schemeClr val="lt1"/>
                </a:solidFill>
                <a:latin typeface="Times New Roman"/>
                <a:ea typeface="Times New Roman"/>
                <a:cs typeface="Times New Roman"/>
                <a:sym typeface="Times New Roman"/>
              </a:rPr>
              <a:t>Machine Learning Professional</a:t>
            </a:r>
            <a:br>
              <a:rPr b="0" i="0" lang="en-US" sz="1800" u="none" cap="none" strike="noStrike">
                <a:solidFill>
                  <a:schemeClr val="lt1"/>
                </a:solidFill>
                <a:latin typeface="Times New Roman"/>
                <a:ea typeface="Times New Roman"/>
                <a:cs typeface="Times New Roman"/>
                <a:sym typeface="Times New Roman"/>
              </a:rPr>
            </a:br>
            <a:r>
              <a:rPr b="0" i="0" lang="en-US" sz="1800" u="none" cap="none" strike="noStrike">
                <a:solidFill>
                  <a:schemeClr val="lt1"/>
                </a:solidFill>
                <a:latin typeface="Times New Roman"/>
                <a:ea typeface="Times New Roman"/>
                <a:cs typeface="Times New Roman"/>
                <a:sym typeface="Times New Roman"/>
              </a:rPr>
              <a:t>Project Presentation</a:t>
            </a:r>
            <a:endParaRPr b="0" i="0" sz="1800" u="none" cap="none" strike="noStrike">
              <a:solidFill>
                <a:schemeClr val="lt1"/>
              </a:solidFill>
              <a:latin typeface="Times New Roman"/>
              <a:ea typeface="Times New Roman"/>
              <a:cs typeface="Times New Roman"/>
              <a:sym typeface="Times New Roman"/>
            </a:endParaRPr>
          </a:p>
        </p:txBody>
      </p:sp>
      <p:pic>
        <p:nvPicPr>
          <p:cNvPr id="1823" name="Google Shape;1823;g3da1138a163_0_131"/>
          <p:cNvPicPr preferRelativeResize="0"/>
          <p:nvPr/>
        </p:nvPicPr>
        <p:blipFill rotWithShape="1">
          <a:blip r:embed="rId4">
            <a:alphaModFix/>
          </a:blip>
          <a:srcRect b="0" l="0" r="0" t="0"/>
          <a:stretch/>
        </p:blipFill>
        <p:spPr>
          <a:xfrm>
            <a:off x="10590875" y="6341462"/>
            <a:ext cx="1500023" cy="585000"/>
          </a:xfrm>
          <a:prstGeom prst="rect">
            <a:avLst/>
          </a:prstGeom>
          <a:noFill/>
          <a:ln>
            <a:noFill/>
          </a:ln>
        </p:spPr>
      </p:pic>
      <p:sp>
        <p:nvSpPr>
          <p:cNvPr id="1824" name="Google Shape;1824;g3da1138a163_0_131"/>
          <p:cNvSpPr txBox="1"/>
          <p:nvPr/>
        </p:nvSpPr>
        <p:spPr>
          <a:xfrm>
            <a:off x="-1" y="6288587"/>
            <a:ext cx="5981100" cy="6465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chemeClr val="dk1"/>
              </a:buClr>
              <a:buSzPts val="1800"/>
              <a:buFont typeface="Arial"/>
              <a:buNone/>
            </a:pPr>
            <a:r>
              <a:rPr b="0" i="0" lang="en-US" sz="1800" u="none" cap="none" strike="noStrike">
                <a:solidFill>
                  <a:schemeClr val="lt1"/>
                </a:solidFill>
                <a:latin typeface="Times New Roman"/>
                <a:ea typeface="Times New Roman"/>
                <a:cs typeface="Times New Roman"/>
                <a:sym typeface="Times New Roman"/>
              </a:rPr>
              <a:t>Machine Learning Professional</a:t>
            </a:r>
            <a:br>
              <a:rPr b="0" i="0" lang="en-US" sz="1800" u="none" cap="none" strike="noStrike">
                <a:solidFill>
                  <a:schemeClr val="lt1"/>
                </a:solidFill>
                <a:latin typeface="Times New Roman"/>
                <a:ea typeface="Times New Roman"/>
                <a:cs typeface="Times New Roman"/>
                <a:sym typeface="Times New Roman"/>
              </a:rPr>
            </a:br>
            <a:r>
              <a:rPr b="0" i="0" lang="en-US" sz="1800" u="none" cap="none" strike="noStrike">
                <a:solidFill>
                  <a:schemeClr val="lt1"/>
                </a:solidFill>
                <a:latin typeface="Times New Roman"/>
                <a:ea typeface="Times New Roman"/>
                <a:cs typeface="Times New Roman"/>
                <a:sym typeface="Times New Roman"/>
              </a:rPr>
              <a:t>Project Presentation</a:t>
            </a:r>
            <a:endParaRPr b="0" i="0" sz="1800" u="none" cap="none" strike="noStrike">
              <a:solidFill>
                <a:schemeClr val="lt1"/>
              </a:solidFill>
              <a:latin typeface="Times New Roman"/>
              <a:ea typeface="Times New Roman"/>
              <a:cs typeface="Times New Roman"/>
              <a:sym typeface="Times New Roman"/>
            </a:endParaRPr>
          </a:p>
        </p:txBody>
      </p:sp>
      <p:pic>
        <p:nvPicPr>
          <p:cNvPr id="1825" name="Google Shape;1825;g3da1138a163_0_131"/>
          <p:cNvPicPr preferRelativeResize="0"/>
          <p:nvPr/>
        </p:nvPicPr>
        <p:blipFill rotWithShape="1">
          <a:blip r:embed="rId4">
            <a:alphaModFix/>
          </a:blip>
          <a:srcRect b="0" l="0" r="0" t="0"/>
          <a:stretch/>
        </p:blipFill>
        <p:spPr>
          <a:xfrm>
            <a:off x="10590875" y="6330524"/>
            <a:ext cx="1500023" cy="585000"/>
          </a:xfrm>
          <a:prstGeom prst="rect">
            <a:avLst/>
          </a:prstGeom>
          <a:noFill/>
          <a:ln>
            <a:noFill/>
          </a:ln>
        </p:spPr>
      </p:pic>
      <p:sp>
        <p:nvSpPr>
          <p:cNvPr id="1826" name="Google Shape;1826;g3da1138a163_0_131"/>
          <p:cNvSpPr txBox="1"/>
          <p:nvPr/>
        </p:nvSpPr>
        <p:spPr>
          <a:xfrm>
            <a:off x="-1" y="6234672"/>
            <a:ext cx="5981100" cy="6465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chemeClr val="dk1"/>
              </a:buClr>
              <a:buSzPts val="1800"/>
              <a:buFont typeface="Arial"/>
              <a:buNone/>
            </a:pPr>
            <a:r>
              <a:rPr b="0" i="0" lang="en-US" sz="1800" u="none" cap="none" strike="noStrike">
                <a:solidFill>
                  <a:schemeClr val="lt1"/>
                </a:solidFill>
                <a:latin typeface="Times New Roman"/>
                <a:ea typeface="Times New Roman"/>
                <a:cs typeface="Times New Roman"/>
                <a:sym typeface="Times New Roman"/>
              </a:rPr>
              <a:t>Machine Learning Professional</a:t>
            </a:r>
            <a:br>
              <a:rPr b="0" i="0" lang="en-US" sz="1800" u="none" cap="none" strike="noStrike">
                <a:solidFill>
                  <a:schemeClr val="lt1"/>
                </a:solidFill>
                <a:latin typeface="Times New Roman"/>
                <a:ea typeface="Times New Roman"/>
                <a:cs typeface="Times New Roman"/>
                <a:sym typeface="Times New Roman"/>
              </a:rPr>
            </a:br>
            <a:r>
              <a:rPr b="0" i="0" lang="en-US" sz="1800" u="none" cap="none" strike="noStrike">
                <a:solidFill>
                  <a:schemeClr val="lt1"/>
                </a:solidFill>
                <a:latin typeface="Times New Roman"/>
                <a:ea typeface="Times New Roman"/>
                <a:cs typeface="Times New Roman"/>
                <a:sym typeface="Times New Roman"/>
              </a:rPr>
              <a:t>Project Presentation</a:t>
            </a:r>
            <a:endParaRPr b="0" i="0" sz="1800" u="none" cap="none" strike="noStrike">
              <a:solidFill>
                <a:schemeClr val="lt1"/>
              </a:solidFill>
              <a:latin typeface="Times New Roman"/>
              <a:ea typeface="Times New Roman"/>
              <a:cs typeface="Times New Roman"/>
              <a:sym typeface="Times New Roman"/>
            </a:endParaRPr>
          </a:p>
        </p:txBody>
      </p:sp>
      <p:pic>
        <p:nvPicPr>
          <p:cNvPr id="1827" name="Google Shape;1827;g3da1138a163_0_131"/>
          <p:cNvPicPr preferRelativeResize="0"/>
          <p:nvPr/>
        </p:nvPicPr>
        <p:blipFill rotWithShape="1">
          <a:blip r:embed="rId4">
            <a:alphaModFix/>
          </a:blip>
          <a:srcRect b="0" l="0" r="0" t="0"/>
          <a:stretch/>
        </p:blipFill>
        <p:spPr>
          <a:xfrm>
            <a:off x="10590875" y="6330524"/>
            <a:ext cx="1500023" cy="585000"/>
          </a:xfrm>
          <a:prstGeom prst="rect">
            <a:avLst/>
          </a:prstGeom>
          <a:noFill/>
          <a:ln>
            <a:noFill/>
          </a:ln>
        </p:spPr>
      </p:pic>
      <p:sp>
        <p:nvSpPr>
          <p:cNvPr id="1828" name="Google Shape;1828;g3da1138a163_0_131"/>
          <p:cNvSpPr txBox="1"/>
          <p:nvPr/>
        </p:nvSpPr>
        <p:spPr>
          <a:xfrm>
            <a:off x="-1" y="6234672"/>
            <a:ext cx="5981100" cy="6465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chemeClr val="dk1"/>
              </a:buClr>
              <a:buSzPts val="1800"/>
              <a:buFont typeface="Arial"/>
              <a:buNone/>
            </a:pPr>
            <a:r>
              <a:rPr b="0" i="0" lang="en-US" sz="1800" u="none" cap="none" strike="noStrike">
                <a:solidFill>
                  <a:schemeClr val="lt1"/>
                </a:solidFill>
                <a:latin typeface="Times New Roman"/>
                <a:ea typeface="Times New Roman"/>
                <a:cs typeface="Times New Roman"/>
                <a:sym typeface="Times New Roman"/>
              </a:rPr>
              <a:t>Machine Learning Professional</a:t>
            </a:r>
            <a:br>
              <a:rPr b="0" i="0" lang="en-US" sz="1800" u="none" cap="none" strike="noStrike">
                <a:solidFill>
                  <a:schemeClr val="lt1"/>
                </a:solidFill>
                <a:latin typeface="Times New Roman"/>
                <a:ea typeface="Times New Roman"/>
                <a:cs typeface="Times New Roman"/>
                <a:sym typeface="Times New Roman"/>
              </a:rPr>
            </a:br>
            <a:r>
              <a:rPr b="0" i="0" lang="en-US" sz="1800" u="none" cap="none" strike="noStrike">
                <a:solidFill>
                  <a:schemeClr val="lt1"/>
                </a:solidFill>
                <a:latin typeface="Times New Roman"/>
                <a:ea typeface="Times New Roman"/>
                <a:cs typeface="Times New Roman"/>
                <a:sym typeface="Times New Roman"/>
              </a:rPr>
              <a:t>Project Presentation</a:t>
            </a:r>
            <a:endParaRPr b="0" i="0" sz="1800" u="none" cap="none" strike="noStrike">
              <a:solidFill>
                <a:schemeClr val="lt1"/>
              </a:solidFill>
              <a:latin typeface="Times New Roman"/>
              <a:ea typeface="Times New Roman"/>
              <a:cs typeface="Times New Roman"/>
              <a:sym typeface="Times New Roman"/>
            </a:endParaRPr>
          </a:p>
        </p:txBody>
      </p:sp>
      <p:pic>
        <p:nvPicPr>
          <p:cNvPr id="1829" name="Google Shape;1829;g3da1138a163_0_131"/>
          <p:cNvPicPr preferRelativeResize="0"/>
          <p:nvPr/>
        </p:nvPicPr>
        <p:blipFill rotWithShape="1">
          <a:blip r:embed="rId4">
            <a:alphaModFix/>
          </a:blip>
          <a:srcRect b="0" l="0" r="0" t="0"/>
          <a:stretch/>
        </p:blipFill>
        <p:spPr>
          <a:xfrm>
            <a:off x="10590875" y="6330524"/>
            <a:ext cx="1500023" cy="585000"/>
          </a:xfrm>
          <a:prstGeom prst="rect">
            <a:avLst/>
          </a:prstGeom>
          <a:noFill/>
          <a:ln>
            <a:noFill/>
          </a:ln>
        </p:spPr>
      </p:pic>
      <p:sp>
        <p:nvSpPr>
          <p:cNvPr id="1830" name="Google Shape;1830;g3da1138a163_0_131"/>
          <p:cNvSpPr txBox="1"/>
          <p:nvPr/>
        </p:nvSpPr>
        <p:spPr>
          <a:xfrm>
            <a:off x="-1" y="6234672"/>
            <a:ext cx="5981100" cy="6465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chemeClr val="dk1"/>
              </a:buClr>
              <a:buSzPts val="1800"/>
              <a:buFont typeface="Arial"/>
              <a:buNone/>
            </a:pPr>
            <a:r>
              <a:rPr b="0" i="0" lang="en-US" sz="1800" u="none" cap="none" strike="noStrike">
                <a:solidFill>
                  <a:schemeClr val="lt1"/>
                </a:solidFill>
                <a:latin typeface="Times New Roman"/>
                <a:ea typeface="Times New Roman"/>
                <a:cs typeface="Times New Roman"/>
                <a:sym typeface="Times New Roman"/>
              </a:rPr>
              <a:t>Nanoelectronics - Seminar Presentation</a:t>
            </a:r>
            <a:br>
              <a:rPr b="0" i="0" lang="en-US" sz="1800" u="none" cap="none" strike="noStrike">
                <a:solidFill>
                  <a:schemeClr val="lt1"/>
                </a:solidFill>
                <a:latin typeface="Times New Roman"/>
                <a:ea typeface="Times New Roman"/>
                <a:cs typeface="Times New Roman"/>
                <a:sym typeface="Times New Roman"/>
              </a:rPr>
            </a:br>
            <a:r>
              <a:rPr b="0" i="0" lang="en-US" sz="1800" u="none" cap="none" strike="noStrike">
                <a:solidFill>
                  <a:schemeClr val="lt1"/>
                </a:solidFill>
                <a:latin typeface="Times New Roman"/>
                <a:ea typeface="Times New Roman"/>
                <a:cs typeface="Times New Roman"/>
                <a:sym typeface="Times New Roman"/>
              </a:rPr>
              <a:t>Ronit Dutta</a:t>
            </a:r>
            <a:endParaRPr b="0" i="0" sz="1800" u="none" cap="none" strike="noStrike">
              <a:solidFill>
                <a:schemeClr val="lt1"/>
              </a:solidFill>
              <a:latin typeface="Times New Roman"/>
              <a:ea typeface="Times New Roman"/>
              <a:cs typeface="Times New Roman"/>
              <a:sym typeface="Times New Roman"/>
            </a:endParaRPr>
          </a:p>
        </p:txBody>
      </p:sp>
      <p:pic>
        <p:nvPicPr>
          <p:cNvPr id="1831" name="Google Shape;1831;g3da1138a163_0_131"/>
          <p:cNvPicPr preferRelativeResize="0"/>
          <p:nvPr/>
        </p:nvPicPr>
        <p:blipFill rotWithShape="1">
          <a:blip r:embed="rId4">
            <a:alphaModFix/>
          </a:blip>
          <a:srcRect b="0" l="0" r="0" t="0"/>
          <a:stretch/>
        </p:blipFill>
        <p:spPr>
          <a:xfrm>
            <a:off x="10590875" y="6330524"/>
            <a:ext cx="1500023" cy="585000"/>
          </a:xfrm>
          <a:prstGeom prst="rect">
            <a:avLst/>
          </a:prstGeom>
          <a:noFill/>
          <a:ln>
            <a:noFill/>
          </a:ln>
        </p:spPr>
      </p:pic>
      <p:pic>
        <p:nvPicPr>
          <p:cNvPr id="1832" name="Google Shape;1832;g3da1138a163_0_131"/>
          <p:cNvPicPr preferRelativeResize="0"/>
          <p:nvPr/>
        </p:nvPicPr>
        <p:blipFill rotWithShape="1">
          <a:blip r:embed="rId3">
            <a:alphaModFix/>
          </a:blip>
          <a:srcRect b="0" l="0" r="0" t="0"/>
          <a:stretch/>
        </p:blipFill>
        <p:spPr>
          <a:xfrm>
            <a:off x="10590934" y="6330522"/>
            <a:ext cx="1499906" cy="585000"/>
          </a:xfrm>
          <a:prstGeom prst="rect">
            <a:avLst/>
          </a:prstGeom>
          <a:noFill/>
          <a:ln>
            <a:noFill/>
          </a:ln>
        </p:spPr>
      </p:pic>
      <p:sp>
        <p:nvSpPr>
          <p:cNvPr id="1833" name="Google Shape;1833;g3da1138a163_0_131"/>
          <p:cNvSpPr txBox="1"/>
          <p:nvPr/>
        </p:nvSpPr>
        <p:spPr>
          <a:xfrm>
            <a:off x="-1" y="6288587"/>
            <a:ext cx="5981100" cy="3693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chemeClr val="dk1"/>
              </a:buClr>
              <a:buSzPts val="1800"/>
              <a:buFont typeface="Arial"/>
              <a:buNone/>
            </a:pPr>
            <a:r>
              <a:rPr b="0" i="0" lang="en-US" sz="1800" u="none" cap="none" strike="noStrike">
                <a:solidFill>
                  <a:schemeClr val="lt1"/>
                </a:solidFill>
                <a:latin typeface="Times New Roman"/>
                <a:ea typeface="Times New Roman"/>
                <a:cs typeface="Times New Roman"/>
                <a:sym typeface="Times New Roman"/>
              </a:rPr>
              <a:t>Term Paper Presentation | Ronit Dutta</a:t>
            </a:r>
            <a:endParaRPr b="0" i="0" sz="1800" u="none" cap="none" strike="noStrike">
              <a:solidFill>
                <a:schemeClr val="lt1"/>
              </a:solidFill>
              <a:latin typeface="Times New Roman"/>
              <a:ea typeface="Times New Roman"/>
              <a:cs typeface="Times New Roman"/>
              <a:sym typeface="Times New Roman"/>
            </a:endParaRPr>
          </a:p>
        </p:txBody>
      </p:sp>
      <p:pic>
        <p:nvPicPr>
          <p:cNvPr id="1834" name="Google Shape;1834;g3da1138a163_0_131"/>
          <p:cNvPicPr preferRelativeResize="0"/>
          <p:nvPr/>
        </p:nvPicPr>
        <p:blipFill rotWithShape="1">
          <a:blip r:embed="rId3">
            <a:alphaModFix/>
          </a:blip>
          <a:srcRect b="0" l="0" r="0" t="0"/>
          <a:stretch/>
        </p:blipFill>
        <p:spPr>
          <a:xfrm>
            <a:off x="10590934" y="6330522"/>
            <a:ext cx="1499906" cy="585000"/>
          </a:xfrm>
          <a:prstGeom prst="rect">
            <a:avLst/>
          </a:prstGeom>
          <a:noFill/>
          <a:ln>
            <a:noFill/>
          </a:ln>
        </p:spPr>
      </p:pic>
      <p:sp>
        <p:nvSpPr>
          <p:cNvPr id="1835" name="Google Shape;1835;g3da1138a163_0_131"/>
          <p:cNvSpPr txBox="1"/>
          <p:nvPr/>
        </p:nvSpPr>
        <p:spPr>
          <a:xfrm>
            <a:off x="-1" y="6288587"/>
            <a:ext cx="5981100" cy="3693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chemeClr val="dk1"/>
              </a:buClr>
              <a:buSzPts val="1800"/>
              <a:buFont typeface="Arial"/>
              <a:buNone/>
            </a:pPr>
            <a:r>
              <a:rPr b="0" i="0" lang="en-US" sz="1800" u="none" cap="none" strike="noStrike">
                <a:solidFill>
                  <a:schemeClr val="lt1"/>
                </a:solidFill>
                <a:latin typeface="Times New Roman"/>
                <a:ea typeface="Times New Roman"/>
                <a:cs typeface="Times New Roman"/>
                <a:sym typeface="Times New Roman"/>
              </a:rPr>
              <a:t>Term Paper Presentation | Ronit Dutta</a:t>
            </a:r>
            <a:endParaRPr b="0" i="0" sz="1800" u="none" cap="none" strike="noStrike">
              <a:solidFill>
                <a:schemeClr val="lt1"/>
              </a:solidFill>
              <a:latin typeface="Times New Roman"/>
              <a:ea typeface="Times New Roman"/>
              <a:cs typeface="Times New Roman"/>
              <a:sym typeface="Times New Roman"/>
            </a:endParaRPr>
          </a:p>
        </p:txBody>
      </p:sp>
      <p:pic>
        <p:nvPicPr>
          <p:cNvPr id="1836" name="Google Shape;1836;g3da1138a163_0_131"/>
          <p:cNvPicPr preferRelativeResize="0"/>
          <p:nvPr/>
        </p:nvPicPr>
        <p:blipFill rotWithShape="1">
          <a:blip r:embed="rId3">
            <a:alphaModFix/>
          </a:blip>
          <a:srcRect b="0" l="0" r="0" t="0"/>
          <a:stretch/>
        </p:blipFill>
        <p:spPr>
          <a:xfrm>
            <a:off x="10590934" y="6330522"/>
            <a:ext cx="1499906" cy="585000"/>
          </a:xfrm>
          <a:prstGeom prst="rect">
            <a:avLst/>
          </a:prstGeom>
          <a:noFill/>
          <a:ln>
            <a:noFill/>
          </a:ln>
        </p:spPr>
      </p:pic>
      <p:sp>
        <p:nvSpPr>
          <p:cNvPr id="1837" name="Google Shape;1837;g3da1138a163_0_131"/>
          <p:cNvSpPr txBox="1"/>
          <p:nvPr/>
        </p:nvSpPr>
        <p:spPr>
          <a:xfrm>
            <a:off x="-1" y="6288587"/>
            <a:ext cx="5981100" cy="6465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chemeClr val="dk1"/>
              </a:buClr>
              <a:buSzPts val="1800"/>
              <a:buFont typeface="Arial"/>
              <a:buNone/>
            </a:pPr>
            <a:r>
              <a:rPr b="0" i="0" lang="en-US" sz="1800" u="none" cap="none" strike="noStrike">
                <a:solidFill>
                  <a:schemeClr val="lt1"/>
                </a:solidFill>
                <a:latin typeface="Times New Roman"/>
                <a:ea typeface="Times New Roman"/>
                <a:cs typeface="Times New Roman"/>
                <a:sym typeface="Times New Roman"/>
              </a:rPr>
              <a:t>Machine Learning Professional</a:t>
            </a:r>
            <a:br>
              <a:rPr b="0" i="0" lang="en-US" sz="1800" u="none" cap="none" strike="noStrike">
                <a:solidFill>
                  <a:schemeClr val="lt1"/>
                </a:solidFill>
                <a:latin typeface="Times New Roman"/>
                <a:ea typeface="Times New Roman"/>
                <a:cs typeface="Times New Roman"/>
                <a:sym typeface="Times New Roman"/>
              </a:rPr>
            </a:br>
            <a:r>
              <a:rPr b="0" i="0" lang="en-US" sz="1800" u="none" cap="none" strike="noStrike">
                <a:solidFill>
                  <a:schemeClr val="lt1"/>
                </a:solidFill>
                <a:latin typeface="Times New Roman"/>
                <a:ea typeface="Times New Roman"/>
                <a:cs typeface="Times New Roman"/>
                <a:sym typeface="Times New Roman"/>
              </a:rPr>
              <a:t>Project Presentation</a:t>
            </a:r>
            <a:endParaRPr b="0" i="0" sz="1800" u="none" cap="none" strike="noStrike">
              <a:solidFill>
                <a:schemeClr val="lt1"/>
              </a:solidFill>
              <a:latin typeface="Times New Roman"/>
              <a:ea typeface="Times New Roman"/>
              <a:cs typeface="Times New Roman"/>
              <a:sym typeface="Times New Roman"/>
            </a:endParaRPr>
          </a:p>
        </p:txBody>
      </p:sp>
      <p:pic>
        <p:nvPicPr>
          <p:cNvPr id="1838" name="Google Shape;1838;g3da1138a163_0_131"/>
          <p:cNvPicPr preferRelativeResize="0"/>
          <p:nvPr/>
        </p:nvPicPr>
        <p:blipFill rotWithShape="1">
          <a:blip r:embed="rId4">
            <a:alphaModFix/>
          </a:blip>
          <a:srcRect b="0" l="0" r="0" t="0"/>
          <a:stretch/>
        </p:blipFill>
        <p:spPr>
          <a:xfrm>
            <a:off x="10590875" y="6341462"/>
            <a:ext cx="1500023" cy="585000"/>
          </a:xfrm>
          <a:prstGeom prst="rect">
            <a:avLst/>
          </a:prstGeom>
          <a:noFill/>
          <a:ln>
            <a:noFill/>
          </a:ln>
        </p:spPr>
      </p:pic>
      <p:sp>
        <p:nvSpPr>
          <p:cNvPr id="1839" name="Google Shape;1839;g3da1138a163_0_131"/>
          <p:cNvSpPr txBox="1"/>
          <p:nvPr/>
        </p:nvSpPr>
        <p:spPr>
          <a:xfrm>
            <a:off x="-1" y="6288587"/>
            <a:ext cx="5981100" cy="6465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chemeClr val="dk1"/>
              </a:buClr>
              <a:buSzPts val="1800"/>
              <a:buFont typeface="Arial"/>
              <a:buNone/>
            </a:pPr>
            <a:r>
              <a:rPr b="0" i="0" lang="en-US" sz="1800" u="none" cap="none" strike="noStrike">
                <a:solidFill>
                  <a:schemeClr val="lt1"/>
                </a:solidFill>
                <a:latin typeface="Times New Roman"/>
                <a:ea typeface="Times New Roman"/>
                <a:cs typeface="Times New Roman"/>
                <a:sym typeface="Times New Roman"/>
              </a:rPr>
              <a:t>Machine Learning Professional</a:t>
            </a:r>
            <a:br>
              <a:rPr b="0" i="0" lang="en-US" sz="1800" u="none" cap="none" strike="noStrike">
                <a:solidFill>
                  <a:schemeClr val="lt1"/>
                </a:solidFill>
                <a:latin typeface="Times New Roman"/>
                <a:ea typeface="Times New Roman"/>
                <a:cs typeface="Times New Roman"/>
                <a:sym typeface="Times New Roman"/>
              </a:rPr>
            </a:br>
            <a:r>
              <a:rPr b="0" i="0" lang="en-US" sz="1800" u="none" cap="none" strike="noStrike">
                <a:solidFill>
                  <a:schemeClr val="lt1"/>
                </a:solidFill>
                <a:latin typeface="Times New Roman"/>
                <a:ea typeface="Times New Roman"/>
                <a:cs typeface="Times New Roman"/>
                <a:sym typeface="Times New Roman"/>
              </a:rPr>
              <a:t>Project Presentation</a:t>
            </a:r>
            <a:endParaRPr b="0" i="0" sz="1800" u="none" cap="none" strike="noStrike">
              <a:solidFill>
                <a:schemeClr val="lt1"/>
              </a:solidFill>
              <a:latin typeface="Times New Roman"/>
              <a:ea typeface="Times New Roman"/>
              <a:cs typeface="Times New Roman"/>
              <a:sym typeface="Times New Roman"/>
            </a:endParaRPr>
          </a:p>
        </p:txBody>
      </p:sp>
      <p:pic>
        <p:nvPicPr>
          <p:cNvPr id="1840" name="Google Shape;1840;g3da1138a163_0_131"/>
          <p:cNvPicPr preferRelativeResize="0"/>
          <p:nvPr/>
        </p:nvPicPr>
        <p:blipFill rotWithShape="1">
          <a:blip r:embed="rId4">
            <a:alphaModFix/>
          </a:blip>
          <a:srcRect b="0" l="0" r="0" t="0"/>
          <a:stretch/>
        </p:blipFill>
        <p:spPr>
          <a:xfrm>
            <a:off x="10590875" y="6330524"/>
            <a:ext cx="1500023" cy="585000"/>
          </a:xfrm>
          <a:prstGeom prst="rect">
            <a:avLst/>
          </a:prstGeom>
          <a:noFill/>
          <a:ln>
            <a:noFill/>
          </a:ln>
        </p:spPr>
      </p:pic>
      <p:sp>
        <p:nvSpPr>
          <p:cNvPr id="1841" name="Google Shape;1841;g3da1138a163_0_131"/>
          <p:cNvSpPr txBox="1"/>
          <p:nvPr/>
        </p:nvSpPr>
        <p:spPr>
          <a:xfrm>
            <a:off x="-1" y="6234672"/>
            <a:ext cx="5981100" cy="6465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chemeClr val="dk1"/>
              </a:buClr>
              <a:buSzPts val="1800"/>
              <a:buFont typeface="Arial"/>
              <a:buNone/>
            </a:pPr>
            <a:r>
              <a:rPr b="0" i="0" lang="en-US" sz="1800" u="none" cap="none" strike="noStrike">
                <a:solidFill>
                  <a:schemeClr val="lt1"/>
                </a:solidFill>
                <a:latin typeface="Times New Roman"/>
                <a:ea typeface="Times New Roman"/>
                <a:cs typeface="Times New Roman"/>
                <a:sym typeface="Times New Roman"/>
              </a:rPr>
              <a:t>Machine Learning Professional</a:t>
            </a:r>
            <a:br>
              <a:rPr b="0" i="0" lang="en-US" sz="1800" u="none" cap="none" strike="noStrike">
                <a:solidFill>
                  <a:schemeClr val="lt1"/>
                </a:solidFill>
                <a:latin typeface="Times New Roman"/>
                <a:ea typeface="Times New Roman"/>
                <a:cs typeface="Times New Roman"/>
                <a:sym typeface="Times New Roman"/>
              </a:rPr>
            </a:br>
            <a:r>
              <a:rPr b="0" i="0" lang="en-US" sz="1800" u="none" cap="none" strike="noStrike">
                <a:solidFill>
                  <a:schemeClr val="lt1"/>
                </a:solidFill>
                <a:latin typeface="Times New Roman"/>
                <a:ea typeface="Times New Roman"/>
                <a:cs typeface="Times New Roman"/>
                <a:sym typeface="Times New Roman"/>
              </a:rPr>
              <a:t>Project Presentation</a:t>
            </a:r>
            <a:endParaRPr b="0" i="0" sz="1800" u="none" cap="none" strike="noStrike">
              <a:solidFill>
                <a:schemeClr val="lt1"/>
              </a:solidFill>
              <a:latin typeface="Times New Roman"/>
              <a:ea typeface="Times New Roman"/>
              <a:cs typeface="Times New Roman"/>
              <a:sym typeface="Times New Roman"/>
            </a:endParaRPr>
          </a:p>
        </p:txBody>
      </p:sp>
      <p:pic>
        <p:nvPicPr>
          <p:cNvPr id="1842" name="Google Shape;1842;g3da1138a163_0_131"/>
          <p:cNvPicPr preferRelativeResize="0"/>
          <p:nvPr/>
        </p:nvPicPr>
        <p:blipFill rotWithShape="1">
          <a:blip r:embed="rId4">
            <a:alphaModFix/>
          </a:blip>
          <a:srcRect b="0" l="0" r="0" t="0"/>
          <a:stretch/>
        </p:blipFill>
        <p:spPr>
          <a:xfrm>
            <a:off x="10590875" y="6330524"/>
            <a:ext cx="1500023" cy="585000"/>
          </a:xfrm>
          <a:prstGeom prst="rect">
            <a:avLst/>
          </a:prstGeom>
          <a:noFill/>
          <a:ln>
            <a:noFill/>
          </a:ln>
        </p:spPr>
      </p:pic>
      <p:sp>
        <p:nvSpPr>
          <p:cNvPr id="1843" name="Google Shape;1843;g3da1138a163_0_131"/>
          <p:cNvSpPr txBox="1"/>
          <p:nvPr/>
        </p:nvSpPr>
        <p:spPr>
          <a:xfrm>
            <a:off x="-1" y="6234672"/>
            <a:ext cx="5981100" cy="6465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chemeClr val="dk1"/>
              </a:buClr>
              <a:buSzPts val="1800"/>
              <a:buFont typeface="Arial"/>
              <a:buNone/>
            </a:pPr>
            <a:r>
              <a:rPr b="0" i="0" lang="en-US" sz="1800" u="none" cap="none" strike="noStrike">
                <a:solidFill>
                  <a:schemeClr val="lt1"/>
                </a:solidFill>
                <a:latin typeface="Times New Roman"/>
                <a:ea typeface="Times New Roman"/>
                <a:cs typeface="Times New Roman"/>
                <a:sym typeface="Times New Roman"/>
              </a:rPr>
              <a:t>Machine Learning Professional</a:t>
            </a:r>
            <a:br>
              <a:rPr b="0" i="0" lang="en-US" sz="1800" u="none" cap="none" strike="noStrike">
                <a:solidFill>
                  <a:schemeClr val="lt1"/>
                </a:solidFill>
                <a:latin typeface="Times New Roman"/>
                <a:ea typeface="Times New Roman"/>
                <a:cs typeface="Times New Roman"/>
                <a:sym typeface="Times New Roman"/>
              </a:rPr>
            </a:br>
            <a:r>
              <a:rPr b="0" i="0" lang="en-US" sz="1800" u="none" cap="none" strike="noStrike">
                <a:solidFill>
                  <a:schemeClr val="lt1"/>
                </a:solidFill>
                <a:latin typeface="Times New Roman"/>
                <a:ea typeface="Times New Roman"/>
                <a:cs typeface="Times New Roman"/>
                <a:sym typeface="Times New Roman"/>
              </a:rPr>
              <a:t>Project Presentation</a:t>
            </a:r>
            <a:endParaRPr b="0" i="0" sz="1800" u="none" cap="none" strike="noStrike">
              <a:solidFill>
                <a:schemeClr val="lt1"/>
              </a:solidFill>
              <a:latin typeface="Times New Roman"/>
              <a:ea typeface="Times New Roman"/>
              <a:cs typeface="Times New Roman"/>
              <a:sym typeface="Times New Roman"/>
            </a:endParaRPr>
          </a:p>
        </p:txBody>
      </p:sp>
      <p:pic>
        <p:nvPicPr>
          <p:cNvPr id="1844" name="Google Shape;1844;g3da1138a163_0_131"/>
          <p:cNvPicPr preferRelativeResize="0"/>
          <p:nvPr/>
        </p:nvPicPr>
        <p:blipFill rotWithShape="1">
          <a:blip r:embed="rId4">
            <a:alphaModFix/>
          </a:blip>
          <a:srcRect b="0" l="0" r="0" t="0"/>
          <a:stretch/>
        </p:blipFill>
        <p:spPr>
          <a:xfrm>
            <a:off x="10590875" y="6330524"/>
            <a:ext cx="1500023" cy="585000"/>
          </a:xfrm>
          <a:prstGeom prst="rect">
            <a:avLst/>
          </a:prstGeom>
          <a:noFill/>
          <a:ln>
            <a:noFill/>
          </a:ln>
        </p:spPr>
      </p:pic>
      <p:sp>
        <p:nvSpPr>
          <p:cNvPr id="1845" name="Google Shape;1845;g3da1138a163_0_131"/>
          <p:cNvSpPr txBox="1"/>
          <p:nvPr/>
        </p:nvSpPr>
        <p:spPr>
          <a:xfrm>
            <a:off x="-1" y="6234672"/>
            <a:ext cx="5981100" cy="6465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chemeClr val="dk1"/>
              </a:buClr>
              <a:buSzPts val="1800"/>
              <a:buFont typeface="Arial"/>
              <a:buNone/>
            </a:pPr>
            <a:r>
              <a:rPr b="0" i="0" lang="en-US" sz="1800" u="none" cap="none" strike="noStrike">
                <a:solidFill>
                  <a:schemeClr val="lt1"/>
                </a:solidFill>
                <a:latin typeface="Times New Roman"/>
                <a:ea typeface="Times New Roman"/>
                <a:cs typeface="Times New Roman"/>
                <a:sym typeface="Times New Roman"/>
              </a:rPr>
              <a:t>Nanoelectronics - Seminar Presentation</a:t>
            </a:r>
            <a:br>
              <a:rPr b="0" i="0" lang="en-US" sz="1800" u="none" cap="none" strike="noStrike">
                <a:solidFill>
                  <a:schemeClr val="lt1"/>
                </a:solidFill>
                <a:latin typeface="Times New Roman"/>
                <a:ea typeface="Times New Roman"/>
                <a:cs typeface="Times New Roman"/>
                <a:sym typeface="Times New Roman"/>
              </a:rPr>
            </a:br>
            <a:r>
              <a:rPr b="0" i="0" lang="en-US" sz="1800" u="none" cap="none" strike="noStrike">
                <a:solidFill>
                  <a:schemeClr val="lt1"/>
                </a:solidFill>
                <a:latin typeface="Times New Roman"/>
                <a:ea typeface="Times New Roman"/>
                <a:cs typeface="Times New Roman"/>
                <a:sym typeface="Times New Roman"/>
              </a:rPr>
              <a:t>Ronit Dutta</a:t>
            </a:r>
            <a:endParaRPr b="0" i="0" sz="1800" u="none" cap="none" strike="noStrike">
              <a:solidFill>
                <a:schemeClr val="lt1"/>
              </a:solidFill>
              <a:latin typeface="Times New Roman"/>
              <a:ea typeface="Times New Roman"/>
              <a:cs typeface="Times New Roman"/>
              <a:sym typeface="Times New Roman"/>
            </a:endParaRPr>
          </a:p>
        </p:txBody>
      </p:sp>
      <p:pic>
        <p:nvPicPr>
          <p:cNvPr id="1846" name="Google Shape;1846;g3da1138a163_0_131"/>
          <p:cNvPicPr preferRelativeResize="0"/>
          <p:nvPr/>
        </p:nvPicPr>
        <p:blipFill rotWithShape="1">
          <a:blip r:embed="rId4">
            <a:alphaModFix/>
          </a:blip>
          <a:srcRect b="0" l="0" r="0" t="0"/>
          <a:stretch/>
        </p:blipFill>
        <p:spPr>
          <a:xfrm>
            <a:off x="10590875" y="6330524"/>
            <a:ext cx="1500023" cy="585000"/>
          </a:xfrm>
          <a:prstGeom prst="rect">
            <a:avLst/>
          </a:prstGeom>
          <a:noFill/>
          <a:ln>
            <a:noFill/>
          </a:ln>
        </p:spPr>
      </p:pic>
      <p:pic>
        <p:nvPicPr>
          <p:cNvPr id="1847" name="Google Shape;1847;g3da1138a163_0_131"/>
          <p:cNvPicPr preferRelativeResize="0"/>
          <p:nvPr/>
        </p:nvPicPr>
        <p:blipFill rotWithShape="1">
          <a:blip r:embed="rId6">
            <a:alphaModFix/>
          </a:blip>
          <a:srcRect b="0" l="0" r="0" t="0"/>
          <a:stretch/>
        </p:blipFill>
        <p:spPr>
          <a:xfrm>
            <a:off x="0" y="6234674"/>
            <a:ext cx="12192000" cy="1165875"/>
          </a:xfrm>
          <a:prstGeom prst="rect">
            <a:avLst/>
          </a:prstGeom>
          <a:noFill/>
          <a:ln>
            <a:noFill/>
          </a:ln>
        </p:spPr>
      </p:pic>
      <p:sp>
        <p:nvSpPr>
          <p:cNvPr id="1848" name="Google Shape;1848;g3da1138a163_0_131"/>
          <p:cNvSpPr txBox="1"/>
          <p:nvPr/>
        </p:nvSpPr>
        <p:spPr>
          <a:xfrm>
            <a:off x="-1" y="6310697"/>
            <a:ext cx="5981100" cy="6465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chemeClr val="dk1"/>
              </a:buClr>
              <a:buSzPts val="1800"/>
              <a:buFont typeface="Arial"/>
              <a:buNone/>
            </a:pPr>
            <a:r>
              <a:rPr lang="en-US" sz="1800">
                <a:solidFill>
                  <a:schemeClr val="lt1"/>
                </a:solidFill>
                <a:latin typeface="Times New Roman"/>
                <a:ea typeface="Times New Roman"/>
                <a:cs typeface="Times New Roman"/>
                <a:sym typeface="Times New Roman"/>
              </a:rPr>
              <a:t>Applied Mathematics for Engineering [MIDTERM PROJECT]</a:t>
            </a:r>
            <a:br>
              <a:rPr b="0" i="0" lang="en-US" sz="1800" u="none" cap="none" strike="noStrike">
                <a:solidFill>
                  <a:schemeClr val="lt1"/>
                </a:solidFill>
                <a:latin typeface="Times New Roman"/>
                <a:ea typeface="Times New Roman"/>
                <a:cs typeface="Times New Roman"/>
                <a:sym typeface="Times New Roman"/>
              </a:rPr>
            </a:br>
            <a:r>
              <a:rPr b="0" i="0" lang="en-US" sz="1800" u="none" cap="none" strike="noStrike">
                <a:solidFill>
                  <a:schemeClr val="lt1"/>
                </a:solidFill>
                <a:latin typeface="Times New Roman"/>
                <a:ea typeface="Times New Roman"/>
                <a:cs typeface="Times New Roman"/>
                <a:sym typeface="Times New Roman"/>
              </a:rPr>
              <a:t>Ronit Dutta</a:t>
            </a:r>
            <a:endParaRPr b="0" i="0" sz="1800" u="none" cap="none" strike="noStrike">
              <a:solidFill>
                <a:schemeClr val="lt1"/>
              </a:solidFill>
              <a:latin typeface="Times New Roman"/>
              <a:ea typeface="Times New Roman"/>
              <a:cs typeface="Times New Roman"/>
              <a:sym typeface="Times New Roman"/>
            </a:endParaRPr>
          </a:p>
        </p:txBody>
      </p:sp>
      <p:pic>
        <p:nvPicPr>
          <p:cNvPr id="1849" name="Google Shape;1849;g3da1138a163_0_131"/>
          <p:cNvPicPr preferRelativeResize="0"/>
          <p:nvPr/>
        </p:nvPicPr>
        <p:blipFill rotWithShape="1">
          <a:blip r:embed="rId4">
            <a:alphaModFix/>
          </a:blip>
          <a:srcRect b="0" l="0" r="0" t="0"/>
          <a:stretch/>
        </p:blipFill>
        <p:spPr>
          <a:xfrm>
            <a:off x="10579375" y="6341449"/>
            <a:ext cx="1500023" cy="585000"/>
          </a:xfrm>
          <a:prstGeom prst="rect">
            <a:avLst/>
          </a:prstGeom>
          <a:noFill/>
          <a:ln>
            <a:noFill/>
          </a:ln>
        </p:spPr>
      </p:pic>
      <p:pic>
        <p:nvPicPr>
          <p:cNvPr id="1850" name="Google Shape;1850;g3da1138a163_0_131"/>
          <p:cNvPicPr preferRelativeResize="0"/>
          <p:nvPr/>
        </p:nvPicPr>
        <p:blipFill rotWithShape="1">
          <a:blip r:embed="rId6">
            <a:alphaModFix/>
          </a:blip>
          <a:srcRect b="0" l="0" r="0" t="0"/>
          <a:stretch/>
        </p:blipFill>
        <p:spPr>
          <a:xfrm>
            <a:off x="0" y="6330524"/>
            <a:ext cx="12192000" cy="1165875"/>
          </a:xfrm>
          <a:prstGeom prst="rect">
            <a:avLst/>
          </a:prstGeom>
          <a:noFill/>
          <a:ln>
            <a:noFill/>
          </a:ln>
        </p:spPr>
      </p:pic>
      <p:sp>
        <p:nvSpPr>
          <p:cNvPr id="1851" name="Google Shape;1851;g3da1138a163_0_131"/>
          <p:cNvSpPr txBox="1"/>
          <p:nvPr/>
        </p:nvSpPr>
        <p:spPr>
          <a:xfrm>
            <a:off x="-1" y="6445547"/>
            <a:ext cx="5981100" cy="6465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chemeClr val="dk1"/>
              </a:buClr>
              <a:buSzPts val="1800"/>
              <a:buFont typeface="Arial"/>
              <a:buNone/>
            </a:pPr>
            <a:r>
              <a:rPr lang="en-US" sz="1800">
                <a:solidFill>
                  <a:schemeClr val="lt1"/>
                </a:solidFill>
                <a:latin typeface="Times New Roman"/>
                <a:ea typeface="Times New Roman"/>
                <a:cs typeface="Times New Roman"/>
                <a:sym typeface="Times New Roman"/>
              </a:rPr>
              <a:t>Applied Mathematics for Engineering [MIDTERM PROJECT]</a:t>
            </a:r>
            <a:br>
              <a:rPr b="0" i="0" lang="en-US" sz="1800" u="none" cap="none" strike="noStrike">
                <a:solidFill>
                  <a:schemeClr val="lt1"/>
                </a:solidFill>
                <a:latin typeface="Times New Roman"/>
                <a:ea typeface="Times New Roman"/>
                <a:cs typeface="Times New Roman"/>
                <a:sym typeface="Times New Roman"/>
              </a:rPr>
            </a:br>
            <a:r>
              <a:rPr b="0" i="0" lang="en-US" sz="1800" u="none" cap="none" strike="noStrike">
                <a:solidFill>
                  <a:schemeClr val="lt1"/>
                </a:solidFill>
                <a:latin typeface="Times New Roman"/>
                <a:ea typeface="Times New Roman"/>
                <a:cs typeface="Times New Roman"/>
                <a:sym typeface="Times New Roman"/>
              </a:rPr>
              <a:t>Ronit Dutta</a:t>
            </a:r>
            <a:endParaRPr b="0" i="0" sz="1800" u="none" cap="none" strike="noStrike">
              <a:solidFill>
                <a:schemeClr val="lt1"/>
              </a:solidFill>
              <a:latin typeface="Times New Roman"/>
              <a:ea typeface="Times New Roman"/>
              <a:cs typeface="Times New Roman"/>
              <a:sym typeface="Times New Roman"/>
            </a:endParaRPr>
          </a:p>
        </p:txBody>
      </p:sp>
      <p:pic>
        <p:nvPicPr>
          <p:cNvPr id="1852" name="Google Shape;1852;g3da1138a163_0_131"/>
          <p:cNvPicPr preferRelativeResize="0"/>
          <p:nvPr/>
        </p:nvPicPr>
        <p:blipFill rotWithShape="1">
          <a:blip r:embed="rId4">
            <a:alphaModFix/>
          </a:blip>
          <a:srcRect b="0" l="0" r="0" t="0"/>
          <a:stretch/>
        </p:blipFill>
        <p:spPr>
          <a:xfrm>
            <a:off x="10579375" y="6476299"/>
            <a:ext cx="1500023" cy="585000"/>
          </a:xfrm>
          <a:prstGeom prst="rect">
            <a:avLst/>
          </a:prstGeom>
          <a:noFill/>
          <a:ln>
            <a:noFill/>
          </a:ln>
        </p:spPr>
      </p:pic>
      <p:pic>
        <p:nvPicPr>
          <p:cNvPr id="1853" name="Google Shape;1853;g3da1138a163_0_131"/>
          <p:cNvPicPr preferRelativeResize="0"/>
          <p:nvPr/>
        </p:nvPicPr>
        <p:blipFill rotWithShape="1">
          <a:blip r:embed="rId3">
            <a:alphaModFix/>
          </a:blip>
          <a:srcRect b="0" l="0" r="0" t="0"/>
          <a:stretch/>
        </p:blipFill>
        <p:spPr>
          <a:xfrm>
            <a:off x="10590934" y="6330522"/>
            <a:ext cx="1499906" cy="585000"/>
          </a:xfrm>
          <a:prstGeom prst="rect">
            <a:avLst/>
          </a:prstGeom>
          <a:noFill/>
          <a:ln>
            <a:noFill/>
          </a:ln>
        </p:spPr>
      </p:pic>
      <p:sp>
        <p:nvSpPr>
          <p:cNvPr id="1854" name="Google Shape;1854;g3da1138a163_0_131"/>
          <p:cNvSpPr txBox="1"/>
          <p:nvPr/>
        </p:nvSpPr>
        <p:spPr>
          <a:xfrm>
            <a:off x="-1" y="6288587"/>
            <a:ext cx="5981100" cy="3693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chemeClr val="dk1"/>
              </a:buClr>
              <a:buSzPts val="1800"/>
              <a:buFont typeface="Arial"/>
              <a:buNone/>
            </a:pPr>
            <a:r>
              <a:rPr b="0" i="0" lang="en-US" sz="1800" u="none" cap="none" strike="noStrike">
                <a:solidFill>
                  <a:schemeClr val="lt1"/>
                </a:solidFill>
                <a:latin typeface="Times New Roman"/>
                <a:ea typeface="Times New Roman"/>
                <a:cs typeface="Times New Roman"/>
                <a:sym typeface="Times New Roman"/>
              </a:rPr>
              <a:t>Term Paper Presentation | Ronit Dutta</a:t>
            </a:r>
            <a:endParaRPr b="0" i="0" sz="1800" u="none" cap="none" strike="noStrike">
              <a:solidFill>
                <a:schemeClr val="lt1"/>
              </a:solidFill>
              <a:latin typeface="Times New Roman"/>
              <a:ea typeface="Times New Roman"/>
              <a:cs typeface="Times New Roman"/>
              <a:sym typeface="Times New Roman"/>
            </a:endParaRPr>
          </a:p>
        </p:txBody>
      </p:sp>
      <p:pic>
        <p:nvPicPr>
          <p:cNvPr id="1855" name="Google Shape;1855;g3da1138a163_0_131"/>
          <p:cNvPicPr preferRelativeResize="0"/>
          <p:nvPr/>
        </p:nvPicPr>
        <p:blipFill rotWithShape="1">
          <a:blip r:embed="rId3">
            <a:alphaModFix/>
          </a:blip>
          <a:srcRect b="0" l="0" r="0" t="0"/>
          <a:stretch/>
        </p:blipFill>
        <p:spPr>
          <a:xfrm>
            <a:off x="10590934" y="6330522"/>
            <a:ext cx="1499906" cy="585000"/>
          </a:xfrm>
          <a:prstGeom prst="rect">
            <a:avLst/>
          </a:prstGeom>
          <a:noFill/>
          <a:ln>
            <a:noFill/>
          </a:ln>
        </p:spPr>
      </p:pic>
      <p:sp>
        <p:nvSpPr>
          <p:cNvPr id="1856" name="Google Shape;1856;g3da1138a163_0_131"/>
          <p:cNvSpPr txBox="1"/>
          <p:nvPr/>
        </p:nvSpPr>
        <p:spPr>
          <a:xfrm>
            <a:off x="-1" y="6288587"/>
            <a:ext cx="5981100" cy="3693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chemeClr val="dk1"/>
              </a:buClr>
              <a:buSzPts val="1800"/>
              <a:buFont typeface="Arial"/>
              <a:buNone/>
            </a:pPr>
            <a:r>
              <a:rPr b="0" i="0" lang="en-US" sz="1800" u="none" cap="none" strike="noStrike">
                <a:solidFill>
                  <a:schemeClr val="lt1"/>
                </a:solidFill>
                <a:latin typeface="Times New Roman"/>
                <a:ea typeface="Times New Roman"/>
                <a:cs typeface="Times New Roman"/>
                <a:sym typeface="Times New Roman"/>
              </a:rPr>
              <a:t>Term Paper Presentation | Ronit Dutta</a:t>
            </a:r>
            <a:endParaRPr b="0" i="0" sz="1800" u="none" cap="none" strike="noStrike">
              <a:solidFill>
                <a:schemeClr val="lt1"/>
              </a:solidFill>
              <a:latin typeface="Times New Roman"/>
              <a:ea typeface="Times New Roman"/>
              <a:cs typeface="Times New Roman"/>
              <a:sym typeface="Times New Roman"/>
            </a:endParaRPr>
          </a:p>
        </p:txBody>
      </p:sp>
      <p:pic>
        <p:nvPicPr>
          <p:cNvPr id="1857" name="Google Shape;1857;g3da1138a163_0_131"/>
          <p:cNvPicPr preferRelativeResize="0"/>
          <p:nvPr/>
        </p:nvPicPr>
        <p:blipFill rotWithShape="1">
          <a:blip r:embed="rId3">
            <a:alphaModFix/>
          </a:blip>
          <a:srcRect b="0" l="0" r="0" t="0"/>
          <a:stretch/>
        </p:blipFill>
        <p:spPr>
          <a:xfrm>
            <a:off x="10590934" y="6330522"/>
            <a:ext cx="1499906" cy="585000"/>
          </a:xfrm>
          <a:prstGeom prst="rect">
            <a:avLst/>
          </a:prstGeom>
          <a:noFill/>
          <a:ln>
            <a:noFill/>
          </a:ln>
        </p:spPr>
      </p:pic>
      <p:sp>
        <p:nvSpPr>
          <p:cNvPr id="1858" name="Google Shape;1858;g3da1138a163_0_131"/>
          <p:cNvSpPr txBox="1"/>
          <p:nvPr/>
        </p:nvSpPr>
        <p:spPr>
          <a:xfrm>
            <a:off x="-1" y="6288587"/>
            <a:ext cx="5981100" cy="6465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chemeClr val="dk1"/>
              </a:buClr>
              <a:buSzPts val="1800"/>
              <a:buFont typeface="Arial"/>
              <a:buNone/>
            </a:pPr>
            <a:r>
              <a:rPr b="0" i="0" lang="en-US" sz="1800" u="none" cap="none" strike="noStrike">
                <a:solidFill>
                  <a:schemeClr val="lt1"/>
                </a:solidFill>
                <a:latin typeface="Times New Roman"/>
                <a:ea typeface="Times New Roman"/>
                <a:cs typeface="Times New Roman"/>
                <a:sym typeface="Times New Roman"/>
              </a:rPr>
              <a:t>Machine Learning Professional</a:t>
            </a:r>
            <a:br>
              <a:rPr b="0" i="0" lang="en-US" sz="1800" u="none" cap="none" strike="noStrike">
                <a:solidFill>
                  <a:schemeClr val="lt1"/>
                </a:solidFill>
                <a:latin typeface="Times New Roman"/>
                <a:ea typeface="Times New Roman"/>
                <a:cs typeface="Times New Roman"/>
                <a:sym typeface="Times New Roman"/>
              </a:rPr>
            </a:br>
            <a:r>
              <a:rPr b="0" i="0" lang="en-US" sz="1800" u="none" cap="none" strike="noStrike">
                <a:solidFill>
                  <a:schemeClr val="lt1"/>
                </a:solidFill>
                <a:latin typeface="Times New Roman"/>
                <a:ea typeface="Times New Roman"/>
                <a:cs typeface="Times New Roman"/>
                <a:sym typeface="Times New Roman"/>
              </a:rPr>
              <a:t>Project Presentation</a:t>
            </a:r>
            <a:endParaRPr b="0" i="0" sz="1800" u="none" cap="none" strike="noStrike">
              <a:solidFill>
                <a:schemeClr val="lt1"/>
              </a:solidFill>
              <a:latin typeface="Times New Roman"/>
              <a:ea typeface="Times New Roman"/>
              <a:cs typeface="Times New Roman"/>
              <a:sym typeface="Times New Roman"/>
            </a:endParaRPr>
          </a:p>
        </p:txBody>
      </p:sp>
      <p:pic>
        <p:nvPicPr>
          <p:cNvPr id="1859" name="Google Shape;1859;g3da1138a163_0_131"/>
          <p:cNvPicPr preferRelativeResize="0"/>
          <p:nvPr/>
        </p:nvPicPr>
        <p:blipFill rotWithShape="1">
          <a:blip r:embed="rId4">
            <a:alphaModFix/>
          </a:blip>
          <a:srcRect b="0" l="0" r="0" t="0"/>
          <a:stretch/>
        </p:blipFill>
        <p:spPr>
          <a:xfrm>
            <a:off x="10590875" y="6341462"/>
            <a:ext cx="1500023" cy="585000"/>
          </a:xfrm>
          <a:prstGeom prst="rect">
            <a:avLst/>
          </a:prstGeom>
          <a:noFill/>
          <a:ln>
            <a:noFill/>
          </a:ln>
        </p:spPr>
      </p:pic>
      <p:sp>
        <p:nvSpPr>
          <p:cNvPr id="1860" name="Google Shape;1860;g3da1138a163_0_131"/>
          <p:cNvSpPr txBox="1"/>
          <p:nvPr/>
        </p:nvSpPr>
        <p:spPr>
          <a:xfrm>
            <a:off x="-1" y="6288587"/>
            <a:ext cx="5981100" cy="6465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chemeClr val="dk1"/>
              </a:buClr>
              <a:buSzPts val="1800"/>
              <a:buFont typeface="Arial"/>
              <a:buNone/>
            </a:pPr>
            <a:r>
              <a:rPr b="0" i="0" lang="en-US" sz="1800" u="none" cap="none" strike="noStrike">
                <a:solidFill>
                  <a:schemeClr val="lt1"/>
                </a:solidFill>
                <a:latin typeface="Times New Roman"/>
                <a:ea typeface="Times New Roman"/>
                <a:cs typeface="Times New Roman"/>
                <a:sym typeface="Times New Roman"/>
              </a:rPr>
              <a:t>Machine Learning Professional</a:t>
            </a:r>
            <a:br>
              <a:rPr b="0" i="0" lang="en-US" sz="1800" u="none" cap="none" strike="noStrike">
                <a:solidFill>
                  <a:schemeClr val="lt1"/>
                </a:solidFill>
                <a:latin typeface="Times New Roman"/>
                <a:ea typeface="Times New Roman"/>
                <a:cs typeface="Times New Roman"/>
                <a:sym typeface="Times New Roman"/>
              </a:rPr>
            </a:br>
            <a:r>
              <a:rPr b="0" i="0" lang="en-US" sz="1800" u="none" cap="none" strike="noStrike">
                <a:solidFill>
                  <a:schemeClr val="lt1"/>
                </a:solidFill>
                <a:latin typeface="Times New Roman"/>
                <a:ea typeface="Times New Roman"/>
                <a:cs typeface="Times New Roman"/>
                <a:sym typeface="Times New Roman"/>
              </a:rPr>
              <a:t>Project Presentation</a:t>
            </a:r>
            <a:endParaRPr b="0" i="0" sz="1800" u="none" cap="none" strike="noStrike">
              <a:solidFill>
                <a:schemeClr val="lt1"/>
              </a:solidFill>
              <a:latin typeface="Times New Roman"/>
              <a:ea typeface="Times New Roman"/>
              <a:cs typeface="Times New Roman"/>
              <a:sym typeface="Times New Roman"/>
            </a:endParaRPr>
          </a:p>
        </p:txBody>
      </p:sp>
      <p:pic>
        <p:nvPicPr>
          <p:cNvPr id="1861" name="Google Shape;1861;g3da1138a163_0_131"/>
          <p:cNvPicPr preferRelativeResize="0"/>
          <p:nvPr/>
        </p:nvPicPr>
        <p:blipFill rotWithShape="1">
          <a:blip r:embed="rId4">
            <a:alphaModFix/>
          </a:blip>
          <a:srcRect b="0" l="0" r="0" t="0"/>
          <a:stretch/>
        </p:blipFill>
        <p:spPr>
          <a:xfrm>
            <a:off x="10590875" y="6330524"/>
            <a:ext cx="1500023" cy="585000"/>
          </a:xfrm>
          <a:prstGeom prst="rect">
            <a:avLst/>
          </a:prstGeom>
          <a:noFill/>
          <a:ln>
            <a:noFill/>
          </a:ln>
        </p:spPr>
      </p:pic>
      <p:sp>
        <p:nvSpPr>
          <p:cNvPr id="1862" name="Google Shape;1862;g3da1138a163_0_131"/>
          <p:cNvSpPr txBox="1"/>
          <p:nvPr/>
        </p:nvSpPr>
        <p:spPr>
          <a:xfrm>
            <a:off x="-1" y="6234672"/>
            <a:ext cx="5981100" cy="6465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chemeClr val="dk1"/>
              </a:buClr>
              <a:buSzPts val="1800"/>
              <a:buFont typeface="Arial"/>
              <a:buNone/>
            </a:pPr>
            <a:r>
              <a:rPr b="0" i="0" lang="en-US" sz="1800" u="none" cap="none" strike="noStrike">
                <a:solidFill>
                  <a:schemeClr val="lt1"/>
                </a:solidFill>
                <a:latin typeface="Times New Roman"/>
                <a:ea typeface="Times New Roman"/>
                <a:cs typeface="Times New Roman"/>
                <a:sym typeface="Times New Roman"/>
              </a:rPr>
              <a:t>Machine Learning Professional</a:t>
            </a:r>
            <a:br>
              <a:rPr b="0" i="0" lang="en-US" sz="1800" u="none" cap="none" strike="noStrike">
                <a:solidFill>
                  <a:schemeClr val="lt1"/>
                </a:solidFill>
                <a:latin typeface="Times New Roman"/>
                <a:ea typeface="Times New Roman"/>
                <a:cs typeface="Times New Roman"/>
                <a:sym typeface="Times New Roman"/>
              </a:rPr>
            </a:br>
            <a:r>
              <a:rPr b="0" i="0" lang="en-US" sz="1800" u="none" cap="none" strike="noStrike">
                <a:solidFill>
                  <a:schemeClr val="lt1"/>
                </a:solidFill>
                <a:latin typeface="Times New Roman"/>
                <a:ea typeface="Times New Roman"/>
                <a:cs typeface="Times New Roman"/>
                <a:sym typeface="Times New Roman"/>
              </a:rPr>
              <a:t>Project Presentation</a:t>
            </a:r>
            <a:endParaRPr b="0" i="0" sz="1800" u="none" cap="none" strike="noStrike">
              <a:solidFill>
                <a:schemeClr val="lt1"/>
              </a:solidFill>
              <a:latin typeface="Times New Roman"/>
              <a:ea typeface="Times New Roman"/>
              <a:cs typeface="Times New Roman"/>
              <a:sym typeface="Times New Roman"/>
            </a:endParaRPr>
          </a:p>
        </p:txBody>
      </p:sp>
      <p:pic>
        <p:nvPicPr>
          <p:cNvPr id="1863" name="Google Shape;1863;g3da1138a163_0_131"/>
          <p:cNvPicPr preferRelativeResize="0"/>
          <p:nvPr/>
        </p:nvPicPr>
        <p:blipFill rotWithShape="1">
          <a:blip r:embed="rId4">
            <a:alphaModFix/>
          </a:blip>
          <a:srcRect b="0" l="0" r="0" t="0"/>
          <a:stretch/>
        </p:blipFill>
        <p:spPr>
          <a:xfrm>
            <a:off x="10590875" y="6330524"/>
            <a:ext cx="1500023" cy="585000"/>
          </a:xfrm>
          <a:prstGeom prst="rect">
            <a:avLst/>
          </a:prstGeom>
          <a:noFill/>
          <a:ln>
            <a:noFill/>
          </a:ln>
        </p:spPr>
      </p:pic>
      <p:sp>
        <p:nvSpPr>
          <p:cNvPr id="1864" name="Google Shape;1864;g3da1138a163_0_131"/>
          <p:cNvSpPr txBox="1"/>
          <p:nvPr/>
        </p:nvSpPr>
        <p:spPr>
          <a:xfrm>
            <a:off x="-1" y="6234672"/>
            <a:ext cx="5981100" cy="6465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chemeClr val="dk1"/>
              </a:buClr>
              <a:buSzPts val="1800"/>
              <a:buFont typeface="Arial"/>
              <a:buNone/>
            </a:pPr>
            <a:r>
              <a:rPr b="0" i="0" lang="en-US" sz="1800" u="none" cap="none" strike="noStrike">
                <a:solidFill>
                  <a:schemeClr val="lt1"/>
                </a:solidFill>
                <a:latin typeface="Times New Roman"/>
                <a:ea typeface="Times New Roman"/>
                <a:cs typeface="Times New Roman"/>
                <a:sym typeface="Times New Roman"/>
              </a:rPr>
              <a:t>Machine Learning Professional</a:t>
            </a:r>
            <a:br>
              <a:rPr b="0" i="0" lang="en-US" sz="1800" u="none" cap="none" strike="noStrike">
                <a:solidFill>
                  <a:schemeClr val="lt1"/>
                </a:solidFill>
                <a:latin typeface="Times New Roman"/>
                <a:ea typeface="Times New Roman"/>
                <a:cs typeface="Times New Roman"/>
                <a:sym typeface="Times New Roman"/>
              </a:rPr>
            </a:br>
            <a:r>
              <a:rPr b="0" i="0" lang="en-US" sz="1800" u="none" cap="none" strike="noStrike">
                <a:solidFill>
                  <a:schemeClr val="lt1"/>
                </a:solidFill>
                <a:latin typeface="Times New Roman"/>
                <a:ea typeface="Times New Roman"/>
                <a:cs typeface="Times New Roman"/>
                <a:sym typeface="Times New Roman"/>
              </a:rPr>
              <a:t>Project Presentation</a:t>
            </a:r>
            <a:endParaRPr b="0" i="0" sz="1800" u="none" cap="none" strike="noStrike">
              <a:solidFill>
                <a:schemeClr val="lt1"/>
              </a:solidFill>
              <a:latin typeface="Times New Roman"/>
              <a:ea typeface="Times New Roman"/>
              <a:cs typeface="Times New Roman"/>
              <a:sym typeface="Times New Roman"/>
            </a:endParaRPr>
          </a:p>
        </p:txBody>
      </p:sp>
      <p:pic>
        <p:nvPicPr>
          <p:cNvPr id="1865" name="Google Shape;1865;g3da1138a163_0_131"/>
          <p:cNvPicPr preferRelativeResize="0"/>
          <p:nvPr/>
        </p:nvPicPr>
        <p:blipFill rotWithShape="1">
          <a:blip r:embed="rId4">
            <a:alphaModFix/>
          </a:blip>
          <a:srcRect b="0" l="0" r="0" t="0"/>
          <a:stretch/>
        </p:blipFill>
        <p:spPr>
          <a:xfrm>
            <a:off x="10590875" y="6330524"/>
            <a:ext cx="1500023" cy="585000"/>
          </a:xfrm>
          <a:prstGeom prst="rect">
            <a:avLst/>
          </a:prstGeom>
          <a:noFill/>
          <a:ln>
            <a:noFill/>
          </a:ln>
        </p:spPr>
      </p:pic>
      <p:sp>
        <p:nvSpPr>
          <p:cNvPr id="1866" name="Google Shape;1866;g3da1138a163_0_131"/>
          <p:cNvSpPr txBox="1"/>
          <p:nvPr/>
        </p:nvSpPr>
        <p:spPr>
          <a:xfrm>
            <a:off x="-1" y="6234672"/>
            <a:ext cx="5981100" cy="6465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chemeClr val="dk1"/>
              </a:buClr>
              <a:buSzPts val="1800"/>
              <a:buFont typeface="Arial"/>
              <a:buNone/>
            </a:pPr>
            <a:r>
              <a:rPr b="0" i="0" lang="en-US" sz="1800" u="none" cap="none" strike="noStrike">
                <a:solidFill>
                  <a:schemeClr val="lt1"/>
                </a:solidFill>
                <a:latin typeface="Times New Roman"/>
                <a:ea typeface="Times New Roman"/>
                <a:cs typeface="Times New Roman"/>
                <a:sym typeface="Times New Roman"/>
              </a:rPr>
              <a:t>Nanoelectronics - Seminar Presentation</a:t>
            </a:r>
            <a:br>
              <a:rPr b="0" i="0" lang="en-US" sz="1800" u="none" cap="none" strike="noStrike">
                <a:solidFill>
                  <a:schemeClr val="lt1"/>
                </a:solidFill>
                <a:latin typeface="Times New Roman"/>
                <a:ea typeface="Times New Roman"/>
                <a:cs typeface="Times New Roman"/>
                <a:sym typeface="Times New Roman"/>
              </a:rPr>
            </a:br>
            <a:r>
              <a:rPr b="0" i="0" lang="en-US" sz="1800" u="none" cap="none" strike="noStrike">
                <a:solidFill>
                  <a:schemeClr val="lt1"/>
                </a:solidFill>
                <a:latin typeface="Times New Roman"/>
                <a:ea typeface="Times New Roman"/>
                <a:cs typeface="Times New Roman"/>
                <a:sym typeface="Times New Roman"/>
              </a:rPr>
              <a:t>Ronit Dutta</a:t>
            </a:r>
            <a:endParaRPr b="0" i="0" sz="1800" u="none" cap="none" strike="noStrike">
              <a:solidFill>
                <a:schemeClr val="lt1"/>
              </a:solidFill>
              <a:latin typeface="Times New Roman"/>
              <a:ea typeface="Times New Roman"/>
              <a:cs typeface="Times New Roman"/>
              <a:sym typeface="Times New Roman"/>
            </a:endParaRPr>
          </a:p>
        </p:txBody>
      </p:sp>
      <p:pic>
        <p:nvPicPr>
          <p:cNvPr id="1867" name="Google Shape;1867;g3da1138a163_0_131"/>
          <p:cNvPicPr preferRelativeResize="0"/>
          <p:nvPr/>
        </p:nvPicPr>
        <p:blipFill rotWithShape="1">
          <a:blip r:embed="rId4">
            <a:alphaModFix/>
          </a:blip>
          <a:srcRect b="0" l="0" r="0" t="0"/>
          <a:stretch/>
        </p:blipFill>
        <p:spPr>
          <a:xfrm>
            <a:off x="10590875" y="6330524"/>
            <a:ext cx="1500023" cy="585000"/>
          </a:xfrm>
          <a:prstGeom prst="rect">
            <a:avLst/>
          </a:prstGeom>
          <a:noFill/>
          <a:ln>
            <a:noFill/>
          </a:ln>
        </p:spPr>
      </p:pic>
      <p:pic>
        <p:nvPicPr>
          <p:cNvPr id="1868" name="Google Shape;1868;g3da1138a163_0_131"/>
          <p:cNvPicPr preferRelativeResize="0"/>
          <p:nvPr/>
        </p:nvPicPr>
        <p:blipFill rotWithShape="1">
          <a:blip r:embed="rId3">
            <a:alphaModFix/>
          </a:blip>
          <a:srcRect b="0" l="0" r="0" t="0"/>
          <a:stretch/>
        </p:blipFill>
        <p:spPr>
          <a:xfrm>
            <a:off x="10590934" y="6330522"/>
            <a:ext cx="1499906" cy="585000"/>
          </a:xfrm>
          <a:prstGeom prst="rect">
            <a:avLst/>
          </a:prstGeom>
          <a:noFill/>
          <a:ln>
            <a:noFill/>
          </a:ln>
        </p:spPr>
      </p:pic>
      <p:sp>
        <p:nvSpPr>
          <p:cNvPr id="1869" name="Google Shape;1869;g3da1138a163_0_131"/>
          <p:cNvSpPr txBox="1"/>
          <p:nvPr/>
        </p:nvSpPr>
        <p:spPr>
          <a:xfrm>
            <a:off x="-1" y="6288587"/>
            <a:ext cx="5981100" cy="3693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chemeClr val="dk1"/>
              </a:buClr>
              <a:buSzPts val="1800"/>
              <a:buFont typeface="Arial"/>
              <a:buNone/>
            </a:pPr>
            <a:r>
              <a:rPr b="0" i="0" lang="en-US" sz="1800" u="none" cap="none" strike="noStrike">
                <a:solidFill>
                  <a:schemeClr val="lt1"/>
                </a:solidFill>
                <a:latin typeface="Times New Roman"/>
                <a:ea typeface="Times New Roman"/>
                <a:cs typeface="Times New Roman"/>
                <a:sym typeface="Times New Roman"/>
              </a:rPr>
              <a:t>Term Paper Presentation | Ronit Dutta</a:t>
            </a:r>
            <a:endParaRPr b="0" i="0" sz="1800" u="none" cap="none" strike="noStrike">
              <a:solidFill>
                <a:schemeClr val="lt1"/>
              </a:solidFill>
              <a:latin typeface="Times New Roman"/>
              <a:ea typeface="Times New Roman"/>
              <a:cs typeface="Times New Roman"/>
              <a:sym typeface="Times New Roman"/>
            </a:endParaRPr>
          </a:p>
        </p:txBody>
      </p:sp>
      <p:pic>
        <p:nvPicPr>
          <p:cNvPr id="1870" name="Google Shape;1870;g3da1138a163_0_131"/>
          <p:cNvPicPr preferRelativeResize="0"/>
          <p:nvPr/>
        </p:nvPicPr>
        <p:blipFill rotWithShape="1">
          <a:blip r:embed="rId3">
            <a:alphaModFix/>
          </a:blip>
          <a:srcRect b="0" l="0" r="0" t="0"/>
          <a:stretch/>
        </p:blipFill>
        <p:spPr>
          <a:xfrm>
            <a:off x="10590934" y="6330522"/>
            <a:ext cx="1499906" cy="585000"/>
          </a:xfrm>
          <a:prstGeom prst="rect">
            <a:avLst/>
          </a:prstGeom>
          <a:noFill/>
          <a:ln>
            <a:noFill/>
          </a:ln>
        </p:spPr>
      </p:pic>
      <p:sp>
        <p:nvSpPr>
          <p:cNvPr id="1871" name="Google Shape;1871;g3da1138a163_0_131"/>
          <p:cNvSpPr txBox="1"/>
          <p:nvPr/>
        </p:nvSpPr>
        <p:spPr>
          <a:xfrm>
            <a:off x="-1" y="6288587"/>
            <a:ext cx="5981100" cy="3693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chemeClr val="dk1"/>
              </a:buClr>
              <a:buSzPts val="1800"/>
              <a:buFont typeface="Arial"/>
              <a:buNone/>
            </a:pPr>
            <a:r>
              <a:rPr b="0" i="0" lang="en-US" sz="1800" u="none" cap="none" strike="noStrike">
                <a:solidFill>
                  <a:schemeClr val="lt1"/>
                </a:solidFill>
                <a:latin typeface="Times New Roman"/>
                <a:ea typeface="Times New Roman"/>
                <a:cs typeface="Times New Roman"/>
                <a:sym typeface="Times New Roman"/>
              </a:rPr>
              <a:t>Term Paper Presentation | Ronit Dutta</a:t>
            </a:r>
            <a:endParaRPr b="0" i="0" sz="1800" u="none" cap="none" strike="noStrike">
              <a:solidFill>
                <a:schemeClr val="lt1"/>
              </a:solidFill>
              <a:latin typeface="Times New Roman"/>
              <a:ea typeface="Times New Roman"/>
              <a:cs typeface="Times New Roman"/>
              <a:sym typeface="Times New Roman"/>
            </a:endParaRPr>
          </a:p>
        </p:txBody>
      </p:sp>
      <p:pic>
        <p:nvPicPr>
          <p:cNvPr id="1872" name="Google Shape;1872;g3da1138a163_0_131"/>
          <p:cNvPicPr preferRelativeResize="0"/>
          <p:nvPr/>
        </p:nvPicPr>
        <p:blipFill rotWithShape="1">
          <a:blip r:embed="rId3">
            <a:alphaModFix/>
          </a:blip>
          <a:srcRect b="0" l="0" r="0" t="0"/>
          <a:stretch/>
        </p:blipFill>
        <p:spPr>
          <a:xfrm>
            <a:off x="10590934" y="6330522"/>
            <a:ext cx="1499906" cy="585000"/>
          </a:xfrm>
          <a:prstGeom prst="rect">
            <a:avLst/>
          </a:prstGeom>
          <a:noFill/>
          <a:ln>
            <a:noFill/>
          </a:ln>
        </p:spPr>
      </p:pic>
      <p:sp>
        <p:nvSpPr>
          <p:cNvPr id="1873" name="Google Shape;1873;g3da1138a163_0_131"/>
          <p:cNvSpPr txBox="1"/>
          <p:nvPr/>
        </p:nvSpPr>
        <p:spPr>
          <a:xfrm>
            <a:off x="-1" y="6288587"/>
            <a:ext cx="5981100" cy="6465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chemeClr val="dk1"/>
              </a:buClr>
              <a:buSzPts val="1800"/>
              <a:buFont typeface="Arial"/>
              <a:buNone/>
            </a:pPr>
            <a:r>
              <a:rPr b="0" i="0" lang="en-US" sz="1800" u="none" cap="none" strike="noStrike">
                <a:solidFill>
                  <a:schemeClr val="lt1"/>
                </a:solidFill>
                <a:latin typeface="Times New Roman"/>
                <a:ea typeface="Times New Roman"/>
                <a:cs typeface="Times New Roman"/>
                <a:sym typeface="Times New Roman"/>
              </a:rPr>
              <a:t>Machine Learning Professional</a:t>
            </a:r>
            <a:br>
              <a:rPr b="0" i="0" lang="en-US" sz="1800" u="none" cap="none" strike="noStrike">
                <a:solidFill>
                  <a:schemeClr val="lt1"/>
                </a:solidFill>
                <a:latin typeface="Times New Roman"/>
                <a:ea typeface="Times New Roman"/>
                <a:cs typeface="Times New Roman"/>
                <a:sym typeface="Times New Roman"/>
              </a:rPr>
            </a:br>
            <a:r>
              <a:rPr b="0" i="0" lang="en-US" sz="1800" u="none" cap="none" strike="noStrike">
                <a:solidFill>
                  <a:schemeClr val="lt1"/>
                </a:solidFill>
                <a:latin typeface="Times New Roman"/>
                <a:ea typeface="Times New Roman"/>
                <a:cs typeface="Times New Roman"/>
                <a:sym typeface="Times New Roman"/>
              </a:rPr>
              <a:t>Project Presentation</a:t>
            </a:r>
            <a:endParaRPr b="0" i="0" sz="1800" u="none" cap="none" strike="noStrike">
              <a:solidFill>
                <a:schemeClr val="lt1"/>
              </a:solidFill>
              <a:latin typeface="Times New Roman"/>
              <a:ea typeface="Times New Roman"/>
              <a:cs typeface="Times New Roman"/>
              <a:sym typeface="Times New Roman"/>
            </a:endParaRPr>
          </a:p>
        </p:txBody>
      </p:sp>
      <p:pic>
        <p:nvPicPr>
          <p:cNvPr id="1874" name="Google Shape;1874;g3da1138a163_0_131"/>
          <p:cNvPicPr preferRelativeResize="0"/>
          <p:nvPr/>
        </p:nvPicPr>
        <p:blipFill rotWithShape="1">
          <a:blip r:embed="rId4">
            <a:alphaModFix/>
          </a:blip>
          <a:srcRect b="0" l="0" r="0" t="0"/>
          <a:stretch/>
        </p:blipFill>
        <p:spPr>
          <a:xfrm>
            <a:off x="10590875" y="6341462"/>
            <a:ext cx="1500023" cy="585000"/>
          </a:xfrm>
          <a:prstGeom prst="rect">
            <a:avLst/>
          </a:prstGeom>
          <a:noFill/>
          <a:ln>
            <a:noFill/>
          </a:ln>
        </p:spPr>
      </p:pic>
      <p:sp>
        <p:nvSpPr>
          <p:cNvPr id="1875" name="Google Shape;1875;g3da1138a163_0_131"/>
          <p:cNvSpPr txBox="1"/>
          <p:nvPr/>
        </p:nvSpPr>
        <p:spPr>
          <a:xfrm>
            <a:off x="-1" y="6288587"/>
            <a:ext cx="5981100" cy="6465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chemeClr val="dk1"/>
              </a:buClr>
              <a:buSzPts val="1800"/>
              <a:buFont typeface="Arial"/>
              <a:buNone/>
            </a:pPr>
            <a:r>
              <a:rPr b="0" i="0" lang="en-US" sz="1800" u="none" cap="none" strike="noStrike">
                <a:solidFill>
                  <a:schemeClr val="lt1"/>
                </a:solidFill>
                <a:latin typeface="Times New Roman"/>
                <a:ea typeface="Times New Roman"/>
                <a:cs typeface="Times New Roman"/>
                <a:sym typeface="Times New Roman"/>
              </a:rPr>
              <a:t>Machine Learning Professional</a:t>
            </a:r>
            <a:br>
              <a:rPr b="0" i="0" lang="en-US" sz="1800" u="none" cap="none" strike="noStrike">
                <a:solidFill>
                  <a:schemeClr val="lt1"/>
                </a:solidFill>
                <a:latin typeface="Times New Roman"/>
                <a:ea typeface="Times New Roman"/>
                <a:cs typeface="Times New Roman"/>
                <a:sym typeface="Times New Roman"/>
              </a:rPr>
            </a:br>
            <a:r>
              <a:rPr b="0" i="0" lang="en-US" sz="1800" u="none" cap="none" strike="noStrike">
                <a:solidFill>
                  <a:schemeClr val="lt1"/>
                </a:solidFill>
                <a:latin typeface="Times New Roman"/>
                <a:ea typeface="Times New Roman"/>
                <a:cs typeface="Times New Roman"/>
                <a:sym typeface="Times New Roman"/>
              </a:rPr>
              <a:t>Project Presentation</a:t>
            </a:r>
            <a:endParaRPr b="0" i="0" sz="1800" u="none" cap="none" strike="noStrike">
              <a:solidFill>
                <a:schemeClr val="lt1"/>
              </a:solidFill>
              <a:latin typeface="Times New Roman"/>
              <a:ea typeface="Times New Roman"/>
              <a:cs typeface="Times New Roman"/>
              <a:sym typeface="Times New Roman"/>
            </a:endParaRPr>
          </a:p>
        </p:txBody>
      </p:sp>
      <p:pic>
        <p:nvPicPr>
          <p:cNvPr id="1876" name="Google Shape;1876;g3da1138a163_0_131"/>
          <p:cNvPicPr preferRelativeResize="0"/>
          <p:nvPr/>
        </p:nvPicPr>
        <p:blipFill rotWithShape="1">
          <a:blip r:embed="rId4">
            <a:alphaModFix/>
          </a:blip>
          <a:srcRect b="0" l="0" r="0" t="0"/>
          <a:stretch/>
        </p:blipFill>
        <p:spPr>
          <a:xfrm>
            <a:off x="10590875" y="6330524"/>
            <a:ext cx="1500023" cy="585000"/>
          </a:xfrm>
          <a:prstGeom prst="rect">
            <a:avLst/>
          </a:prstGeom>
          <a:noFill/>
          <a:ln>
            <a:noFill/>
          </a:ln>
        </p:spPr>
      </p:pic>
      <p:sp>
        <p:nvSpPr>
          <p:cNvPr id="1877" name="Google Shape;1877;g3da1138a163_0_131"/>
          <p:cNvSpPr txBox="1"/>
          <p:nvPr/>
        </p:nvSpPr>
        <p:spPr>
          <a:xfrm>
            <a:off x="-1" y="6234672"/>
            <a:ext cx="5981100" cy="6465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chemeClr val="dk1"/>
              </a:buClr>
              <a:buSzPts val="1800"/>
              <a:buFont typeface="Arial"/>
              <a:buNone/>
            </a:pPr>
            <a:r>
              <a:rPr b="0" i="0" lang="en-US" sz="1800" u="none" cap="none" strike="noStrike">
                <a:solidFill>
                  <a:schemeClr val="lt1"/>
                </a:solidFill>
                <a:latin typeface="Times New Roman"/>
                <a:ea typeface="Times New Roman"/>
                <a:cs typeface="Times New Roman"/>
                <a:sym typeface="Times New Roman"/>
              </a:rPr>
              <a:t>Machine Learning Professional</a:t>
            </a:r>
            <a:br>
              <a:rPr b="0" i="0" lang="en-US" sz="1800" u="none" cap="none" strike="noStrike">
                <a:solidFill>
                  <a:schemeClr val="lt1"/>
                </a:solidFill>
                <a:latin typeface="Times New Roman"/>
                <a:ea typeface="Times New Roman"/>
                <a:cs typeface="Times New Roman"/>
                <a:sym typeface="Times New Roman"/>
              </a:rPr>
            </a:br>
            <a:r>
              <a:rPr b="0" i="0" lang="en-US" sz="1800" u="none" cap="none" strike="noStrike">
                <a:solidFill>
                  <a:schemeClr val="lt1"/>
                </a:solidFill>
                <a:latin typeface="Times New Roman"/>
                <a:ea typeface="Times New Roman"/>
                <a:cs typeface="Times New Roman"/>
                <a:sym typeface="Times New Roman"/>
              </a:rPr>
              <a:t>Project Presentation</a:t>
            </a:r>
            <a:endParaRPr b="0" i="0" sz="1800" u="none" cap="none" strike="noStrike">
              <a:solidFill>
                <a:schemeClr val="lt1"/>
              </a:solidFill>
              <a:latin typeface="Times New Roman"/>
              <a:ea typeface="Times New Roman"/>
              <a:cs typeface="Times New Roman"/>
              <a:sym typeface="Times New Roman"/>
            </a:endParaRPr>
          </a:p>
        </p:txBody>
      </p:sp>
      <p:pic>
        <p:nvPicPr>
          <p:cNvPr id="1878" name="Google Shape;1878;g3da1138a163_0_131"/>
          <p:cNvPicPr preferRelativeResize="0"/>
          <p:nvPr/>
        </p:nvPicPr>
        <p:blipFill rotWithShape="1">
          <a:blip r:embed="rId4">
            <a:alphaModFix/>
          </a:blip>
          <a:srcRect b="0" l="0" r="0" t="0"/>
          <a:stretch/>
        </p:blipFill>
        <p:spPr>
          <a:xfrm>
            <a:off x="10590875" y="6330524"/>
            <a:ext cx="1500023" cy="585000"/>
          </a:xfrm>
          <a:prstGeom prst="rect">
            <a:avLst/>
          </a:prstGeom>
          <a:noFill/>
          <a:ln>
            <a:noFill/>
          </a:ln>
        </p:spPr>
      </p:pic>
      <p:sp>
        <p:nvSpPr>
          <p:cNvPr id="1879" name="Google Shape;1879;g3da1138a163_0_131"/>
          <p:cNvSpPr txBox="1"/>
          <p:nvPr/>
        </p:nvSpPr>
        <p:spPr>
          <a:xfrm>
            <a:off x="-1" y="6234672"/>
            <a:ext cx="5981100" cy="6465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chemeClr val="dk1"/>
              </a:buClr>
              <a:buSzPts val="1800"/>
              <a:buFont typeface="Arial"/>
              <a:buNone/>
            </a:pPr>
            <a:r>
              <a:rPr b="0" i="0" lang="en-US" sz="1800" u="none" cap="none" strike="noStrike">
                <a:solidFill>
                  <a:schemeClr val="lt1"/>
                </a:solidFill>
                <a:latin typeface="Times New Roman"/>
                <a:ea typeface="Times New Roman"/>
                <a:cs typeface="Times New Roman"/>
                <a:sym typeface="Times New Roman"/>
              </a:rPr>
              <a:t>Machine Learning Professional</a:t>
            </a:r>
            <a:br>
              <a:rPr b="0" i="0" lang="en-US" sz="1800" u="none" cap="none" strike="noStrike">
                <a:solidFill>
                  <a:schemeClr val="lt1"/>
                </a:solidFill>
                <a:latin typeface="Times New Roman"/>
                <a:ea typeface="Times New Roman"/>
                <a:cs typeface="Times New Roman"/>
                <a:sym typeface="Times New Roman"/>
              </a:rPr>
            </a:br>
            <a:r>
              <a:rPr b="0" i="0" lang="en-US" sz="1800" u="none" cap="none" strike="noStrike">
                <a:solidFill>
                  <a:schemeClr val="lt1"/>
                </a:solidFill>
                <a:latin typeface="Times New Roman"/>
                <a:ea typeface="Times New Roman"/>
                <a:cs typeface="Times New Roman"/>
                <a:sym typeface="Times New Roman"/>
              </a:rPr>
              <a:t>Project Presentation</a:t>
            </a:r>
            <a:endParaRPr b="0" i="0" sz="1800" u="none" cap="none" strike="noStrike">
              <a:solidFill>
                <a:schemeClr val="lt1"/>
              </a:solidFill>
              <a:latin typeface="Times New Roman"/>
              <a:ea typeface="Times New Roman"/>
              <a:cs typeface="Times New Roman"/>
              <a:sym typeface="Times New Roman"/>
            </a:endParaRPr>
          </a:p>
        </p:txBody>
      </p:sp>
      <p:pic>
        <p:nvPicPr>
          <p:cNvPr id="1880" name="Google Shape;1880;g3da1138a163_0_131"/>
          <p:cNvPicPr preferRelativeResize="0"/>
          <p:nvPr/>
        </p:nvPicPr>
        <p:blipFill rotWithShape="1">
          <a:blip r:embed="rId4">
            <a:alphaModFix/>
          </a:blip>
          <a:srcRect b="0" l="0" r="0" t="0"/>
          <a:stretch/>
        </p:blipFill>
        <p:spPr>
          <a:xfrm>
            <a:off x="10590875" y="6330524"/>
            <a:ext cx="1500023" cy="585000"/>
          </a:xfrm>
          <a:prstGeom prst="rect">
            <a:avLst/>
          </a:prstGeom>
          <a:noFill/>
          <a:ln>
            <a:noFill/>
          </a:ln>
        </p:spPr>
      </p:pic>
      <p:sp>
        <p:nvSpPr>
          <p:cNvPr id="1881" name="Google Shape;1881;g3da1138a163_0_131"/>
          <p:cNvSpPr txBox="1"/>
          <p:nvPr/>
        </p:nvSpPr>
        <p:spPr>
          <a:xfrm>
            <a:off x="-1" y="6234672"/>
            <a:ext cx="5981100" cy="6465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chemeClr val="dk1"/>
              </a:buClr>
              <a:buSzPts val="1800"/>
              <a:buFont typeface="Arial"/>
              <a:buNone/>
            </a:pPr>
            <a:r>
              <a:rPr b="0" i="0" lang="en-US" sz="1800" u="none" cap="none" strike="noStrike">
                <a:solidFill>
                  <a:schemeClr val="lt1"/>
                </a:solidFill>
                <a:latin typeface="Times New Roman"/>
                <a:ea typeface="Times New Roman"/>
                <a:cs typeface="Times New Roman"/>
                <a:sym typeface="Times New Roman"/>
              </a:rPr>
              <a:t>Nanoelectronics - Seminar Presentation</a:t>
            </a:r>
            <a:br>
              <a:rPr b="0" i="0" lang="en-US" sz="1800" u="none" cap="none" strike="noStrike">
                <a:solidFill>
                  <a:schemeClr val="lt1"/>
                </a:solidFill>
                <a:latin typeface="Times New Roman"/>
                <a:ea typeface="Times New Roman"/>
                <a:cs typeface="Times New Roman"/>
                <a:sym typeface="Times New Roman"/>
              </a:rPr>
            </a:br>
            <a:r>
              <a:rPr b="0" i="0" lang="en-US" sz="1800" u="none" cap="none" strike="noStrike">
                <a:solidFill>
                  <a:schemeClr val="lt1"/>
                </a:solidFill>
                <a:latin typeface="Times New Roman"/>
                <a:ea typeface="Times New Roman"/>
                <a:cs typeface="Times New Roman"/>
                <a:sym typeface="Times New Roman"/>
              </a:rPr>
              <a:t>Ronit Dutta</a:t>
            </a:r>
            <a:endParaRPr b="0" i="0" sz="1800" u="none" cap="none" strike="noStrike">
              <a:solidFill>
                <a:schemeClr val="lt1"/>
              </a:solidFill>
              <a:latin typeface="Times New Roman"/>
              <a:ea typeface="Times New Roman"/>
              <a:cs typeface="Times New Roman"/>
              <a:sym typeface="Times New Roman"/>
            </a:endParaRPr>
          </a:p>
        </p:txBody>
      </p:sp>
      <p:pic>
        <p:nvPicPr>
          <p:cNvPr id="1882" name="Google Shape;1882;g3da1138a163_0_131"/>
          <p:cNvPicPr preferRelativeResize="0"/>
          <p:nvPr/>
        </p:nvPicPr>
        <p:blipFill rotWithShape="1">
          <a:blip r:embed="rId4">
            <a:alphaModFix/>
          </a:blip>
          <a:srcRect b="0" l="0" r="0" t="0"/>
          <a:stretch/>
        </p:blipFill>
        <p:spPr>
          <a:xfrm>
            <a:off x="10590875" y="6330524"/>
            <a:ext cx="1500023" cy="585000"/>
          </a:xfrm>
          <a:prstGeom prst="rect">
            <a:avLst/>
          </a:prstGeom>
          <a:noFill/>
          <a:ln>
            <a:noFill/>
          </a:ln>
        </p:spPr>
      </p:pic>
      <p:pic>
        <p:nvPicPr>
          <p:cNvPr id="1883" name="Google Shape;1883;g3da1138a163_0_131"/>
          <p:cNvPicPr preferRelativeResize="0"/>
          <p:nvPr/>
        </p:nvPicPr>
        <p:blipFill rotWithShape="1">
          <a:blip r:embed="rId7">
            <a:alphaModFix/>
          </a:blip>
          <a:srcRect b="0" l="0" r="0" t="0"/>
          <a:stretch/>
        </p:blipFill>
        <p:spPr>
          <a:xfrm>
            <a:off x="0" y="6234674"/>
            <a:ext cx="12192000" cy="1165875"/>
          </a:xfrm>
          <a:prstGeom prst="rect">
            <a:avLst/>
          </a:prstGeom>
          <a:noFill/>
          <a:ln>
            <a:noFill/>
          </a:ln>
        </p:spPr>
      </p:pic>
      <p:sp>
        <p:nvSpPr>
          <p:cNvPr id="1884" name="Google Shape;1884;g3da1138a163_0_131"/>
          <p:cNvSpPr txBox="1"/>
          <p:nvPr/>
        </p:nvSpPr>
        <p:spPr>
          <a:xfrm>
            <a:off x="-1" y="6310697"/>
            <a:ext cx="5981100" cy="6465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chemeClr val="dk1"/>
              </a:buClr>
              <a:buSzPts val="1800"/>
              <a:buFont typeface="Arial"/>
              <a:buNone/>
            </a:pPr>
            <a:r>
              <a:rPr lang="en-US" sz="1800">
                <a:solidFill>
                  <a:schemeClr val="lt1"/>
                </a:solidFill>
                <a:latin typeface="Times New Roman"/>
                <a:ea typeface="Times New Roman"/>
                <a:cs typeface="Times New Roman"/>
                <a:sym typeface="Times New Roman"/>
              </a:rPr>
              <a:t>Applied Mathematics for Engineering [MIDTERM PROJECT]</a:t>
            </a:r>
            <a:br>
              <a:rPr b="0" i="0" lang="en-US" sz="1800" u="none" cap="none" strike="noStrike">
                <a:solidFill>
                  <a:schemeClr val="lt1"/>
                </a:solidFill>
                <a:latin typeface="Times New Roman"/>
                <a:ea typeface="Times New Roman"/>
                <a:cs typeface="Times New Roman"/>
                <a:sym typeface="Times New Roman"/>
              </a:rPr>
            </a:br>
            <a:r>
              <a:rPr b="0" i="0" lang="en-US" sz="1800" u="none" cap="none" strike="noStrike">
                <a:solidFill>
                  <a:schemeClr val="lt1"/>
                </a:solidFill>
                <a:latin typeface="Times New Roman"/>
                <a:ea typeface="Times New Roman"/>
                <a:cs typeface="Times New Roman"/>
                <a:sym typeface="Times New Roman"/>
              </a:rPr>
              <a:t>Ronit Dutta</a:t>
            </a:r>
            <a:endParaRPr b="0" i="0" sz="1800" u="none" cap="none" strike="noStrike">
              <a:solidFill>
                <a:schemeClr val="lt1"/>
              </a:solidFill>
              <a:latin typeface="Times New Roman"/>
              <a:ea typeface="Times New Roman"/>
              <a:cs typeface="Times New Roman"/>
              <a:sym typeface="Times New Roman"/>
            </a:endParaRPr>
          </a:p>
        </p:txBody>
      </p:sp>
      <p:sp>
        <p:nvSpPr>
          <p:cNvPr id="1885" name="Google Shape;1885;g3da1138a163_0_131"/>
          <p:cNvSpPr txBox="1"/>
          <p:nvPr/>
        </p:nvSpPr>
        <p:spPr>
          <a:xfrm>
            <a:off x="283225" y="975175"/>
            <a:ext cx="5981100" cy="4974900"/>
          </a:xfrm>
          <a:prstGeom prst="rect">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228600" lvl="0" marL="800100" marR="0" rtl="0" algn="l">
              <a:lnSpc>
                <a:spcPct val="115000"/>
              </a:lnSpc>
              <a:spcBef>
                <a:spcPts val="0"/>
              </a:spcBef>
              <a:spcAft>
                <a:spcPts val="0"/>
              </a:spcAft>
              <a:buClr>
                <a:srgbClr val="B7B7B7"/>
              </a:buClr>
              <a:buSzPts val="1800"/>
              <a:buFont typeface="Georgia"/>
              <a:buAutoNum type="arabicPeriod"/>
            </a:pPr>
            <a:r>
              <a:rPr b="0" i="0" lang="en-US" sz="1800" u="none" cap="none" strike="noStrike">
                <a:solidFill>
                  <a:srgbClr val="B7B7B7"/>
                </a:solidFill>
                <a:latin typeface="Georgia"/>
                <a:ea typeface="Georgia"/>
                <a:cs typeface="Georgia"/>
                <a:sym typeface="Georgia"/>
              </a:rPr>
              <a:t>Introduction</a:t>
            </a:r>
            <a:endParaRPr b="0" i="0" sz="1800" u="none" cap="none" strike="noStrike">
              <a:solidFill>
                <a:srgbClr val="B7B7B7"/>
              </a:solidFill>
              <a:latin typeface="Georgia"/>
              <a:ea typeface="Georgia"/>
              <a:cs typeface="Georgia"/>
              <a:sym typeface="Georgia"/>
            </a:endParaRPr>
          </a:p>
          <a:p>
            <a:pPr indent="-228600" lvl="1" marL="1028700" marR="0" rtl="0" algn="l">
              <a:lnSpc>
                <a:spcPct val="80000"/>
              </a:lnSpc>
              <a:spcBef>
                <a:spcPts val="1000"/>
              </a:spcBef>
              <a:spcAft>
                <a:spcPts val="0"/>
              </a:spcAft>
              <a:buClr>
                <a:srgbClr val="B7B7B7"/>
              </a:buClr>
              <a:buSzPts val="1800"/>
              <a:buFont typeface="Georgia"/>
              <a:buChar char="○"/>
            </a:pPr>
            <a:r>
              <a:rPr lang="en-US" sz="1800">
                <a:solidFill>
                  <a:srgbClr val="B7B7B7"/>
                </a:solidFill>
                <a:latin typeface="Georgia"/>
                <a:ea typeface="Georgia"/>
                <a:cs typeface="Georgia"/>
                <a:sym typeface="Georgia"/>
              </a:rPr>
              <a:t>Schrodinger equation as energy</a:t>
            </a:r>
            <a:br>
              <a:rPr lang="en-US" sz="1800">
                <a:solidFill>
                  <a:srgbClr val="B7B7B7"/>
                </a:solidFill>
                <a:latin typeface="Georgia"/>
                <a:ea typeface="Georgia"/>
                <a:cs typeface="Georgia"/>
                <a:sym typeface="Georgia"/>
              </a:rPr>
            </a:br>
            <a:r>
              <a:rPr lang="en-US" sz="1800">
                <a:solidFill>
                  <a:srgbClr val="B7B7B7"/>
                </a:solidFill>
                <a:latin typeface="Georgia"/>
                <a:ea typeface="Georgia"/>
                <a:cs typeface="Georgia"/>
                <a:sym typeface="Georgia"/>
              </a:rPr>
              <a:t>conservation and eigenvalue equation</a:t>
            </a:r>
            <a:endParaRPr sz="1800">
              <a:solidFill>
                <a:srgbClr val="B7B7B7"/>
              </a:solidFill>
              <a:latin typeface="Georgia"/>
              <a:ea typeface="Georgia"/>
              <a:cs typeface="Georgia"/>
              <a:sym typeface="Georgia"/>
            </a:endParaRPr>
          </a:p>
          <a:p>
            <a:pPr indent="-228600" lvl="1" marL="1028700" marR="0" rtl="0" algn="l">
              <a:lnSpc>
                <a:spcPct val="80000"/>
              </a:lnSpc>
              <a:spcBef>
                <a:spcPts val="1000"/>
              </a:spcBef>
              <a:spcAft>
                <a:spcPts val="0"/>
              </a:spcAft>
              <a:buClr>
                <a:srgbClr val="B7B7B7"/>
              </a:buClr>
              <a:buSzPts val="1800"/>
              <a:buFont typeface="Georgia"/>
              <a:buChar char="○"/>
            </a:pPr>
            <a:r>
              <a:rPr lang="en-US" sz="1800">
                <a:solidFill>
                  <a:srgbClr val="B7B7B7"/>
                </a:solidFill>
                <a:latin typeface="Georgia"/>
                <a:ea typeface="Georgia"/>
                <a:cs typeface="Georgia"/>
                <a:sym typeface="Georgia"/>
              </a:rPr>
              <a:t>Fourier conjugates &amp; uncertainty principle</a:t>
            </a:r>
            <a:endParaRPr sz="1800">
              <a:solidFill>
                <a:srgbClr val="B7B7B7"/>
              </a:solidFill>
              <a:latin typeface="Georgia"/>
              <a:ea typeface="Georgia"/>
              <a:cs typeface="Georgia"/>
              <a:sym typeface="Georgia"/>
            </a:endParaRPr>
          </a:p>
          <a:p>
            <a:pPr indent="-228600" lvl="1" marL="1028700" marR="0" rtl="0" algn="l">
              <a:lnSpc>
                <a:spcPct val="80000"/>
              </a:lnSpc>
              <a:spcBef>
                <a:spcPts val="1000"/>
              </a:spcBef>
              <a:spcAft>
                <a:spcPts val="0"/>
              </a:spcAft>
              <a:buClr>
                <a:srgbClr val="B7B7B7"/>
              </a:buClr>
              <a:buSzPts val="1800"/>
              <a:buFont typeface="Georgia"/>
              <a:buChar char="○"/>
            </a:pPr>
            <a:r>
              <a:rPr lang="en-US" sz="1800">
                <a:solidFill>
                  <a:srgbClr val="B7B7B7"/>
                </a:solidFill>
                <a:latin typeface="Georgia"/>
                <a:ea typeface="Georgia"/>
                <a:cs typeface="Georgia"/>
                <a:sym typeface="Georgia"/>
              </a:rPr>
              <a:t>Confined vs scattering states</a:t>
            </a:r>
            <a:endParaRPr sz="1800">
              <a:solidFill>
                <a:srgbClr val="B7B7B7"/>
              </a:solidFill>
              <a:latin typeface="Georgia"/>
              <a:ea typeface="Georgia"/>
              <a:cs typeface="Georgia"/>
              <a:sym typeface="Georgia"/>
            </a:endParaRPr>
          </a:p>
          <a:p>
            <a:pPr indent="-228600" lvl="1" marL="1028700" marR="0" rtl="0" algn="l">
              <a:lnSpc>
                <a:spcPct val="80000"/>
              </a:lnSpc>
              <a:spcBef>
                <a:spcPts val="1000"/>
              </a:spcBef>
              <a:spcAft>
                <a:spcPts val="0"/>
              </a:spcAft>
              <a:buClr>
                <a:srgbClr val="B7B7B7"/>
              </a:buClr>
              <a:buSzPts val="1800"/>
              <a:buFont typeface="Georgia"/>
              <a:buChar char="○"/>
            </a:pPr>
            <a:r>
              <a:rPr lang="en-US" sz="1800">
                <a:solidFill>
                  <a:srgbClr val="B7B7B7"/>
                </a:solidFill>
                <a:latin typeface="Georgia"/>
                <a:ea typeface="Georgia"/>
                <a:cs typeface="Georgia"/>
                <a:sym typeface="Georgia"/>
              </a:rPr>
              <a:t>Common 1D scattering</a:t>
            </a:r>
            <a:endParaRPr sz="1800">
              <a:solidFill>
                <a:srgbClr val="B7B7B7"/>
              </a:solidFill>
              <a:latin typeface="Georgia"/>
              <a:ea typeface="Georgia"/>
              <a:cs typeface="Georgia"/>
              <a:sym typeface="Georgia"/>
            </a:endParaRPr>
          </a:p>
          <a:p>
            <a:pPr indent="-228600" lvl="0" marL="800100" marR="0" rtl="0" algn="l">
              <a:lnSpc>
                <a:spcPct val="115000"/>
              </a:lnSpc>
              <a:spcBef>
                <a:spcPts val="1000"/>
              </a:spcBef>
              <a:spcAft>
                <a:spcPts val="0"/>
              </a:spcAft>
              <a:buClr>
                <a:srgbClr val="B7B7B7"/>
              </a:buClr>
              <a:buSzPts val="1800"/>
              <a:buFont typeface="Georgia"/>
              <a:buAutoNum type="arabicPeriod"/>
            </a:pPr>
            <a:r>
              <a:rPr lang="en-US" sz="1800">
                <a:solidFill>
                  <a:srgbClr val="B7B7B7"/>
                </a:solidFill>
                <a:latin typeface="Georgia"/>
                <a:ea typeface="Georgia"/>
                <a:cs typeface="Georgia"/>
                <a:sym typeface="Georgia"/>
              </a:rPr>
              <a:t>S-matrix and its properties</a:t>
            </a:r>
            <a:endParaRPr sz="1800">
              <a:solidFill>
                <a:srgbClr val="B7B7B7"/>
              </a:solidFill>
              <a:latin typeface="Georgia"/>
              <a:ea typeface="Georgia"/>
              <a:cs typeface="Georgia"/>
              <a:sym typeface="Georgia"/>
            </a:endParaRPr>
          </a:p>
          <a:p>
            <a:pPr indent="-228600" lvl="1" marL="1028700" marR="0" rtl="0" algn="l">
              <a:lnSpc>
                <a:spcPct val="80000"/>
              </a:lnSpc>
              <a:spcBef>
                <a:spcPts val="1000"/>
              </a:spcBef>
              <a:spcAft>
                <a:spcPts val="0"/>
              </a:spcAft>
              <a:buClr>
                <a:srgbClr val="B7B7B7"/>
              </a:buClr>
              <a:buSzPts val="1800"/>
              <a:buFont typeface="Georgia"/>
              <a:buChar char="○"/>
            </a:pPr>
            <a:r>
              <a:rPr lang="en-US" sz="1800">
                <a:solidFill>
                  <a:srgbClr val="B7B7B7"/>
                </a:solidFill>
                <a:latin typeface="Georgia"/>
                <a:ea typeface="Georgia"/>
                <a:cs typeface="Georgia"/>
                <a:sym typeface="Georgia"/>
              </a:rPr>
              <a:t>1D solutions using S matrix</a:t>
            </a:r>
            <a:endParaRPr sz="1800">
              <a:solidFill>
                <a:srgbClr val="B7B7B7"/>
              </a:solidFill>
              <a:latin typeface="Georgia"/>
              <a:ea typeface="Georgia"/>
              <a:cs typeface="Georgia"/>
              <a:sym typeface="Georgia"/>
            </a:endParaRPr>
          </a:p>
          <a:p>
            <a:pPr indent="-228600" lvl="1" marL="1028700" marR="0" rtl="0" algn="l">
              <a:lnSpc>
                <a:spcPct val="80000"/>
              </a:lnSpc>
              <a:spcBef>
                <a:spcPts val="1000"/>
              </a:spcBef>
              <a:spcAft>
                <a:spcPts val="0"/>
              </a:spcAft>
              <a:buClr>
                <a:srgbClr val="B7B7B7"/>
              </a:buClr>
              <a:buSzPts val="1800"/>
              <a:buFont typeface="Georgia"/>
              <a:buChar char="○"/>
            </a:pPr>
            <a:r>
              <a:rPr lang="en-US" sz="1800">
                <a:solidFill>
                  <a:srgbClr val="B7B7B7"/>
                </a:solidFill>
                <a:latin typeface="Georgia"/>
                <a:ea typeface="Georgia"/>
                <a:cs typeface="Georgia"/>
                <a:sym typeface="Georgia"/>
              </a:rPr>
              <a:t>Resonances</a:t>
            </a:r>
            <a:endParaRPr sz="1800">
              <a:solidFill>
                <a:srgbClr val="B7B7B7"/>
              </a:solidFill>
              <a:latin typeface="Georgia"/>
              <a:ea typeface="Georgia"/>
              <a:cs typeface="Georgia"/>
              <a:sym typeface="Georgia"/>
            </a:endParaRPr>
          </a:p>
          <a:p>
            <a:pPr indent="-228600" lvl="0" marL="800100" marR="0" rtl="0" algn="l">
              <a:lnSpc>
                <a:spcPct val="115000"/>
              </a:lnSpc>
              <a:spcBef>
                <a:spcPts val="1000"/>
              </a:spcBef>
              <a:spcAft>
                <a:spcPts val="0"/>
              </a:spcAft>
              <a:buClr>
                <a:schemeClr val="dk1"/>
              </a:buClr>
              <a:buSzPts val="1800"/>
              <a:buFont typeface="Georgia"/>
              <a:buAutoNum type="arabicPeriod"/>
            </a:pPr>
            <a:r>
              <a:rPr lang="en-US" sz="1800">
                <a:solidFill>
                  <a:schemeClr val="dk1"/>
                </a:solidFill>
                <a:latin typeface="Georgia"/>
                <a:ea typeface="Georgia"/>
                <a:cs typeface="Georgia"/>
                <a:sym typeface="Georgia"/>
              </a:rPr>
              <a:t>3D potentials and cross section formula</a:t>
            </a:r>
            <a:endParaRPr sz="1800">
              <a:solidFill>
                <a:schemeClr val="dk1"/>
              </a:solidFill>
              <a:latin typeface="Georgia"/>
              <a:ea typeface="Georgia"/>
              <a:cs typeface="Georgia"/>
              <a:sym typeface="Georgia"/>
            </a:endParaRPr>
          </a:p>
          <a:p>
            <a:pPr indent="-228600" lvl="1" marL="1028700" marR="0" rtl="0" algn="l">
              <a:lnSpc>
                <a:spcPct val="80000"/>
              </a:lnSpc>
              <a:spcBef>
                <a:spcPts val="1000"/>
              </a:spcBef>
              <a:spcAft>
                <a:spcPts val="0"/>
              </a:spcAft>
              <a:buClr>
                <a:schemeClr val="dk1"/>
              </a:buClr>
              <a:buSzPts val="1800"/>
              <a:buFont typeface="Georgia"/>
              <a:buChar char="○"/>
            </a:pPr>
            <a:r>
              <a:rPr lang="en-US" sz="1800">
                <a:solidFill>
                  <a:schemeClr val="dk1"/>
                </a:solidFill>
                <a:latin typeface="Georgia"/>
                <a:ea typeface="Georgia"/>
                <a:cs typeface="Georgia"/>
                <a:sym typeface="Georgia"/>
              </a:rPr>
              <a:t>Partial waves &amp; Phase shifts</a:t>
            </a:r>
            <a:endParaRPr sz="1800">
              <a:solidFill>
                <a:schemeClr val="dk1"/>
              </a:solidFill>
              <a:latin typeface="Georgia"/>
              <a:ea typeface="Georgia"/>
              <a:cs typeface="Georgia"/>
              <a:sym typeface="Georgia"/>
            </a:endParaRPr>
          </a:p>
          <a:p>
            <a:pPr indent="-228600" lvl="1" marL="1028700" marR="0" rtl="0" algn="l">
              <a:lnSpc>
                <a:spcPct val="80000"/>
              </a:lnSpc>
              <a:spcBef>
                <a:spcPts val="1000"/>
              </a:spcBef>
              <a:spcAft>
                <a:spcPts val="0"/>
              </a:spcAft>
              <a:buClr>
                <a:schemeClr val="dk1"/>
              </a:buClr>
              <a:buSzPts val="1800"/>
              <a:buFont typeface="Georgia"/>
              <a:buChar char="○"/>
            </a:pPr>
            <a:r>
              <a:rPr lang="en-US" sz="1800">
                <a:solidFill>
                  <a:schemeClr val="dk1"/>
                </a:solidFill>
                <a:latin typeface="Georgia"/>
                <a:ea typeface="Georgia"/>
                <a:cs typeface="Georgia"/>
                <a:sym typeface="Georgia"/>
              </a:rPr>
              <a:t>Hard sphere solution</a:t>
            </a:r>
            <a:endParaRPr sz="1800">
              <a:solidFill>
                <a:schemeClr val="dk1"/>
              </a:solidFill>
              <a:latin typeface="Georgia"/>
              <a:ea typeface="Georgia"/>
              <a:cs typeface="Georgia"/>
              <a:sym typeface="Georgia"/>
            </a:endParaRPr>
          </a:p>
          <a:p>
            <a:pPr indent="-228600" lvl="1" marL="1028700" marR="0" rtl="0" algn="l">
              <a:lnSpc>
                <a:spcPct val="80000"/>
              </a:lnSpc>
              <a:spcBef>
                <a:spcPts val="1000"/>
              </a:spcBef>
              <a:spcAft>
                <a:spcPts val="1000"/>
              </a:spcAft>
              <a:buClr>
                <a:schemeClr val="dk1"/>
              </a:buClr>
              <a:buSzPts val="1800"/>
              <a:buFont typeface="Georgia"/>
              <a:buChar char="○"/>
            </a:pPr>
            <a:r>
              <a:rPr lang="en-US" sz="1800">
                <a:solidFill>
                  <a:schemeClr val="dk1"/>
                </a:solidFill>
                <a:latin typeface="Georgia"/>
                <a:ea typeface="Georgia"/>
                <a:cs typeface="Georgia"/>
                <a:sym typeface="Georgia"/>
              </a:rPr>
              <a:t>Bound states &amp; scattering length</a:t>
            </a:r>
            <a:endParaRPr sz="1800">
              <a:solidFill>
                <a:schemeClr val="dk1"/>
              </a:solidFill>
              <a:latin typeface="Georgia"/>
              <a:ea typeface="Georgia"/>
              <a:cs typeface="Georgia"/>
              <a:sym typeface="Georgia"/>
            </a:endParaRPr>
          </a:p>
        </p:txBody>
      </p:sp>
      <p:pic>
        <p:nvPicPr>
          <p:cNvPr id="1886" name="Google Shape;1886;g3da1138a163_0_131"/>
          <p:cNvPicPr preferRelativeResize="0"/>
          <p:nvPr/>
        </p:nvPicPr>
        <p:blipFill rotWithShape="1">
          <a:blip r:embed="rId4">
            <a:alphaModFix/>
          </a:blip>
          <a:srcRect b="0" l="0" r="0" t="0"/>
          <a:stretch/>
        </p:blipFill>
        <p:spPr>
          <a:xfrm>
            <a:off x="10579375" y="6341449"/>
            <a:ext cx="1500023" cy="585000"/>
          </a:xfrm>
          <a:prstGeom prst="rect">
            <a:avLst/>
          </a:prstGeom>
          <a:noFill/>
          <a:ln>
            <a:noFill/>
          </a:ln>
        </p:spPr>
      </p:pic>
    </p:spTree>
  </p:cSld>
  <p:clrMapOvr>
    <a:masterClrMapping/>
  </p:clrMapOvr>
</p:sld>
</file>

<file path=ppt/slides/slide1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890" name="Shape 1890"/>
        <p:cNvGrpSpPr/>
        <p:nvPr/>
      </p:nvGrpSpPr>
      <p:grpSpPr>
        <a:xfrm>
          <a:off x="0" y="0"/>
          <a:ext cx="0" cy="0"/>
          <a:chOff x="0" y="0"/>
          <a:chExt cx="0" cy="0"/>
        </a:xfrm>
      </p:grpSpPr>
      <p:pic>
        <p:nvPicPr>
          <p:cNvPr id="1891" name="Google Shape;1891;g3d1afc4545f_0_552"/>
          <p:cNvPicPr preferRelativeResize="0"/>
          <p:nvPr/>
        </p:nvPicPr>
        <p:blipFill rotWithShape="1">
          <a:blip r:embed="rId3">
            <a:alphaModFix/>
          </a:blip>
          <a:srcRect b="0" l="0" r="0" t="0"/>
          <a:stretch/>
        </p:blipFill>
        <p:spPr>
          <a:xfrm>
            <a:off x="-4" y="6211289"/>
            <a:ext cx="12192003" cy="1285104"/>
          </a:xfrm>
          <a:prstGeom prst="rect">
            <a:avLst/>
          </a:prstGeom>
          <a:noFill/>
          <a:ln>
            <a:noFill/>
          </a:ln>
        </p:spPr>
      </p:pic>
      <p:pic>
        <p:nvPicPr>
          <p:cNvPr id="1892" name="Google Shape;1892;g3d1afc4545f_0_552"/>
          <p:cNvPicPr preferRelativeResize="0"/>
          <p:nvPr/>
        </p:nvPicPr>
        <p:blipFill rotWithShape="1">
          <a:blip r:embed="rId4">
            <a:alphaModFix/>
          </a:blip>
          <a:srcRect b="0" l="0" r="0" t="0"/>
          <a:stretch/>
        </p:blipFill>
        <p:spPr>
          <a:xfrm>
            <a:off x="10590934" y="6330522"/>
            <a:ext cx="1499906" cy="585000"/>
          </a:xfrm>
          <a:prstGeom prst="rect">
            <a:avLst/>
          </a:prstGeom>
          <a:noFill/>
          <a:ln>
            <a:noFill/>
          </a:ln>
        </p:spPr>
      </p:pic>
      <p:sp>
        <p:nvSpPr>
          <p:cNvPr id="1893" name="Google Shape;1893;g3d1afc4545f_0_552"/>
          <p:cNvSpPr txBox="1"/>
          <p:nvPr/>
        </p:nvSpPr>
        <p:spPr>
          <a:xfrm>
            <a:off x="-1" y="6288587"/>
            <a:ext cx="5981100" cy="3693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chemeClr val="dk1"/>
              </a:buClr>
              <a:buSzPts val="1800"/>
              <a:buFont typeface="Arial"/>
              <a:buNone/>
            </a:pPr>
            <a:r>
              <a:rPr b="0" i="0" lang="en-US" sz="1800" u="none" cap="none" strike="noStrike">
                <a:solidFill>
                  <a:schemeClr val="lt1"/>
                </a:solidFill>
                <a:latin typeface="Times New Roman"/>
                <a:ea typeface="Times New Roman"/>
                <a:cs typeface="Times New Roman"/>
                <a:sym typeface="Times New Roman"/>
              </a:rPr>
              <a:t>Term Paper Presentation | Ronit Dutta</a:t>
            </a:r>
            <a:endParaRPr b="0" i="0" sz="1800" u="none" cap="none" strike="noStrike">
              <a:solidFill>
                <a:schemeClr val="lt1"/>
              </a:solidFill>
              <a:latin typeface="Times New Roman"/>
              <a:ea typeface="Times New Roman"/>
              <a:cs typeface="Times New Roman"/>
              <a:sym typeface="Times New Roman"/>
            </a:endParaRPr>
          </a:p>
        </p:txBody>
      </p:sp>
      <p:sp>
        <p:nvSpPr>
          <p:cNvPr id="1894" name="Google Shape;1894;g3d1afc4545f_0_552"/>
          <p:cNvSpPr txBox="1"/>
          <p:nvPr/>
        </p:nvSpPr>
        <p:spPr>
          <a:xfrm>
            <a:off x="0" y="0"/>
            <a:ext cx="12192000" cy="5388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3200"/>
              <a:buFont typeface="Arial"/>
              <a:buNone/>
            </a:pPr>
            <a:r>
              <a:rPr lang="en-US" sz="2900">
                <a:solidFill>
                  <a:schemeClr val="dk1"/>
                </a:solidFill>
                <a:latin typeface="Times New Roman"/>
                <a:ea typeface="Times New Roman"/>
                <a:cs typeface="Times New Roman"/>
                <a:sym typeface="Times New Roman"/>
              </a:rPr>
              <a:t>3D potentials and cross section formula : cross section</a:t>
            </a:r>
            <a:endParaRPr b="0" i="0" sz="2900" u="none" cap="none" strike="noStrike">
              <a:solidFill>
                <a:schemeClr val="dk1"/>
              </a:solidFill>
              <a:latin typeface="Times New Roman"/>
              <a:ea typeface="Times New Roman"/>
              <a:cs typeface="Times New Roman"/>
              <a:sym typeface="Times New Roman"/>
            </a:endParaRPr>
          </a:p>
        </p:txBody>
      </p:sp>
      <p:cxnSp>
        <p:nvCxnSpPr>
          <p:cNvPr id="1895" name="Google Shape;1895;g3d1afc4545f_0_552"/>
          <p:cNvCxnSpPr/>
          <p:nvPr/>
        </p:nvCxnSpPr>
        <p:spPr>
          <a:xfrm flipH="1" rot="10800000">
            <a:off x="6" y="538789"/>
            <a:ext cx="6318000" cy="30600"/>
          </a:xfrm>
          <a:prstGeom prst="straightConnector1">
            <a:avLst/>
          </a:prstGeom>
          <a:noFill/>
          <a:ln cap="flat" cmpd="sng" w="9525">
            <a:solidFill>
              <a:srgbClr val="0E4D3B"/>
            </a:solidFill>
            <a:prstDash val="solid"/>
            <a:miter lim="800000"/>
            <a:headEnd len="sm" w="sm" type="none"/>
            <a:tailEnd len="sm" w="sm" type="none"/>
          </a:ln>
        </p:spPr>
      </p:cxnSp>
      <p:pic>
        <p:nvPicPr>
          <p:cNvPr id="1896" name="Google Shape;1896;g3d1afc4545f_0_552"/>
          <p:cNvPicPr preferRelativeResize="0"/>
          <p:nvPr/>
        </p:nvPicPr>
        <p:blipFill rotWithShape="1">
          <a:blip r:embed="rId5">
            <a:alphaModFix/>
          </a:blip>
          <a:srcRect b="0" l="0" r="0" t="0"/>
          <a:stretch/>
        </p:blipFill>
        <p:spPr>
          <a:xfrm>
            <a:off x="-4" y="6211289"/>
            <a:ext cx="12192003" cy="1285104"/>
          </a:xfrm>
          <a:prstGeom prst="rect">
            <a:avLst/>
          </a:prstGeom>
          <a:noFill/>
          <a:ln>
            <a:noFill/>
          </a:ln>
        </p:spPr>
      </p:pic>
      <p:pic>
        <p:nvPicPr>
          <p:cNvPr id="1897" name="Google Shape;1897;g3d1afc4545f_0_552"/>
          <p:cNvPicPr preferRelativeResize="0"/>
          <p:nvPr/>
        </p:nvPicPr>
        <p:blipFill rotWithShape="1">
          <a:blip r:embed="rId4">
            <a:alphaModFix/>
          </a:blip>
          <a:srcRect b="0" l="0" r="0" t="0"/>
          <a:stretch/>
        </p:blipFill>
        <p:spPr>
          <a:xfrm>
            <a:off x="10590934" y="6330522"/>
            <a:ext cx="1499906" cy="585000"/>
          </a:xfrm>
          <a:prstGeom prst="rect">
            <a:avLst/>
          </a:prstGeom>
          <a:noFill/>
          <a:ln>
            <a:noFill/>
          </a:ln>
        </p:spPr>
      </p:pic>
      <p:sp>
        <p:nvSpPr>
          <p:cNvPr id="1898" name="Google Shape;1898;g3d1afc4545f_0_552"/>
          <p:cNvSpPr txBox="1"/>
          <p:nvPr/>
        </p:nvSpPr>
        <p:spPr>
          <a:xfrm>
            <a:off x="-1" y="6288587"/>
            <a:ext cx="5981100" cy="3693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chemeClr val="dk1"/>
              </a:buClr>
              <a:buSzPts val="1800"/>
              <a:buFont typeface="Arial"/>
              <a:buNone/>
            </a:pPr>
            <a:r>
              <a:rPr b="0" i="0" lang="en-US" sz="1800" u="none" cap="none" strike="noStrike">
                <a:solidFill>
                  <a:schemeClr val="lt1"/>
                </a:solidFill>
                <a:latin typeface="Times New Roman"/>
                <a:ea typeface="Times New Roman"/>
                <a:cs typeface="Times New Roman"/>
                <a:sym typeface="Times New Roman"/>
              </a:rPr>
              <a:t>Term Paper Presentation | Ronit Dutta</a:t>
            </a:r>
            <a:endParaRPr b="0" i="0" sz="1800" u="none" cap="none" strike="noStrike">
              <a:solidFill>
                <a:schemeClr val="lt1"/>
              </a:solidFill>
              <a:latin typeface="Times New Roman"/>
              <a:ea typeface="Times New Roman"/>
              <a:cs typeface="Times New Roman"/>
              <a:sym typeface="Times New Roman"/>
            </a:endParaRPr>
          </a:p>
        </p:txBody>
      </p:sp>
      <p:pic>
        <p:nvPicPr>
          <p:cNvPr id="1899" name="Google Shape;1899;g3d1afc4545f_0_552"/>
          <p:cNvPicPr preferRelativeResize="0"/>
          <p:nvPr/>
        </p:nvPicPr>
        <p:blipFill rotWithShape="1">
          <a:blip r:embed="rId5">
            <a:alphaModFix/>
          </a:blip>
          <a:srcRect b="0" l="0" r="0" t="0"/>
          <a:stretch/>
        </p:blipFill>
        <p:spPr>
          <a:xfrm>
            <a:off x="-4" y="6211289"/>
            <a:ext cx="12192003" cy="1285104"/>
          </a:xfrm>
          <a:prstGeom prst="rect">
            <a:avLst/>
          </a:prstGeom>
          <a:noFill/>
          <a:ln>
            <a:noFill/>
          </a:ln>
        </p:spPr>
      </p:pic>
      <p:pic>
        <p:nvPicPr>
          <p:cNvPr id="1900" name="Google Shape;1900;g3d1afc4545f_0_552"/>
          <p:cNvPicPr preferRelativeResize="0"/>
          <p:nvPr/>
        </p:nvPicPr>
        <p:blipFill rotWithShape="1">
          <a:blip r:embed="rId4">
            <a:alphaModFix/>
          </a:blip>
          <a:srcRect b="0" l="0" r="0" t="0"/>
          <a:stretch/>
        </p:blipFill>
        <p:spPr>
          <a:xfrm>
            <a:off x="10590934" y="6330522"/>
            <a:ext cx="1499906" cy="585000"/>
          </a:xfrm>
          <a:prstGeom prst="rect">
            <a:avLst/>
          </a:prstGeom>
          <a:noFill/>
          <a:ln>
            <a:noFill/>
          </a:ln>
        </p:spPr>
      </p:pic>
      <p:sp>
        <p:nvSpPr>
          <p:cNvPr id="1901" name="Google Shape;1901;g3d1afc4545f_0_552"/>
          <p:cNvSpPr txBox="1"/>
          <p:nvPr/>
        </p:nvSpPr>
        <p:spPr>
          <a:xfrm>
            <a:off x="-1" y="6288587"/>
            <a:ext cx="5981100" cy="6465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chemeClr val="dk1"/>
              </a:buClr>
              <a:buSzPts val="1800"/>
              <a:buFont typeface="Arial"/>
              <a:buNone/>
            </a:pPr>
            <a:r>
              <a:rPr b="0" i="0" lang="en-US" sz="1800" u="none" cap="none" strike="noStrike">
                <a:solidFill>
                  <a:schemeClr val="lt1"/>
                </a:solidFill>
                <a:latin typeface="Times New Roman"/>
                <a:ea typeface="Times New Roman"/>
                <a:cs typeface="Times New Roman"/>
                <a:sym typeface="Times New Roman"/>
              </a:rPr>
              <a:t>Machine Learning Professional</a:t>
            </a:r>
            <a:br>
              <a:rPr b="0" i="0" lang="en-US" sz="1800" u="none" cap="none" strike="noStrike">
                <a:solidFill>
                  <a:schemeClr val="lt1"/>
                </a:solidFill>
                <a:latin typeface="Times New Roman"/>
                <a:ea typeface="Times New Roman"/>
                <a:cs typeface="Times New Roman"/>
                <a:sym typeface="Times New Roman"/>
              </a:rPr>
            </a:br>
            <a:r>
              <a:rPr b="0" i="0" lang="en-US" sz="1800" u="none" cap="none" strike="noStrike">
                <a:solidFill>
                  <a:schemeClr val="lt1"/>
                </a:solidFill>
                <a:latin typeface="Times New Roman"/>
                <a:ea typeface="Times New Roman"/>
                <a:cs typeface="Times New Roman"/>
                <a:sym typeface="Times New Roman"/>
              </a:rPr>
              <a:t>Project Presentation</a:t>
            </a:r>
            <a:endParaRPr b="0" i="0" sz="1800" u="none" cap="none" strike="noStrike">
              <a:solidFill>
                <a:schemeClr val="lt1"/>
              </a:solidFill>
              <a:latin typeface="Times New Roman"/>
              <a:ea typeface="Times New Roman"/>
              <a:cs typeface="Times New Roman"/>
              <a:sym typeface="Times New Roman"/>
            </a:endParaRPr>
          </a:p>
        </p:txBody>
      </p:sp>
      <p:pic>
        <p:nvPicPr>
          <p:cNvPr id="1902" name="Google Shape;1902;g3d1afc4545f_0_552"/>
          <p:cNvPicPr preferRelativeResize="0"/>
          <p:nvPr/>
        </p:nvPicPr>
        <p:blipFill rotWithShape="1">
          <a:blip r:embed="rId6">
            <a:alphaModFix/>
          </a:blip>
          <a:srcRect b="0" l="0" r="0" t="0"/>
          <a:stretch/>
        </p:blipFill>
        <p:spPr>
          <a:xfrm>
            <a:off x="10590875" y="6330524"/>
            <a:ext cx="1500023" cy="585000"/>
          </a:xfrm>
          <a:prstGeom prst="rect">
            <a:avLst/>
          </a:prstGeom>
          <a:noFill/>
          <a:ln>
            <a:noFill/>
          </a:ln>
        </p:spPr>
      </p:pic>
      <p:pic>
        <p:nvPicPr>
          <p:cNvPr id="1903" name="Google Shape;1903;g3d1afc4545f_0_552"/>
          <p:cNvPicPr preferRelativeResize="0"/>
          <p:nvPr/>
        </p:nvPicPr>
        <p:blipFill rotWithShape="1">
          <a:blip r:embed="rId7">
            <a:alphaModFix/>
          </a:blip>
          <a:srcRect b="0" l="0" r="0" t="0"/>
          <a:stretch/>
        </p:blipFill>
        <p:spPr>
          <a:xfrm>
            <a:off x="-4" y="6211289"/>
            <a:ext cx="12192003" cy="1285104"/>
          </a:xfrm>
          <a:prstGeom prst="rect">
            <a:avLst/>
          </a:prstGeom>
          <a:noFill/>
          <a:ln>
            <a:noFill/>
          </a:ln>
        </p:spPr>
      </p:pic>
      <p:sp>
        <p:nvSpPr>
          <p:cNvPr id="1904" name="Google Shape;1904;g3d1afc4545f_0_552"/>
          <p:cNvSpPr txBox="1"/>
          <p:nvPr/>
        </p:nvSpPr>
        <p:spPr>
          <a:xfrm>
            <a:off x="-1" y="6288587"/>
            <a:ext cx="5981100" cy="6465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chemeClr val="dk1"/>
              </a:buClr>
              <a:buSzPts val="1800"/>
              <a:buFont typeface="Arial"/>
              <a:buNone/>
            </a:pPr>
            <a:r>
              <a:rPr b="0" i="0" lang="en-US" sz="1800" u="none" cap="none" strike="noStrike">
                <a:solidFill>
                  <a:schemeClr val="lt1"/>
                </a:solidFill>
                <a:latin typeface="Times New Roman"/>
                <a:ea typeface="Times New Roman"/>
                <a:cs typeface="Times New Roman"/>
                <a:sym typeface="Times New Roman"/>
              </a:rPr>
              <a:t>Machine Learning Professional</a:t>
            </a:r>
            <a:br>
              <a:rPr b="0" i="0" lang="en-US" sz="1800" u="none" cap="none" strike="noStrike">
                <a:solidFill>
                  <a:schemeClr val="lt1"/>
                </a:solidFill>
                <a:latin typeface="Times New Roman"/>
                <a:ea typeface="Times New Roman"/>
                <a:cs typeface="Times New Roman"/>
                <a:sym typeface="Times New Roman"/>
              </a:rPr>
            </a:br>
            <a:r>
              <a:rPr b="0" i="0" lang="en-US" sz="1800" u="none" cap="none" strike="noStrike">
                <a:solidFill>
                  <a:schemeClr val="lt1"/>
                </a:solidFill>
                <a:latin typeface="Times New Roman"/>
                <a:ea typeface="Times New Roman"/>
                <a:cs typeface="Times New Roman"/>
                <a:sym typeface="Times New Roman"/>
              </a:rPr>
              <a:t>Project Presentation</a:t>
            </a:r>
            <a:endParaRPr b="0" i="0" sz="1800" u="none" cap="none" strike="noStrike">
              <a:solidFill>
                <a:schemeClr val="lt1"/>
              </a:solidFill>
              <a:latin typeface="Times New Roman"/>
              <a:ea typeface="Times New Roman"/>
              <a:cs typeface="Times New Roman"/>
              <a:sym typeface="Times New Roman"/>
            </a:endParaRPr>
          </a:p>
        </p:txBody>
      </p:sp>
      <p:pic>
        <p:nvPicPr>
          <p:cNvPr id="1905" name="Google Shape;1905;g3d1afc4545f_0_552"/>
          <p:cNvPicPr preferRelativeResize="0"/>
          <p:nvPr/>
        </p:nvPicPr>
        <p:blipFill rotWithShape="1">
          <a:blip r:embed="rId6">
            <a:alphaModFix/>
          </a:blip>
          <a:srcRect b="0" l="0" r="0" t="0"/>
          <a:stretch/>
        </p:blipFill>
        <p:spPr>
          <a:xfrm>
            <a:off x="10590875" y="6330524"/>
            <a:ext cx="1500023" cy="585000"/>
          </a:xfrm>
          <a:prstGeom prst="rect">
            <a:avLst/>
          </a:prstGeom>
          <a:noFill/>
          <a:ln>
            <a:noFill/>
          </a:ln>
        </p:spPr>
      </p:pic>
      <p:pic>
        <p:nvPicPr>
          <p:cNvPr id="1906" name="Google Shape;1906;g3d1afc4545f_0_552"/>
          <p:cNvPicPr preferRelativeResize="0"/>
          <p:nvPr/>
        </p:nvPicPr>
        <p:blipFill rotWithShape="1">
          <a:blip r:embed="rId7">
            <a:alphaModFix/>
          </a:blip>
          <a:srcRect b="0" l="0" r="0" t="0"/>
          <a:stretch/>
        </p:blipFill>
        <p:spPr>
          <a:xfrm>
            <a:off x="-4" y="6211289"/>
            <a:ext cx="12192003" cy="1285104"/>
          </a:xfrm>
          <a:prstGeom prst="rect">
            <a:avLst/>
          </a:prstGeom>
          <a:noFill/>
          <a:ln>
            <a:noFill/>
          </a:ln>
        </p:spPr>
      </p:pic>
      <p:sp>
        <p:nvSpPr>
          <p:cNvPr id="1907" name="Google Shape;1907;g3d1afc4545f_0_552"/>
          <p:cNvSpPr txBox="1"/>
          <p:nvPr/>
        </p:nvSpPr>
        <p:spPr>
          <a:xfrm>
            <a:off x="-1" y="6234672"/>
            <a:ext cx="5981100" cy="6465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chemeClr val="dk1"/>
              </a:buClr>
              <a:buSzPts val="1800"/>
              <a:buFont typeface="Arial"/>
              <a:buNone/>
            </a:pPr>
            <a:r>
              <a:rPr b="0" i="0" lang="en-US" sz="1800" u="none" cap="none" strike="noStrike">
                <a:solidFill>
                  <a:schemeClr val="lt1"/>
                </a:solidFill>
                <a:latin typeface="Times New Roman"/>
                <a:ea typeface="Times New Roman"/>
                <a:cs typeface="Times New Roman"/>
                <a:sym typeface="Times New Roman"/>
              </a:rPr>
              <a:t>Machine Learning Professional</a:t>
            </a:r>
            <a:br>
              <a:rPr b="0" i="0" lang="en-US" sz="1800" u="none" cap="none" strike="noStrike">
                <a:solidFill>
                  <a:schemeClr val="lt1"/>
                </a:solidFill>
                <a:latin typeface="Times New Roman"/>
                <a:ea typeface="Times New Roman"/>
                <a:cs typeface="Times New Roman"/>
                <a:sym typeface="Times New Roman"/>
              </a:rPr>
            </a:br>
            <a:r>
              <a:rPr b="0" i="0" lang="en-US" sz="1800" u="none" cap="none" strike="noStrike">
                <a:solidFill>
                  <a:schemeClr val="lt1"/>
                </a:solidFill>
                <a:latin typeface="Times New Roman"/>
                <a:ea typeface="Times New Roman"/>
                <a:cs typeface="Times New Roman"/>
                <a:sym typeface="Times New Roman"/>
              </a:rPr>
              <a:t>Project Presentation</a:t>
            </a:r>
            <a:endParaRPr b="0" i="0" sz="1800" u="none" cap="none" strike="noStrike">
              <a:solidFill>
                <a:schemeClr val="lt1"/>
              </a:solidFill>
              <a:latin typeface="Times New Roman"/>
              <a:ea typeface="Times New Roman"/>
              <a:cs typeface="Times New Roman"/>
              <a:sym typeface="Times New Roman"/>
            </a:endParaRPr>
          </a:p>
        </p:txBody>
      </p:sp>
      <p:pic>
        <p:nvPicPr>
          <p:cNvPr id="1908" name="Google Shape;1908;g3d1afc4545f_0_552"/>
          <p:cNvPicPr preferRelativeResize="0"/>
          <p:nvPr/>
        </p:nvPicPr>
        <p:blipFill rotWithShape="1">
          <a:blip r:embed="rId6">
            <a:alphaModFix/>
          </a:blip>
          <a:srcRect b="0" l="0" r="0" t="0"/>
          <a:stretch/>
        </p:blipFill>
        <p:spPr>
          <a:xfrm>
            <a:off x="10590875" y="6330524"/>
            <a:ext cx="1500023" cy="585000"/>
          </a:xfrm>
          <a:prstGeom prst="rect">
            <a:avLst/>
          </a:prstGeom>
          <a:noFill/>
          <a:ln>
            <a:noFill/>
          </a:ln>
        </p:spPr>
      </p:pic>
      <p:pic>
        <p:nvPicPr>
          <p:cNvPr id="1909" name="Google Shape;1909;g3d1afc4545f_0_552"/>
          <p:cNvPicPr preferRelativeResize="0"/>
          <p:nvPr/>
        </p:nvPicPr>
        <p:blipFill rotWithShape="1">
          <a:blip r:embed="rId8">
            <a:alphaModFix/>
          </a:blip>
          <a:srcRect b="0" l="0" r="0" t="0"/>
          <a:stretch/>
        </p:blipFill>
        <p:spPr>
          <a:xfrm>
            <a:off x="-4" y="6211289"/>
            <a:ext cx="12192003" cy="1285104"/>
          </a:xfrm>
          <a:prstGeom prst="rect">
            <a:avLst/>
          </a:prstGeom>
          <a:noFill/>
          <a:ln>
            <a:noFill/>
          </a:ln>
        </p:spPr>
      </p:pic>
      <p:sp>
        <p:nvSpPr>
          <p:cNvPr id="1910" name="Google Shape;1910;g3d1afc4545f_0_552"/>
          <p:cNvSpPr txBox="1"/>
          <p:nvPr/>
        </p:nvSpPr>
        <p:spPr>
          <a:xfrm>
            <a:off x="-1" y="6234672"/>
            <a:ext cx="5981100" cy="6465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chemeClr val="dk1"/>
              </a:buClr>
              <a:buSzPts val="1800"/>
              <a:buFont typeface="Arial"/>
              <a:buNone/>
            </a:pPr>
            <a:r>
              <a:rPr b="0" i="0" lang="en-US" sz="1800" u="none" cap="none" strike="noStrike">
                <a:solidFill>
                  <a:schemeClr val="lt1"/>
                </a:solidFill>
                <a:latin typeface="Times New Roman"/>
                <a:ea typeface="Times New Roman"/>
                <a:cs typeface="Times New Roman"/>
                <a:sym typeface="Times New Roman"/>
              </a:rPr>
              <a:t>Nanoelectronics - Seminar Presentation</a:t>
            </a:r>
            <a:br>
              <a:rPr b="0" i="0" lang="en-US" sz="1800" u="none" cap="none" strike="noStrike">
                <a:solidFill>
                  <a:schemeClr val="lt1"/>
                </a:solidFill>
                <a:latin typeface="Times New Roman"/>
                <a:ea typeface="Times New Roman"/>
                <a:cs typeface="Times New Roman"/>
                <a:sym typeface="Times New Roman"/>
              </a:rPr>
            </a:br>
            <a:r>
              <a:rPr b="0" i="0" lang="en-US" sz="1800" u="none" cap="none" strike="noStrike">
                <a:solidFill>
                  <a:schemeClr val="lt1"/>
                </a:solidFill>
                <a:latin typeface="Times New Roman"/>
                <a:ea typeface="Times New Roman"/>
                <a:cs typeface="Times New Roman"/>
                <a:sym typeface="Times New Roman"/>
              </a:rPr>
              <a:t>Ronit Dutta</a:t>
            </a:r>
            <a:endParaRPr b="0" i="0" sz="1800" u="none" cap="none" strike="noStrike">
              <a:solidFill>
                <a:schemeClr val="lt1"/>
              </a:solidFill>
              <a:latin typeface="Times New Roman"/>
              <a:ea typeface="Times New Roman"/>
              <a:cs typeface="Times New Roman"/>
              <a:sym typeface="Times New Roman"/>
            </a:endParaRPr>
          </a:p>
        </p:txBody>
      </p:sp>
      <p:pic>
        <p:nvPicPr>
          <p:cNvPr id="1911" name="Google Shape;1911;g3d1afc4545f_0_552"/>
          <p:cNvPicPr preferRelativeResize="0"/>
          <p:nvPr/>
        </p:nvPicPr>
        <p:blipFill rotWithShape="1">
          <a:blip r:embed="rId6">
            <a:alphaModFix/>
          </a:blip>
          <a:srcRect b="0" l="0" r="0" t="0"/>
          <a:stretch/>
        </p:blipFill>
        <p:spPr>
          <a:xfrm>
            <a:off x="10590875" y="6330524"/>
            <a:ext cx="1500023" cy="585000"/>
          </a:xfrm>
          <a:prstGeom prst="rect">
            <a:avLst/>
          </a:prstGeom>
          <a:noFill/>
          <a:ln>
            <a:noFill/>
          </a:ln>
        </p:spPr>
      </p:pic>
      <p:pic>
        <p:nvPicPr>
          <p:cNvPr id="1912" name="Google Shape;1912;g3d1afc4545f_0_552"/>
          <p:cNvPicPr preferRelativeResize="0"/>
          <p:nvPr/>
        </p:nvPicPr>
        <p:blipFill rotWithShape="1">
          <a:blip r:embed="rId9">
            <a:alphaModFix/>
          </a:blip>
          <a:srcRect b="0" l="0" r="0" t="0"/>
          <a:stretch/>
        </p:blipFill>
        <p:spPr>
          <a:xfrm>
            <a:off x="0" y="6330524"/>
            <a:ext cx="12192000" cy="1165875"/>
          </a:xfrm>
          <a:prstGeom prst="rect">
            <a:avLst/>
          </a:prstGeom>
          <a:noFill/>
          <a:ln>
            <a:noFill/>
          </a:ln>
        </p:spPr>
      </p:pic>
      <p:sp>
        <p:nvSpPr>
          <p:cNvPr id="1913" name="Google Shape;1913;g3d1afc4545f_0_552"/>
          <p:cNvSpPr txBox="1"/>
          <p:nvPr/>
        </p:nvSpPr>
        <p:spPr>
          <a:xfrm>
            <a:off x="-1" y="6445547"/>
            <a:ext cx="5981100" cy="6465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chemeClr val="dk1"/>
              </a:buClr>
              <a:buSzPts val="1800"/>
              <a:buFont typeface="Arial"/>
              <a:buNone/>
            </a:pPr>
            <a:r>
              <a:rPr lang="en-US" sz="1800">
                <a:solidFill>
                  <a:schemeClr val="lt1"/>
                </a:solidFill>
                <a:latin typeface="Times New Roman"/>
                <a:ea typeface="Times New Roman"/>
                <a:cs typeface="Times New Roman"/>
                <a:sym typeface="Times New Roman"/>
              </a:rPr>
              <a:t>Applied Mathematics for Engineering [MIDTERM PROJECT]</a:t>
            </a:r>
            <a:br>
              <a:rPr b="0" i="0" lang="en-US" sz="1800" u="none" cap="none" strike="noStrike">
                <a:solidFill>
                  <a:schemeClr val="lt1"/>
                </a:solidFill>
                <a:latin typeface="Times New Roman"/>
                <a:ea typeface="Times New Roman"/>
                <a:cs typeface="Times New Roman"/>
                <a:sym typeface="Times New Roman"/>
              </a:rPr>
            </a:br>
            <a:r>
              <a:rPr b="0" i="0" lang="en-US" sz="1800" u="none" cap="none" strike="noStrike">
                <a:solidFill>
                  <a:schemeClr val="lt1"/>
                </a:solidFill>
                <a:latin typeface="Times New Roman"/>
                <a:ea typeface="Times New Roman"/>
                <a:cs typeface="Times New Roman"/>
                <a:sym typeface="Times New Roman"/>
              </a:rPr>
              <a:t>Ronit Dutta</a:t>
            </a:r>
            <a:endParaRPr b="0" i="0" sz="1800" u="none" cap="none" strike="noStrike">
              <a:solidFill>
                <a:schemeClr val="lt1"/>
              </a:solidFill>
              <a:latin typeface="Times New Roman"/>
              <a:ea typeface="Times New Roman"/>
              <a:cs typeface="Times New Roman"/>
              <a:sym typeface="Times New Roman"/>
            </a:endParaRPr>
          </a:p>
        </p:txBody>
      </p:sp>
      <p:pic>
        <p:nvPicPr>
          <p:cNvPr id="1914" name="Google Shape;1914;g3d1afc4545f_0_552"/>
          <p:cNvPicPr preferRelativeResize="0"/>
          <p:nvPr/>
        </p:nvPicPr>
        <p:blipFill rotWithShape="1">
          <a:blip r:embed="rId6">
            <a:alphaModFix/>
          </a:blip>
          <a:srcRect b="0" l="0" r="0" t="0"/>
          <a:stretch/>
        </p:blipFill>
        <p:spPr>
          <a:xfrm>
            <a:off x="10579375" y="6476299"/>
            <a:ext cx="1500023" cy="585000"/>
          </a:xfrm>
          <a:prstGeom prst="rect">
            <a:avLst/>
          </a:prstGeom>
          <a:noFill/>
          <a:ln>
            <a:noFill/>
          </a:ln>
        </p:spPr>
      </p:pic>
      <p:pic>
        <p:nvPicPr>
          <p:cNvPr id="1915" name="Google Shape;1915;g3d1afc4545f_0_552"/>
          <p:cNvPicPr preferRelativeResize="0"/>
          <p:nvPr/>
        </p:nvPicPr>
        <p:blipFill rotWithShape="1">
          <a:blip r:embed="rId4">
            <a:alphaModFix/>
          </a:blip>
          <a:srcRect b="0" l="0" r="0" t="0"/>
          <a:stretch/>
        </p:blipFill>
        <p:spPr>
          <a:xfrm>
            <a:off x="10590934" y="6330522"/>
            <a:ext cx="1499906" cy="585000"/>
          </a:xfrm>
          <a:prstGeom prst="rect">
            <a:avLst/>
          </a:prstGeom>
          <a:noFill/>
          <a:ln>
            <a:noFill/>
          </a:ln>
        </p:spPr>
      </p:pic>
      <p:sp>
        <p:nvSpPr>
          <p:cNvPr id="1916" name="Google Shape;1916;g3d1afc4545f_0_552"/>
          <p:cNvSpPr txBox="1"/>
          <p:nvPr/>
        </p:nvSpPr>
        <p:spPr>
          <a:xfrm>
            <a:off x="-1" y="6288587"/>
            <a:ext cx="5981100" cy="3693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chemeClr val="dk1"/>
              </a:buClr>
              <a:buSzPts val="1800"/>
              <a:buFont typeface="Arial"/>
              <a:buNone/>
            </a:pPr>
            <a:r>
              <a:rPr b="0" i="0" lang="en-US" sz="1800" u="none" cap="none" strike="noStrike">
                <a:solidFill>
                  <a:schemeClr val="lt1"/>
                </a:solidFill>
                <a:latin typeface="Times New Roman"/>
                <a:ea typeface="Times New Roman"/>
                <a:cs typeface="Times New Roman"/>
                <a:sym typeface="Times New Roman"/>
              </a:rPr>
              <a:t>Term Paper Presentation | Ronit Dutta</a:t>
            </a:r>
            <a:endParaRPr b="0" i="0" sz="1800" u="none" cap="none" strike="noStrike">
              <a:solidFill>
                <a:schemeClr val="lt1"/>
              </a:solidFill>
              <a:latin typeface="Times New Roman"/>
              <a:ea typeface="Times New Roman"/>
              <a:cs typeface="Times New Roman"/>
              <a:sym typeface="Times New Roman"/>
            </a:endParaRPr>
          </a:p>
        </p:txBody>
      </p:sp>
      <p:pic>
        <p:nvPicPr>
          <p:cNvPr id="1917" name="Google Shape;1917;g3d1afc4545f_0_552"/>
          <p:cNvPicPr preferRelativeResize="0"/>
          <p:nvPr/>
        </p:nvPicPr>
        <p:blipFill rotWithShape="1">
          <a:blip r:embed="rId4">
            <a:alphaModFix/>
          </a:blip>
          <a:srcRect b="0" l="0" r="0" t="0"/>
          <a:stretch/>
        </p:blipFill>
        <p:spPr>
          <a:xfrm>
            <a:off x="10590934" y="6330522"/>
            <a:ext cx="1499906" cy="585000"/>
          </a:xfrm>
          <a:prstGeom prst="rect">
            <a:avLst/>
          </a:prstGeom>
          <a:noFill/>
          <a:ln>
            <a:noFill/>
          </a:ln>
        </p:spPr>
      </p:pic>
      <p:sp>
        <p:nvSpPr>
          <p:cNvPr id="1918" name="Google Shape;1918;g3d1afc4545f_0_552"/>
          <p:cNvSpPr txBox="1"/>
          <p:nvPr/>
        </p:nvSpPr>
        <p:spPr>
          <a:xfrm>
            <a:off x="-1" y="6288587"/>
            <a:ext cx="5981100" cy="3693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chemeClr val="dk1"/>
              </a:buClr>
              <a:buSzPts val="1800"/>
              <a:buFont typeface="Arial"/>
              <a:buNone/>
            </a:pPr>
            <a:r>
              <a:rPr b="0" i="0" lang="en-US" sz="1800" u="none" cap="none" strike="noStrike">
                <a:solidFill>
                  <a:schemeClr val="lt1"/>
                </a:solidFill>
                <a:latin typeface="Times New Roman"/>
                <a:ea typeface="Times New Roman"/>
                <a:cs typeface="Times New Roman"/>
                <a:sym typeface="Times New Roman"/>
              </a:rPr>
              <a:t>Term Paper Presentation | Ronit Dutta</a:t>
            </a:r>
            <a:endParaRPr b="0" i="0" sz="1800" u="none" cap="none" strike="noStrike">
              <a:solidFill>
                <a:schemeClr val="lt1"/>
              </a:solidFill>
              <a:latin typeface="Times New Roman"/>
              <a:ea typeface="Times New Roman"/>
              <a:cs typeface="Times New Roman"/>
              <a:sym typeface="Times New Roman"/>
            </a:endParaRPr>
          </a:p>
        </p:txBody>
      </p:sp>
      <p:pic>
        <p:nvPicPr>
          <p:cNvPr id="1919" name="Google Shape;1919;g3d1afc4545f_0_552"/>
          <p:cNvPicPr preferRelativeResize="0"/>
          <p:nvPr/>
        </p:nvPicPr>
        <p:blipFill rotWithShape="1">
          <a:blip r:embed="rId4">
            <a:alphaModFix/>
          </a:blip>
          <a:srcRect b="0" l="0" r="0" t="0"/>
          <a:stretch/>
        </p:blipFill>
        <p:spPr>
          <a:xfrm>
            <a:off x="10590934" y="6330522"/>
            <a:ext cx="1499906" cy="585000"/>
          </a:xfrm>
          <a:prstGeom prst="rect">
            <a:avLst/>
          </a:prstGeom>
          <a:noFill/>
          <a:ln>
            <a:noFill/>
          </a:ln>
        </p:spPr>
      </p:pic>
      <p:sp>
        <p:nvSpPr>
          <p:cNvPr id="1920" name="Google Shape;1920;g3d1afc4545f_0_552"/>
          <p:cNvSpPr txBox="1"/>
          <p:nvPr/>
        </p:nvSpPr>
        <p:spPr>
          <a:xfrm>
            <a:off x="-1" y="6288587"/>
            <a:ext cx="5981100" cy="6465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chemeClr val="dk1"/>
              </a:buClr>
              <a:buSzPts val="1800"/>
              <a:buFont typeface="Arial"/>
              <a:buNone/>
            </a:pPr>
            <a:r>
              <a:rPr b="0" i="0" lang="en-US" sz="1800" u="none" cap="none" strike="noStrike">
                <a:solidFill>
                  <a:schemeClr val="lt1"/>
                </a:solidFill>
                <a:latin typeface="Times New Roman"/>
                <a:ea typeface="Times New Roman"/>
                <a:cs typeface="Times New Roman"/>
                <a:sym typeface="Times New Roman"/>
              </a:rPr>
              <a:t>Machine Learning Professional</a:t>
            </a:r>
            <a:br>
              <a:rPr b="0" i="0" lang="en-US" sz="1800" u="none" cap="none" strike="noStrike">
                <a:solidFill>
                  <a:schemeClr val="lt1"/>
                </a:solidFill>
                <a:latin typeface="Times New Roman"/>
                <a:ea typeface="Times New Roman"/>
                <a:cs typeface="Times New Roman"/>
                <a:sym typeface="Times New Roman"/>
              </a:rPr>
            </a:br>
            <a:r>
              <a:rPr b="0" i="0" lang="en-US" sz="1800" u="none" cap="none" strike="noStrike">
                <a:solidFill>
                  <a:schemeClr val="lt1"/>
                </a:solidFill>
                <a:latin typeface="Times New Roman"/>
                <a:ea typeface="Times New Roman"/>
                <a:cs typeface="Times New Roman"/>
                <a:sym typeface="Times New Roman"/>
              </a:rPr>
              <a:t>Project Presentation</a:t>
            </a:r>
            <a:endParaRPr b="0" i="0" sz="1800" u="none" cap="none" strike="noStrike">
              <a:solidFill>
                <a:schemeClr val="lt1"/>
              </a:solidFill>
              <a:latin typeface="Times New Roman"/>
              <a:ea typeface="Times New Roman"/>
              <a:cs typeface="Times New Roman"/>
              <a:sym typeface="Times New Roman"/>
            </a:endParaRPr>
          </a:p>
        </p:txBody>
      </p:sp>
      <p:pic>
        <p:nvPicPr>
          <p:cNvPr id="1921" name="Google Shape;1921;g3d1afc4545f_0_552"/>
          <p:cNvPicPr preferRelativeResize="0"/>
          <p:nvPr/>
        </p:nvPicPr>
        <p:blipFill rotWithShape="1">
          <a:blip r:embed="rId6">
            <a:alphaModFix/>
          </a:blip>
          <a:srcRect b="0" l="0" r="0" t="0"/>
          <a:stretch/>
        </p:blipFill>
        <p:spPr>
          <a:xfrm>
            <a:off x="10590875" y="6341462"/>
            <a:ext cx="1500023" cy="585000"/>
          </a:xfrm>
          <a:prstGeom prst="rect">
            <a:avLst/>
          </a:prstGeom>
          <a:noFill/>
          <a:ln>
            <a:noFill/>
          </a:ln>
        </p:spPr>
      </p:pic>
      <p:sp>
        <p:nvSpPr>
          <p:cNvPr id="1922" name="Google Shape;1922;g3d1afc4545f_0_552"/>
          <p:cNvSpPr txBox="1"/>
          <p:nvPr/>
        </p:nvSpPr>
        <p:spPr>
          <a:xfrm>
            <a:off x="-1" y="6288587"/>
            <a:ext cx="5981100" cy="6465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chemeClr val="dk1"/>
              </a:buClr>
              <a:buSzPts val="1800"/>
              <a:buFont typeface="Arial"/>
              <a:buNone/>
            </a:pPr>
            <a:r>
              <a:rPr b="0" i="0" lang="en-US" sz="1800" u="none" cap="none" strike="noStrike">
                <a:solidFill>
                  <a:schemeClr val="lt1"/>
                </a:solidFill>
                <a:latin typeface="Times New Roman"/>
                <a:ea typeface="Times New Roman"/>
                <a:cs typeface="Times New Roman"/>
                <a:sym typeface="Times New Roman"/>
              </a:rPr>
              <a:t>Machine Learning Professional</a:t>
            </a:r>
            <a:br>
              <a:rPr b="0" i="0" lang="en-US" sz="1800" u="none" cap="none" strike="noStrike">
                <a:solidFill>
                  <a:schemeClr val="lt1"/>
                </a:solidFill>
                <a:latin typeface="Times New Roman"/>
                <a:ea typeface="Times New Roman"/>
                <a:cs typeface="Times New Roman"/>
                <a:sym typeface="Times New Roman"/>
              </a:rPr>
            </a:br>
            <a:r>
              <a:rPr b="0" i="0" lang="en-US" sz="1800" u="none" cap="none" strike="noStrike">
                <a:solidFill>
                  <a:schemeClr val="lt1"/>
                </a:solidFill>
                <a:latin typeface="Times New Roman"/>
                <a:ea typeface="Times New Roman"/>
                <a:cs typeface="Times New Roman"/>
                <a:sym typeface="Times New Roman"/>
              </a:rPr>
              <a:t>Project Presentation</a:t>
            </a:r>
            <a:endParaRPr b="0" i="0" sz="1800" u="none" cap="none" strike="noStrike">
              <a:solidFill>
                <a:schemeClr val="lt1"/>
              </a:solidFill>
              <a:latin typeface="Times New Roman"/>
              <a:ea typeface="Times New Roman"/>
              <a:cs typeface="Times New Roman"/>
              <a:sym typeface="Times New Roman"/>
            </a:endParaRPr>
          </a:p>
        </p:txBody>
      </p:sp>
      <p:pic>
        <p:nvPicPr>
          <p:cNvPr id="1923" name="Google Shape;1923;g3d1afc4545f_0_552"/>
          <p:cNvPicPr preferRelativeResize="0"/>
          <p:nvPr/>
        </p:nvPicPr>
        <p:blipFill rotWithShape="1">
          <a:blip r:embed="rId6">
            <a:alphaModFix/>
          </a:blip>
          <a:srcRect b="0" l="0" r="0" t="0"/>
          <a:stretch/>
        </p:blipFill>
        <p:spPr>
          <a:xfrm>
            <a:off x="10590875" y="6330524"/>
            <a:ext cx="1500023" cy="585000"/>
          </a:xfrm>
          <a:prstGeom prst="rect">
            <a:avLst/>
          </a:prstGeom>
          <a:noFill/>
          <a:ln>
            <a:noFill/>
          </a:ln>
        </p:spPr>
      </p:pic>
      <p:sp>
        <p:nvSpPr>
          <p:cNvPr id="1924" name="Google Shape;1924;g3d1afc4545f_0_552"/>
          <p:cNvSpPr txBox="1"/>
          <p:nvPr/>
        </p:nvSpPr>
        <p:spPr>
          <a:xfrm>
            <a:off x="-1" y="6234672"/>
            <a:ext cx="5981100" cy="6465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chemeClr val="dk1"/>
              </a:buClr>
              <a:buSzPts val="1800"/>
              <a:buFont typeface="Arial"/>
              <a:buNone/>
            </a:pPr>
            <a:r>
              <a:rPr b="0" i="0" lang="en-US" sz="1800" u="none" cap="none" strike="noStrike">
                <a:solidFill>
                  <a:schemeClr val="lt1"/>
                </a:solidFill>
                <a:latin typeface="Times New Roman"/>
                <a:ea typeface="Times New Roman"/>
                <a:cs typeface="Times New Roman"/>
                <a:sym typeface="Times New Roman"/>
              </a:rPr>
              <a:t>Machine Learning Professional</a:t>
            </a:r>
            <a:br>
              <a:rPr b="0" i="0" lang="en-US" sz="1800" u="none" cap="none" strike="noStrike">
                <a:solidFill>
                  <a:schemeClr val="lt1"/>
                </a:solidFill>
                <a:latin typeface="Times New Roman"/>
                <a:ea typeface="Times New Roman"/>
                <a:cs typeface="Times New Roman"/>
                <a:sym typeface="Times New Roman"/>
              </a:rPr>
            </a:br>
            <a:r>
              <a:rPr b="0" i="0" lang="en-US" sz="1800" u="none" cap="none" strike="noStrike">
                <a:solidFill>
                  <a:schemeClr val="lt1"/>
                </a:solidFill>
                <a:latin typeface="Times New Roman"/>
                <a:ea typeface="Times New Roman"/>
                <a:cs typeface="Times New Roman"/>
                <a:sym typeface="Times New Roman"/>
              </a:rPr>
              <a:t>Project Presentation</a:t>
            </a:r>
            <a:endParaRPr b="0" i="0" sz="1800" u="none" cap="none" strike="noStrike">
              <a:solidFill>
                <a:schemeClr val="lt1"/>
              </a:solidFill>
              <a:latin typeface="Times New Roman"/>
              <a:ea typeface="Times New Roman"/>
              <a:cs typeface="Times New Roman"/>
              <a:sym typeface="Times New Roman"/>
            </a:endParaRPr>
          </a:p>
        </p:txBody>
      </p:sp>
      <p:pic>
        <p:nvPicPr>
          <p:cNvPr id="1925" name="Google Shape;1925;g3d1afc4545f_0_552"/>
          <p:cNvPicPr preferRelativeResize="0"/>
          <p:nvPr/>
        </p:nvPicPr>
        <p:blipFill rotWithShape="1">
          <a:blip r:embed="rId6">
            <a:alphaModFix/>
          </a:blip>
          <a:srcRect b="0" l="0" r="0" t="0"/>
          <a:stretch/>
        </p:blipFill>
        <p:spPr>
          <a:xfrm>
            <a:off x="10590875" y="6330524"/>
            <a:ext cx="1500023" cy="585000"/>
          </a:xfrm>
          <a:prstGeom prst="rect">
            <a:avLst/>
          </a:prstGeom>
          <a:noFill/>
          <a:ln>
            <a:noFill/>
          </a:ln>
        </p:spPr>
      </p:pic>
      <p:sp>
        <p:nvSpPr>
          <p:cNvPr id="1926" name="Google Shape;1926;g3d1afc4545f_0_552"/>
          <p:cNvSpPr txBox="1"/>
          <p:nvPr/>
        </p:nvSpPr>
        <p:spPr>
          <a:xfrm>
            <a:off x="-1" y="6234672"/>
            <a:ext cx="5981100" cy="6465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chemeClr val="dk1"/>
              </a:buClr>
              <a:buSzPts val="1800"/>
              <a:buFont typeface="Arial"/>
              <a:buNone/>
            </a:pPr>
            <a:r>
              <a:rPr b="0" i="0" lang="en-US" sz="1800" u="none" cap="none" strike="noStrike">
                <a:solidFill>
                  <a:schemeClr val="lt1"/>
                </a:solidFill>
                <a:latin typeface="Times New Roman"/>
                <a:ea typeface="Times New Roman"/>
                <a:cs typeface="Times New Roman"/>
                <a:sym typeface="Times New Roman"/>
              </a:rPr>
              <a:t>Machine Learning Professional</a:t>
            </a:r>
            <a:br>
              <a:rPr b="0" i="0" lang="en-US" sz="1800" u="none" cap="none" strike="noStrike">
                <a:solidFill>
                  <a:schemeClr val="lt1"/>
                </a:solidFill>
                <a:latin typeface="Times New Roman"/>
                <a:ea typeface="Times New Roman"/>
                <a:cs typeface="Times New Roman"/>
                <a:sym typeface="Times New Roman"/>
              </a:rPr>
            </a:br>
            <a:r>
              <a:rPr b="0" i="0" lang="en-US" sz="1800" u="none" cap="none" strike="noStrike">
                <a:solidFill>
                  <a:schemeClr val="lt1"/>
                </a:solidFill>
                <a:latin typeface="Times New Roman"/>
                <a:ea typeface="Times New Roman"/>
                <a:cs typeface="Times New Roman"/>
                <a:sym typeface="Times New Roman"/>
              </a:rPr>
              <a:t>Project Presentation</a:t>
            </a:r>
            <a:endParaRPr b="0" i="0" sz="1800" u="none" cap="none" strike="noStrike">
              <a:solidFill>
                <a:schemeClr val="lt1"/>
              </a:solidFill>
              <a:latin typeface="Times New Roman"/>
              <a:ea typeface="Times New Roman"/>
              <a:cs typeface="Times New Roman"/>
              <a:sym typeface="Times New Roman"/>
            </a:endParaRPr>
          </a:p>
        </p:txBody>
      </p:sp>
      <p:pic>
        <p:nvPicPr>
          <p:cNvPr id="1927" name="Google Shape;1927;g3d1afc4545f_0_552"/>
          <p:cNvPicPr preferRelativeResize="0"/>
          <p:nvPr/>
        </p:nvPicPr>
        <p:blipFill rotWithShape="1">
          <a:blip r:embed="rId6">
            <a:alphaModFix/>
          </a:blip>
          <a:srcRect b="0" l="0" r="0" t="0"/>
          <a:stretch/>
        </p:blipFill>
        <p:spPr>
          <a:xfrm>
            <a:off x="10590875" y="6330524"/>
            <a:ext cx="1500023" cy="585000"/>
          </a:xfrm>
          <a:prstGeom prst="rect">
            <a:avLst/>
          </a:prstGeom>
          <a:noFill/>
          <a:ln>
            <a:noFill/>
          </a:ln>
        </p:spPr>
      </p:pic>
      <p:sp>
        <p:nvSpPr>
          <p:cNvPr id="1928" name="Google Shape;1928;g3d1afc4545f_0_552"/>
          <p:cNvSpPr txBox="1"/>
          <p:nvPr/>
        </p:nvSpPr>
        <p:spPr>
          <a:xfrm>
            <a:off x="-1" y="6234672"/>
            <a:ext cx="5981100" cy="6465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chemeClr val="dk1"/>
              </a:buClr>
              <a:buSzPts val="1800"/>
              <a:buFont typeface="Arial"/>
              <a:buNone/>
            </a:pPr>
            <a:r>
              <a:rPr b="0" i="0" lang="en-US" sz="1800" u="none" cap="none" strike="noStrike">
                <a:solidFill>
                  <a:schemeClr val="lt1"/>
                </a:solidFill>
                <a:latin typeface="Times New Roman"/>
                <a:ea typeface="Times New Roman"/>
                <a:cs typeface="Times New Roman"/>
                <a:sym typeface="Times New Roman"/>
              </a:rPr>
              <a:t>Nanoelectronics - Seminar Presentation</a:t>
            </a:r>
            <a:br>
              <a:rPr b="0" i="0" lang="en-US" sz="1800" u="none" cap="none" strike="noStrike">
                <a:solidFill>
                  <a:schemeClr val="lt1"/>
                </a:solidFill>
                <a:latin typeface="Times New Roman"/>
                <a:ea typeface="Times New Roman"/>
                <a:cs typeface="Times New Roman"/>
                <a:sym typeface="Times New Roman"/>
              </a:rPr>
            </a:br>
            <a:r>
              <a:rPr b="0" i="0" lang="en-US" sz="1800" u="none" cap="none" strike="noStrike">
                <a:solidFill>
                  <a:schemeClr val="lt1"/>
                </a:solidFill>
                <a:latin typeface="Times New Roman"/>
                <a:ea typeface="Times New Roman"/>
                <a:cs typeface="Times New Roman"/>
                <a:sym typeface="Times New Roman"/>
              </a:rPr>
              <a:t>Ronit Dutta</a:t>
            </a:r>
            <a:endParaRPr b="0" i="0" sz="1800" u="none" cap="none" strike="noStrike">
              <a:solidFill>
                <a:schemeClr val="lt1"/>
              </a:solidFill>
              <a:latin typeface="Times New Roman"/>
              <a:ea typeface="Times New Roman"/>
              <a:cs typeface="Times New Roman"/>
              <a:sym typeface="Times New Roman"/>
            </a:endParaRPr>
          </a:p>
        </p:txBody>
      </p:sp>
      <p:pic>
        <p:nvPicPr>
          <p:cNvPr id="1929" name="Google Shape;1929;g3d1afc4545f_0_552"/>
          <p:cNvPicPr preferRelativeResize="0"/>
          <p:nvPr/>
        </p:nvPicPr>
        <p:blipFill rotWithShape="1">
          <a:blip r:embed="rId6">
            <a:alphaModFix/>
          </a:blip>
          <a:srcRect b="0" l="0" r="0" t="0"/>
          <a:stretch/>
        </p:blipFill>
        <p:spPr>
          <a:xfrm>
            <a:off x="10590875" y="6330524"/>
            <a:ext cx="1500023" cy="585000"/>
          </a:xfrm>
          <a:prstGeom prst="rect">
            <a:avLst/>
          </a:prstGeom>
          <a:noFill/>
          <a:ln>
            <a:noFill/>
          </a:ln>
        </p:spPr>
      </p:pic>
      <p:pic>
        <p:nvPicPr>
          <p:cNvPr id="1930" name="Google Shape;1930;g3d1afc4545f_0_552"/>
          <p:cNvPicPr preferRelativeResize="0"/>
          <p:nvPr/>
        </p:nvPicPr>
        <p:blipFill rotWithShape="1">
          <a:blip r:embed="rId4">
            <a:alphaModFix/>
          </a:blip>
          <a:srcRect b="0" l="0" r="0" t="0"/>
          <a:stretch/>
        </p:blipFill>
        <p:spPr>
          <a:xfrm>
            <a:off x="10590934" y="6330522"/>
            <a:ext cx="1499906" cy="585000"/>
          </a:xfrm>
          <a:prstGeom prst="rect">
            <a:avLst/>
          </a:prstGeom>
          <a:noFill/>
          <a:ln>
            <a:noFill/>
          </a:ln>
        </p:spPr>
      </p:pic>
      <p:sp>
        <p:nvSpPr>
          <p:cNvPr id="1931" name="Google Shape;1931;g3d1afc4545f_0_552"/>
          <p:cNvSpPr txBox="1"/>
          <p:nvPr/>
        </p:nvSpPr>
        <p:spPr>
          <a:xfrm>
            <a:off x="-1" y="6288587"/>
            <a:ext cx="5981100" cy="3693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chemeClr val="dk1"/>
              </a:buClr>
              <a:buSzPts val="1800"/>
              <a:buFont typeface="Arial"/>
              <a:buNone/>
            </a:pPr>
            <a:r>
              <a:rPr b="0" i="0" lang="en-US" sz="1800" u="none" cap="none" strike="noStrike">
                <a:solidFill>
                  <a:schemeClr val="lt1"/>
                </a:solidFill>
                <a:latin typeface="Times New Roman"/>
                <a:ea typeface="Times New Roman"/>
                <a:cs typeface="Times New Roman"/>
                <a:sym typeface="Times New Roman"/>
              </a:rPr>
              <a:t>Term Paper Presentation | Ronit Dutta</a:t>
            </a:r>
            <a:endParaRPr b="0" i="0" sz="1800" u="none" cap="none" strike="noStrike">
              <a:solidFill>
                <a:schemeClr val="lt1"/>
              </a:solidFill>
              <a:latin typeface="Times New Roman"/>
              <a:ea typeface="Times New Roman"/>
              <a:cs typeface="Times New Roman"/>
              <a:sym typeface="Times New Roman"/>
            </a:endParaRPr>
          </a:p>
        </p:txBody>
      </p:sp>
      <p:pic>
        <p:nvPicPr>
          <p:cNvPr id="1932" name="Google Shape;1932;g3d1afc4545f_0_552"/>
          <p:cNvPicPr preferRelativeResize="0"/>
          <p:nvPr/>
        </p:nvPicPr>
        <p:blipFill rotWithShape="1">
          <a:blip r:embed="rId4">
            <a:alphaModFix/>
          </a:blip>
          <a:srcRect b="0" l="0" r="0" t="0"/>
          <a:stretch/>
        </p:blipFill>
        <p:spPr>
          <a:xfrm>
            <a:off x="10590934" y="6330522"/>
            <a:ext cx="1499906" cy="585000"/>
          </a:xfrm>
          <a:prstGeom prst="rect">
            <a:avLst/>
          </a:prstGeom>
          <a:noFill/>
          <a:ln>
            <a:noFill/>
          </a:ln>
        </p:spPr>
      </p:pic>
      <p:sp>
        <p:nvSpPr>
          <p:cNvPr id="1933" name="Google Shape;1933;g3d1afc4545f_0_552"/>
          <p:cNvSpPr txBox="1"/>
          <p:nvPr/>
        </p:nvSpPr>
        <p:spPr>
          <a:xfrm>
            <a:off x="-1" y="6288587"/>
            <a:ext cx="5981100" cy="3693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chemeClr val="dk1"/>
              </a:buClr>
              <a:buSzPts val="1800"/>
              <a:buFont typeface="Arial"/>
              <a:buNone/>
            </a:pPr>
            <a:r>
              <a:rPr b="0" i="0" lang="en-US" sz="1800" u="none" cap="none" strike="noStrike">
                <a:solidFill>
                  <a:schemeClr val="lt1"/>
                </a:solidFill>
                <a:latin typeface="Times New Roman"/>
                <a:ea typeface="Times New Roman"/>
                <a:cs typeface="Times New Roman"/>
                <a:sym typeface="Times New Roman"/>
              </a:rPr>
              <a:t>Term Paper Presentation | Ronit Dutta</a:t>
            </a:r>
            <a:endParaRPr b="0" i="0" sz="1800" u="none" cap="none" strike="noStrike">
              <a:solidFill>
                <a:schemeClr val="lt1"/>
              </a:solidFill>
              <a:latin typeface="Times New Roman"/>
              <a:ea typeface="Times New Roman"/>
              <a:cs typeface="Times New Roman"/>
              <a:sym typeface="Times New Roman"/>
            </a:endParaRPr>
          </a:p>
        </p:txBody>
      </p:sp>
      <p:pic>
        <p:nvPicPr>
          <p:cNvPr id="1934" name="Google Shape;1934;g3d1afc4545f_0_552"/>
          <p:cNvPicPr preferRelativeResize="0"/>
          <p:nvPr/>
        </p:nvPicPr>
        <p:blipFill rotWithShape="1">
          <a:blip r:embed="rId4">
            <a:alphaModFix/>
          </a:blip>
          <a:srcRect b="0" l="0" r="0" t="0"/>
          <a:stretch/>
        </p:blipFill>
        <p:spPr>
          <a:xfrm>
            <a:off x="10590934" y="6330522"/>
            <a:ext cx="1499906" cy="585000"/>
          </a:xfrm>
          <a:prstGeom prst="rect">
            <a:avLst/>
          </a:prstGeom>
          <a:noFill/>
          <a:ln>
            <a:noFill/>
          </a:ln>
        </p:spPr>
      </p:pic>
      <p:sp>
        <p:nvSpPr>
          <p:cNvPr id="1935" name="Google Shape;1935;g3d1afc4545f_0_552"/>
          <p:cNvSpPr txBox="1"/>
          <p:nvPr/>
        </p:nvSpPr>
        <p:spPr>
          <a:xfrm>
            <a:off x="-1" y="6288587"/>
            <a:ext cx="5981100" cy="6465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chemeClr val="dk1"/>
              </a:buClr>
              <a:buSzPts val="1800"/>
              <a:buFont typeface="Arial"/>
              <a:buNone/>
            </a:pPr>
            <a:r>
              <a:rPr b="0" i="0" lang="en-US" sz="1800" u="none" cap="none" strike="noStrike">
                <a:solidFill>
                  <a:schemeClr val="lt1"/>
                </a:solidFill>
                <a:latin typeface="Times New Roman"/>
                <a:ea typeface="Times New Roman"/>
                <a:cs typeface="Times New Roman"/>
                <a:sym typeface="Times New Roman"/>
              </a:rPr>
              <a:t>Machine Learning Professional</a:t>
            </a:r>
            <a:br>
              <a:rPr b="0" i="0" lang="en-US" sz="1800" u="none" cap="none" strike="noStrike">
                <a:solidFill>
                  <a:schemeClr val="lt1"/>
                </a:solidFill>
                <a:latin typeface="Times New Roman"/>
                <a:ea typeface="Times New Roman"/>
                <a:cs typeface="Times New Roman"/>
                <a:sym typeface="Times New Roman"/>
              </a:rPr>
            </a:br>
            <a:r>
              <a:rPr b="0" i="0" lang="en-US" sz="1800" u="none" cap="none" strike="noStrike">
                <a:solidFill>
                  <a:schemeClr val="lt1"/>
                </a:solidFill>
                <a:latin typeface="Times New Roman"/>
                <a:ea typeface="Times New Roman"/>
                <a:cs typeface="Times New Roman"/>
                <a:sym typeface="Times New Roman"/>
              </a:rPr>
              <a:t>Project Presentation</a:t>
            </a:r>
            <a:endParaRPr b="0" i="0" sz="1800" u="none" cap="none" strike="noStrike">
              <a:solidFill>
                <a:schemeClr val="lt1"/>
              </a:solidFill>
              <a:latin typeface="Times New Roman"/>
              <a:ea typeface="Times New Roman"/>
              <a:cs typeface="Times New Roman"/>
              <a:sym typeface="Times New Roman"/>
            </a:endParaRPr>
          </a:p>
        </p:txBody>
      </p:sp>
      <p:pic>
        <p:nvPicPr>
          <p:cNvPr id="1936" name="Google Shape;1936;g3d1afc4545f_0_552"/>
          <p:cNvPicPr preferRelativeResize="0"/>
          <p:nvPr/>
        </p:nvPicPr>
        <p:blipFill rotWithShape="1">
          <a:blip r:embed="rId6">
            <a:alphaModFix/>
          </a:blip>
          <a:srcRect b="0" l="0" r="0" t="0"/>
          <a:stretch/>
        </p:blipFill>
        <p:spPr>
          <a:xfrm>
            <a:off x="10590875" y="6341462"/>
            <a:ext cx="1500023" cy="585000"/>
          </a:xfrm>
          <a:prstGeom prst="rect">
            <a:avLst/>
          </a:prstGeom>
          <a:noFill/>
          <a:ln>
            <a:noFill/>
          </a:ln>
        </p:spPr>
      </p:pic>
      <p:sp>
        <p:nvSpPr>
          <p:cNvPr id="1937" name="Google Shape;1937;g3d1afc4545f_0_552"/>
          <p:cNvSpPr txBox="1"/>
          <p:nvPr/>
        </p:nvSpPr>
        <p:spPr>
          <a:xfrm>
            <a:off x="-1" y="6288587"/>
            <a:ext cx="5981100" cy="6465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chemeClr val="dk1"/>
              </a:buClr>
              <a:buSzPts val="1800"/>
              <a:buFont typeface="Arial"/>
              <a:buNone/>
            </a:pPr>
            <a:r>
              <a:rPr b="0" i="0" lang="en-US" sz="1800" u="none" cap="none" strike="noStrike">
                <a:solidFill>
                  <a:schemeClr val="lt1"/>
                </a:solidFill>
                <a:latin typeface="Times New Roman"/>
                <a:ea typeface="Times New Roman"/>
                <a:cs typeface="Times New Roman"/>
                <a:sym typeface="Times New Roman"/>
              </a:rPr>
              <a:t>Machine Learning Professional</a:t>
            </a:r>
            <a:br>
              <a:rPr b="0" i="0" lang="en-US" sz="1800" u="none" cap="none" strike="noStrike">
                <a:solidFill>
                  <a:schemeClr val="lt1"/>
                </a:solidFill>
                <a:latin typeface="Times New Roman"/>
                <a:ea typeface="Times New Roman"/>
                <a:cs typeface="Times New Roman"/>
                <a:sym typeface="Times New Roman"/>
              </a:rPr>
            </a:br>
            <a:r>
              <a:rPr b="0" i="0" lang="en-US" sz="1800" u="none" cap="none" strike="noStrike">
                <a:solidFill>
                  <a:schemeClr val="lt1"/>
                </a:solidFill>
                <a:latin typeface="Times New Roman"/>
                <a:ea typeface="Times New Roman"/>
                <a:cs typeface="Times New Roman"/>
                <a:sym typeface="Times New Roman"/>
              </a:rPr>
              <a:t>Project Presentation</a:t>
            </a:r>
            <a:endParaRPr b="0" i="0" sz="1800" u="none" cap="none" strike="noStrike">
              <a:solidFill>
                <a:schemeClr val="lt1"/>
              </a:solidFill>
              <a:latin typeface="Times New Roman"/>
              <a:ea typeface="Times New Roman"/>
              <a:cs typeface="Times New Roman"/>
              <a:sym typeface="Times New Roman"/>
            </a:endParaRPr>
          </a:p>
        </p:txBody>
      </p:sp>
      <p:pic>
        <p:nvPicPr>
          <p:cNvPr id="1938" name="Google Shape;1938;g3d1afc4545f_0_552"/>
          <p:cNvPicPr preferRelativeResize="0"/>
          <p:nvPr/>
        </p:nvPicPr>
        <p:blipFill rotWithShape="1">
          <a:blip r:embed="rId6">
            <a:alphaModFix/>
          </a:blip>
          <a:srcRect b="0" l="0" r="0" t="0"/>
          <a:stretch/>
        </p:blipFill>
        <p:spPr>
          <a:xfrm>
            <a:off x="10590875" y="6330524"/>
            <a:ext cx="1500023" cy="585000"/>
          </a:xfrm>
          <a:prstGeom prst="rect">
            <a:avLst/>
          </a:prstGeom>
          <a:noFill/>
          <a:ln>
            <a:noFill/>
          </a:ln>
        </p:spPr>
      </p:pic>
      <p:sp>
        <p:nvSpPr>
          <p:cNvPr id="1939" name="Google Shape;1939;g3d1afc4545f_0_552"/>
          <p:cNvSpPr txBox="1"/>
          <p:nvPr/>
        </p:nvSpPr>
        <p:spPr>
          <a:xfrm>
            <a:off x="-1" y="6234672"/>
            <a:ext cx="5981100" cy="6465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chemeClr val="dk1"/>
              </a:buClr>
              <a:buSzPts val="1800"/>
              <a:buFont typeface="Arial"/>
              <a:buNone/>
            </a:pPr>
            <a:r>
              <a:rPr b="0" i="0" lang="en-US" sz="1800" u="none" cap="none" strike="noStrike">
                <a:solidFill>
                  <a:schemeClr val="lt1"/>
                </a:solidFill>
                <a:latin typeface="Times New Roman"/>
                <a:ea typeface="Times New Roman"/>
                <a:cs typeface="Times New Roman"/>
                <a:sym typeface="Times New Roman"/>
              </a:rPr>
              <a:t>Machine Learning Professional</a:t>
            </a:r>
            <a:br>
              <a:rPr b="0" i="0" lang="en-US" sz="1800" u="none" cap="none" strike="noStrike">
                <a:solidFill>
                  <a:schemeClr val="lt1"/>
                </a:solidFill>
                <a:latin typeface="Times New Roman"/>
                <a:ea typeface="Times New Roman"/>
                <a:cs typeface="Times New Roman"/>
                <a:sym typeface="Times New Roman"/>
              </a:rPr>
            </a:br>
            <a:r>
              <a:rPr b="0" i="0" lang="en-US" sz="1800" u="none" cap="none" strike="noStrike">
                <a:solidFill>
                  <a:schemeClr val="lt1"/>
                </a:solidFill>
                <a:latin typeface="Times New Roman"/>
                <a:ea typeface="Times New Roman"/>
                <a:cs typeface="Times New Roman"/>
                <a:sym typeface="Times New Roman"/>
              </a:rPr>
              <a:t>Project Presentation</a:t>
            </a:r>
            <a:endParaRPr b="0" i="0" sz="1800" u="none" cap="none" strike="noStrike">
              <a:solidFill>
                <a:schemeClr val="lt1"/>
              </a:solidFill>
              <a:latin typeface="Times New Roman"/>
              <a:ea typeface="Times New Roman"/>
              <a:cs typeface="Times New Roman"/>
              <a:sym typeface="Times New Roman"/>
            </a:endParaRPr>
          </a:p>
        </p:txBody>
      </p:sp>
      <p:pic>
        <p:nvPicPr>
          <p:cNvPr id="1940" name="Google Shape;1940;g3d1afc4545f_0_552"/>
          <p:cNvPicPr preferRelativeResize="0"/>
          <p:nvPr/>
        </p:nvPicPr>
        <p:blipFill rotWithShape="1">
          <a:blip r:embed="rId6">
            <a:alphaModFix/>
          </a:blip>
          <a:srcRect b="0" l="0" r="0" t="0"/>
          <a:stretch/>
        </p:blipFill>
        <p:spPr>
          <a:xfrm>
            <a:off x="10590875" y="6330524"/>
            <a:ext cx="1500023" cy="585000"/>
          </a:xfrm>
          <a:prstGeom prst="rect">
            <a:avLst/>
          </a:prstGeom>
          <a:noFill/>
          <a:ln>
            <a:noFill/>
          </a:ln>
        </p:spPr>
      </p:pic>
      <p:sp>
        <p:nvSpPr>
          <p:cNvPr id="1941" name="Google Shape;1941;g3d1afc4545f_0_552"/>
          <p:cNvSpPr txBox="1"/>
          <p:nvPr/>
        </p:nvSpPr>
        <p:spPr>
          <a:xfrm>
            <a:off x="-1" y="6234672"/>
            <a:ext cx="5981100" cy="6465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chemeClr val="dk1"/>
              </a:buClr>
              <a:buSzPts val="1800"/>
              <a:buFont typeface="Arial"/>
              <a:buNone/>
            </a:pPr>
            <a:r>
              <a:rPr b="0" i="0" lang="en-US" sz="1800" u="none" cap="none" strike="noStrike">
                <a:solidFill>
                  <a:schemeClr val="lt1"/>
                </a:solidFill>
                <a:latin typeface="Times New Roman"/>
                <a:ea typeface="Times New Roman"/>
                <a:cs typeface="Times New Roman"/>
                <a:sym typeface="Times New Roman"/>
              </a:rPr>
              <a:t>Machine Learning Professional</a:t>
            </a:r>
            <a:br>
              <a:rPr b="0" i="0" lang="en-US" sz="1800" u="none" cap="none" strike="noStrike">
                <a:solidFill>
                  <a:schemeClr val="lt1"/>
                </a:solidFill>
                <a:latin typeface="Times New Roman"/>
                <a:ea typeface="Times New Roman"/>
                <a:cs typeface="Times New Roman"/>
                <a:sym typeface="Times New Roman"/>
              </a:rPr>
            </a:br>
            <a:r>
              <a:rPr b="0" i="0" lang="en-US" sz="1800" u="none" cap="none" strike="noStrike">
                <a:solidFill>
                  <a:schemeClr val="lt1"/>
                </a:solidFill>
                <a:latin typeface="Times New Roman"/>
                <a:ea typeface="Times New Roman"/>
                <a:cs typeface="Times New Roman"/>
                <a:sym typeface="Times New Roman"/>
              </a:rPr>
              <a:t>Project Presentation</a:t>
            </a:r>
            <a:endParaRPr b="0" i="0" sz="1800" u="none" cap="none" strike="noStrike">
              <a:solidFill>
                <a:schemeClr val="lt1"/>
              </a:solidFill>
              <a:latin typeface="Times New Roman"/>
              <a:ea typeface="Times New Roman"/>
              <a:cs typeface="Times New Roman"/>
              <a:sym typeface="Times New Roman"/>
            </a:endParaRPr>
          </a:p>
        </p:txBody>
      </p:sp>
      <p:pic>
        <p:nvPicPr>
          <p:cNvPr id="1942" name="Google Shape;1942;g3d1afc4545f_0_552"/>
          <p:cNvPicPr preferRelativeResize="0"/>
          <p:nvPr/>
        </p:nvPicPr>
        <p:blipFill rotWithShape="1">
          <a:blip r:embed="rId6">
            <a:alphaModFix/>
          </a:blip>
          <a:srcRect b="0" l="0" r="0" t="0"/>
          <a:stretch/>
        </p:blipFill>
        <p:spPr>
          <a:xfrm>
            <a:off x="10590875" y="6330524"/>
            <a:ext cx="1500023" cy="585000"/>
          </a:xfrm>
          <a:prstGeom prst="rect">
            <a:avLst/>
          </a:prstGeom>
          <a:noFill/>
          <a:ln>
            <a:noFill/>
          </a:ln>
        </p:spPr>
      </p:pic>
      <p:sp>
        <p:nvSpPr>
          <p:cNvPr id="1943" name="Google Shape;1943;g3d1afc4545f_0_552"/>
          <p:cNvSpPr txBox="1"/>
          <p:nvPr/>
        </p:nvSpPr>
        <p:spPr>
          <a:xfrm>
            <a:off x="-1" y="6234672"/>
            <a:ext cx="5981100" cy="6465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chemeClr val="dk1"/>
              </a:buClr>
              <a:buSzPts val="1800"/>
              <a:buFont typeface="Arial"/>
              <a:buNone/>
            </a:pPr>
            <a:r>
              <a:rPr b="0" i="0" lang="en-US" sz="1800" u="none" cap="none" strike="noStrike">
                <a:solidFill>
                  <a:schemeClr val="lt1"/>
                </a:solidFill>
                <a:latin typeface="Times New Roman"/>
                <a:ea typeface="Times New Roman"/>
                <a:cs typeface="Times New Roman"/>
                <a:sym typeface="Times New Roman"/>
              </a:rPr>
              <a:t>Nanoelectronics - Seminar Presentation</a:t>
            </a:r>
            <a:br>
              <a:rPr b="0" i="0" lang="en-US" sz="1800" u="none" cap="none" strike="noStrike">
                <a:solidFill>
                  <a:schemeClr val="lt1"/>
                </a:solidFill>
                <a:latin typeface="Times New Roman"/>
                <a:ea typeface="Times New Roman"/>
                <a:cs typeface="Times New Roman"/>
                <a:sym typeface="Times New Roman"/>
              </a:rPr>
            </a:br>
            <a:r>
              <a:rPr b="0" i="0" lang="en-US" sz="1800" u="none" cap="none" strike="noStrike">
                <a:solidFill>
                  <a:schemeClr val="lt1"/>
                </a:solidFill>
                <a:latin typeface="Times New Roman"/>
                <a:ea typeface="Times New Roman"/>
                <a:cs typeface="Times New Roman"/>
                <a:sym typeface="Times New Roman"/>
              </a:rPr>
              <a:t>Ronit Dutta</a:t>
            </a:r>
            <a:endParaRPr b="0" i="0" sz="1800" u="none" cap="none" strike="noStrike">
              <a:solidFill>
                <a:schemeClr val="lt1"/>
              </a:solidFill>
              <a:latin typeface="Times New Roman"/>
              <a:ea typeface="Times New Roman"/>
              <a:cs typeface="Times New Roman"/>
              <a:sym typeface="Times New Roman"/>
            </a:endParaRPr>
          </a:p>
        </p:txBody>
      </p:sp>
      <p:pic>
        <p:nvPicPr>
          <p:cNvPr id="1944" name="Google Shape;1944;g3d1afc4545f_0_552"/>
          <p:cNvPicPr preferRelativeResize="0"/>
          <p:nvPr/>
        </p:nvPicPr>
        <p:blipFill rotWithShape="1">
          <a:blip r:embed="rId6">
            <a:alphaModFix/>
          </a:blip>
          <a:srcRect b="0" l="0" r="0" t="0"/>
          <a:stretch/>
        </p:blipFill>
        <p:spPr>
          <a:xfrm>
            <a:off x="10590875" y="6330524"/>
            <a:ext cx="1500023" cy="585000"/>
          </a:xfrm>
          <a:prstGeom prst="rect">
            <a:avLst/>
          </a:prstGeom>
          <a:noFill/>
          <a:ln>
            <a:noFill/>
          </a:ln>
        </p:spPr>
      </p:pic>
      <p:pic>
        <p:nvPicPr>
          <p:cNvPr id="1945" name="Google Shape;1945;g3d1afc4545f_0_552"/>
          <p:cNvPicPr preferRelativeResize="0"/>
          <p:nvPr/>
        </p:nvPicPr>
        <p:blipFill rotWithShape="1">
          <a:blip r:embed="rId9">
            <a:alphaModFix/>
          </a:blip>
          <a:srcRect b="0" l="0" r="0" t="0"/>
          <a:stretch/>
        </p:blipFill>
        <p:spPr>
          <a:xfrm>
            <a:off x="0" y="6234674"/>
            <a:ext cx="12192000" cy="1165875"/>
          </a:xfrm>
          <a:prstGeom prst="rect">
            <a:avLst/>
          </a:prstGeom>
          <a:noFill/>
          <a:ln>
            <a:noFill/>
          </a:ln>
        </p:spPr>
      </p:pic>
      <p:sp>
        <p:nvSpPr>
          <p:cNvPr id="1946" name="Google Shape;1946;g3d1afc4545f_0_552"/>
          <p:cNvSpPr txBox="1"/>
          <p:nvPr/>
        </p:nvSpPr>
        <p:spPr>
          <a:xfrm>
            <a:off x="-1" y="6310697"/>
            <a:ext cx="5981100" cy="6465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chemeClr val="dk1"/>
              </a:buClr>
              <a:buSzPts val="1800"/>
              <a:buFont typeface="Arial"/>
              <a:buNone/>
            </a:pPr>
            <a:r>
              <a:rPr lang="en-US" sz="1800">
                <a:solidFill>
                  <a:schemeClr val="lt1"/>
                </a:solidFill>
                <a:latin typeface="Times New Roman"/>
                <a:ea typeface="Times New Roman"/>
                <a:cs typeface="Times New Roman"/>
                <a:sym typeface="Times New Roman"/>
              </a:rPr>
              <a:t>Applied Mathematics for Engineering [MIDTERM PROJECT]</a:t>
            </a:r>
            <a:br>
              <a:rPr b="0" i="0" lang="en-US" sz="1800" u="none" cap="none" strike="noStrike">
                <a:solidFill>
                  <a:schemeClr val="lt1"/>
                </a:solidFill>
                <a:latin typeface="Times New Roman"/>
                <a:ea typeface="Times New Roman"/>
                <a:cs typeface="Times New Roman"/>
                <a:sym typeface="Times New Roman"/>
              </a:rPr>
            </a:br>
            <a:r>
              <a:rPr b="0" i="0" lang="en-US" sz="1800" u="none" cap="none" strike="noStrike">
                <a:solidFill>
                  <a:schemeClr val="lt1"/>
                </a:solidFill>
                <a:latin typeface="Times New Roman"/>
                <a:ea typeface="Times New Roman"/>
                <a:cs typeface="Times New Roman"/>
                <a:sym typeface="Times New Roman"/>
              </a:rPr>
              <a:t>Ronit Dutta</a:t>
            </a:r>
            <a:endParaRPr b="0" i="0" sz="1800" u="none" cap="none" strike="noStrike">
              <a:solidFill>
                <a:schemeClr val="lt1"/>
              </a:solidFill>
              <a:latin typeface="Times New Roman"/>
              <a:ea typeface="Times New Roman"/>
              <a:cs typeface="Times New Roman"/>
              <a:sym typeface="Times New Roman"/>
            </a:endParaRPr>
          </a:p>
        </p:txBody>
      </p:sp>
      <p:pic>
        <p:nvPicPr>
          <p:cNvPr id="1947" name="Google Shape;1947;g3d1afc4545f_0_552"/>
          <p:cNvPicPr preferRelativeResize="0"/>
          <p:nvPr/>
        </p:nvPicPr>
        <p:blipFill rotWithShape="1">
          <a:blip r:embed="rId6">
            <a:alphaModFix/>
          </a:blip>
          <a:srcRect b="0" l="0" r="0" t="0"/>
          <a:stretch/>
        </p:blipFill>
        <p:spPr>
          <a:xfrm>
            <a:off x="10579375" y="6341449"/>
            <a:ext cx="1500023" cy="585000"/>
          </a:xfrm>
          <a:prstGeom prst="rect">
            <a:avLst/>
          </a:prstGeom>
          <a:noFill/>
          <a:ln>
            <a:noFill/>
          </a:ln>
        </p:spPr>
      </p:pic>
      <p:pic>
        <p:nvPicPr>
          <p:cNvPr id="1948" name="Google Shape;1948;g3d1afc4545f_0_552"/>
          <p:cNvPicPr preferRelativeResize="0"/>
          <p:nvPr/>
        </p:nvPicPr>
        <p:blipFill rotWithShape="1">
          <a:blip r:embed="rId9">
            <a:alphaModFix/>
          </a:blip>
          <a:srcRect b="0" l="0" r="0" t="0"/>
          <a:stretch/>
        </p:blipFill>
        <p:spPr>
          <a:xfrm>
            <a:off x="0" y="6330524"/>
            <a:ext cx="12192000" cy="1165875"/>
          </a:xfrm>
          <a:prstGeom prst="rect">
            <a:avLst/>
          </a:prstGeom>
          <a:noFill/>
          <a:ln>
            <a:noFill/>
          </a:ln>
        </p:spPr>
      </p:pic>
      <p:sp>
        <p:nvSpPr>
          <p:cNvPr id="1949" name="Google Shape;1949;g3d1afc4545f_0_552"/>
          <p:cNvSpPr txBox="1"/>
          <p:nvPr/>
        </p:nvSpPr>
        <p:spPr>
          <a:xfrm>
            <a:off x="-1" y="6445547"/>
            <a:ext cx="5981100" cy="6465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chemeClr val="dk1"/>
              </a:buClr>
              <a:buSzPts val="1800"/>
              <a:buFont typeface="Arial"/>
              <a:buNone/>
            </a:pPr>
            <a:r>
              <a:rPr lang="en-US" sz="1800">
                <a:solidFill>
                  <a:schemeClr val="lt1"/>
                </a:solidFill>
                <a:latin typeface="Times New Roman"/>
                <a:ea typeface="Times New Roman"/>
                <a:cs typeface="Times New Roman"/>
                <a:sym typeface="Times New Roman"/>
              </a:rPr>
              <a:t>Applied Mathematics for Engineering [MIDTERM PROJECT]</a:t>
            </a:r>
            <a:br>
              <a:rPr b="0" i="0" lang="en-US" sz="1800" u="none" cap="none" strike="noStrike">
                <a:solidFill>
                  <a:schemeClr val="lt1"/>
                </a:solidFill>
                <a:latin typeface="Times New Roman"/>
                <a:ea typeface="Times New Roman"/>
                <a:cs typeface="Times New Roman"/>
                <a:sym typeface="Times New Roman"/>
              </a:rPr>
            </a:br>
            <a:r>
              <a:rPr b="0" i="0" lang="en-US" sz="1800" u="none" cap="none" strike="noStrike">
                <a:solidFill>
                  <a:schemeClr val="lt1"/>
                </a:solidFill>
                <a:latin typeface="Times New Roman"/>
                <a:ea typeface="Times New Roman"/>
                <a:cs typeface="Times New Roman"/>
                <a:sym typeface="Times New Roman"/>
              </a:rPr>
              <a:t>Ronit Dutta</a:t>
            </a:r>
            <a:endParaRPr b="0" i="0" sz="1800" u="none" cap="none" strike="noStrike">
              <a:solidFill>
                <a:schemeClr val="lt1"/>
              </a:solidFill>
              <a:latin typeface="Times New Roman"/>
              <a:ea typeface="Times New Roman"/>
              <a:cs typeface="Times New Roman"/>
              <a:sym typeface="Times New Roman"/>
            </a:endParaRPr>
          </a:p>
        </p:txBody>
      </p:sp>
      <p:pic>
        <p:nvPicPr>
          <p:cNvPr id="1950" name="Google Shape;1950;g3d1afc4545f_0_552"/>
          <p:cNvPicPr preferRelativeResize="0"/>
          <p:nvPr/>
        </p:nvPicPr>
        <p:blipFill rotWithShape="1">
          <a:blip r:embed="rId6">
            <a:alphaModFix/>
          </a:blip>
          <a:srcRect b="0" l="0" r="0" t="0"/>
          <a:stretch/>
        </p:blipFill>
        <p:spPr>
          <a:xfrm>
            <a:off x="10579375" y="6476299"/>
            <a:ext cx="1500023" cy="585000"/>
          </a:xfrm>
          <a:prstGeom prst="rect">
            <a:avLst/>
          </a:prstGeom>
          <a:noFill/>
          <a:ln>
            <a:noFill/>
          </a:ln>
        </p:spPr>
      </p:pic>
      <p:pic>
        <p:nvPicPr>
          <p:cNvPr id="1951" name="Google Shape;1951;g3d1afc4545f_0_552"/>
          <p:cNvPicPr preferRelativeResize="0"/>
          <p:nvPr/>
        </p:nvPicPr>
        <p:blipFill rotWithShape="1">
          <a:blip r:embed="rId4">
            <a:alphaModFix/>
          </a:blip>
          <a:srcRect b="0" l="0" r="0" t="0"/>
          <a:stretch/>
        </p:blipFill>
        <p:spPr>
          <a:xfrm>
            <a:off x="10590934" y="6330522"/>
            <a:ext cx="1499906" cy="585000"/>
          </a:xfrm>
          <a:prstGeom prst="rect">
            <a:avLst/>
          </a:prstGeom>
          <a:noFill/>
          <a:ln>
            <a:noFill/>
          </a:ln>
        </p:spPr>
      </p:pic>
      <p:sp>
        <p:nvSpPr>
          <p:cNvPr id="1952" name="Google Shape;1952;g3d1afc4545f_0_552"/>
          <p:cNvSpPr txBox="1"/>
          <p:nvPr/>
        </p:nvSpPr>
        <p:spPr>
          <a:xfrm>
            <a:off x="-1" y="6288587"/>
            <a:ext cx="5981100" cy="3693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chemeClr val="dk1"/>
              </a:buClr>
              <a:buSzPts val="1800"/>
              <a:buFont typeface="Arial"/>
              <a:buNone/>
            </a:pPr>
            <a:r>
              <a:rPr b="0" i="0" lang="en-US" sz="1800" u="none" cap="none" strike="noStrike">
                <a:solidFill>
                  <a:schemeClr val="lt1"/>
                </a:solidFill>
                <a:latin typeface="Times New Roman"/>
                <a:ea typeface="Times New Roman"/>
                <a:cs typeface="Times New Roman"/>
                <a:sym typeface="Times New Roman"/>
              </a:rPr>
              <a:t>Term Paper Presentation | Ronit Dutta</a:t>
            </a:r>
            <a:endParaRPr b="0" i="0" sz="1800" u="none" cap="none" strike="noStrike">
              <a:solidFill>
                <a:schemeClr val="lt1"/>
              </a:solidFill>
              <a:latin typeface="Times New Roman"/>
              <a:ea typeface="Times New Roman"/>
              <a:cs typeface="Times New Roman"/>
              <a:sym typeface="Times New Roman"/>
            </a:endParaRPr>
          </a:p>
        </p:txBody>
      </p:sp>
      <p:pic>
        <p:nvPicPr>
          <p:cNvPr id="1953" name="Google Shape;1953;g3d1afc4545f_0_552"/>
          <p:cNvPicPr preferRelativeResize="0"/>
          <p:nvPr/>
        </p:nvPicPr>
        <p:blipFill rotWithShape="1">
          <a:blip r:embed="rId4">
            <a:alphaModFix/>
          </a:blip>
          <a:srcRect b="0" l="0" r="0" t="0"/>
          <a:stretch/>
        </p:blipFill>
        <p:spPr>
          <a:xfrm>
            <a:off x="10590934" y="6330522"/>
            <a:ext cx="1499906" cy="585000"/>
          </a:xfrm>
          <a:prstGeom prst="rect">
            <a:avLst/>
          </a:prstGeom>
          <a:noFill/>
          <a:ln>
            <a:noFill/>
          </a:ln>
        </p:spPr>
      </p:pic>
      <p:sp>
        <p:nvSpPr>
          <p:cNvPr id="1954" name="Google Shape;1954;g3d1afc4545f_0_552"/>
          <p:cNvSpPr txBox="1"/>
          <p:nvPr/>
        </p:nvSpPr>
        <p:spPr>
          <a:xfrm>
            <a:off x="-1" y="6288587"/>
            <a:ext cx="5981100" cy="3693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chemeClr val="dk1"/>
              </a:buClr>
              <a:buSzPts val="1800"/>
              <a:buFont typeface="Arial"/>
              <a:buNone/>
            </a:pPr>
            <a:r>
              <a:rPr b="0" i="0" lang="en-US" sz="1800" u="none" cap="none" strike="noStrike">
                <a:solidFill>
                  <a:schemeClr val="lt1"/>
                </a:solidFill>
                <a:latin typeface="Times New Roman"/>
                <a:ea typeface="Times New Roman"/>
                <a:cs typeface="Times New Roman"/>
                <a:sym typeface="Times New Roman"/>
              </a:rPr>
              <a:t>Term Paper Presentation | Ronit Dutta</a:t>
            </a:r>
            <a:endParaRPr b="0" i="0" sz="1800" u="none" cap="none" strike="noStrike">
              <a:solidFill>
                <a:schemeClr val="lt1"/>
              </a:solidFill>
              <a:latin typeface="Times New Roman"/>
              <a:ea typeface="Times New Roman"/>
              <a:cs typeface="Times New Roman"/>
              <a:sym typeface="Times New Roman"/>
            </a:endParaRPr>
          </a:p>
        </p:txBody>
      </p:sp>
      <p:pic>
        <p:nvPicPr>
          <p:cNvPr id="1955" name="Google Shape;1955;g3d1afc4545f_0_552"/>
          <p:cNvPicPr preferRelativeResize="0"/>
          <p:nvPr/>
        </p:nvPicPr>
        <p:blipFill rotWithShape="1">
          <a:blip r:embed="rId4">
            <a:alphaModFix/>
          </a:blip>
          <a:srcRect b="0" l="0" r="0" t="0"/>
          <a:stretch/>
        </p:blipFill>
        <p:spPr>
          <a:xfrm>
            <a:off x="10590934" y="6330522"/>
            <a:ext cx="1499906" cy="585000"/>
          </a:xfrm>
          <a:prstGeom prst="rect">
            <a:avLst/>
          </a:prstGeom>
          <a:noFill/>
          <a:ln>
            <a:noFill/>
          </a:ln>
        </p:spPr>
      </p:pic>
      <p:sp>
        <p:nvSpPr>
          <p:cNvPr id="1956" name="Google Shape;1956;g3d1afc4545f_0_552"/>
          <p:cNvSpPr txBox="1"/>
          <p:nvPr/>
        </p:nvSpPr>
        <p:spPr>
          <a:xfrm>
            <a:off x="-1" y="6288587"/>
            <a:ext cx="5981100" cy="6465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chemeClr val="dk1"/>
              </a:buClr>
              <a:buSzPts val="1800"/>
              <a:buFont typeface="Arial"/>
              <a:buNone/>
            </a:pPr>
            <a:r>
              <a:rPr b="0" i="0" lang="en-US" sz="1800" u="none" cap="none" strike="noStrike">
                <a:solidFill>
                  <a:schemeClr val="lt1"/>
                </a:solidFill>
                <a:latin typeface="Times New Roman"/>
                <a:ea typeface="Times New Roman"/>
                <a:cs typeface="Times New Roman"/>
                <a:sym typeface="Times New Roman"/>
              </a:rPr>
              <a:t>Machine Learning Professional</a:t>
            </a:r>
            <a:br>
              <a:rPr b="0" i="0" lang="en-US" sz="1800" u="none" cap="none" strike="noStrike">
                <a:solidFill>
                  <a:schemeClr val="lt1"/>
                </a:solidFill>
                <a:latin typeface="Times New Roman"/>
                <a:ea typeface="Times New Roman"/>
                <a:cs typeface="Times New Roman"/>
                <a:sym typeface="Times New Roman"/>
              </a:rPr>
            </a:br>
            <a:r>
              <a:rPr b="0" i="0" lang="en-US" sz="1800" u="none" cap="none" strike="noStrike">
                <a:solidFill>
                  <a:schemeClr val="lt1"/>
                </a:solidFill>
                <a:latin typeface="Times New Roman"/>
                <a:ea typeface="Times New Roman"/>
                <a:cs typeface="Times New Roman"/>
                <a:sym typeface="Times New Roman"/>
              </a:rPr>
              <a:t>Project Presentation</a:t>
            </a:r>
            <a:endParaRPr b="0" i="0" sz="1800" u="none" cap="none" strike="noStrike">
              <a:solidFill>
                <a:schemeClr val="lt1"/>
              </a:solidFill>
              <a:latin typeface="Times New Roman"/>
              <a:ea typeface="Times New Roman"/>
              <a:cs typeface="Times New Roman"/>
              <a:sym typeface="Times New Roman"/>
            </a:endParaRPr>
          </a:p>
        </p:txBody>
      </p:sp>
      <p:pic>
        <p:nvPicPr>
          <p:cNvPr id="1957" name="Google Shape;1957;g3d1afc4545f_0_552"/>
          <p:cNvPicPr preferRelativeResize="0"/>
          <p:nvPr/>
        </p:nvPicPr>
        <p:blipFill rotWithShape="1">
          <a:blip r:embed="rId6">
            <a:alphaModFix/>
          </a:blip>
          <a:srcRect b="0" l="0" r="0" t="0"/>
          <a:stretch/>
        </p:blipFill>
        <p:spPr>
          <a:xfrm>
            <a:off x="10590875" y="6341462"/>
            <a:ext cx="1500023" cy="585000"/>
          </a:xfrm>
          <a:prstGeom prst="rect">
            <a:avLst/>
          </a:prstGeom>
          <a:noFill/>
          <a:ln>
            <a:noFill/>
          </a:ln>
        </p:spPr>
      </p:pic>
      <p:sp>
        <p:nvSpPr>
          <p:cNvPr id="1958" name="Google Shape;1958;g3d1afc4545f_0_552"/>
          <p:cNvSpPr txBox="1"/>
          <p:nvPr/>
        </p:nvSpPr>
        <p:spPr>
          <a:xfrm>
            <a:off x="-1" y="6288587"/>
            <a:ext cx="5981100" cy="6465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chemeClr val="dk1"/>
              </a:buClr>
              <a:buSzPts val="1800"/>
              <a:buFont typeface="Arial"/>
              <a:buNone/>
            </a:pPr>
            <a:r>
              <a:rPr b="0" i="0" lang="en-US" sz="1800" u="none" cap="none" strike="noStrike">
                <a:solidFill>
                  <a:schemeClr val="lt1"/>
                </a:solidFill>
                <a:latin typeface="Times New Roman"/>
                <a:ea typeface="Times New Roman"/>
                <a:cs typeface="Times New Roman"/>
                <a:sym typeface="Times New Roman"/>
              </a:rPr>
              <a:t>Machine Learning Professional</a:t>
            </a:r>
            <a:br>
              <a:rPr b="0" i="0" lang="en-US" sz="1800" u="none" cap="none" strike="noStrike">
                <a:solidFill>
                  <a:schemeClr val="lt1"/>
                </a:solidFill>
                <a:latin typeface="Times New Roman"/>
                <a:ea typeface="Times New Roman"/>
                <a:cs typeface="Times New Roman"/>
                <a:sym typeface="Times New Roman"/>
              </a:rPr>
            </a:br>
            <a:r>
              <a:rPr b="0" i="0" lang="en-US" sz="1800" u="none" cap="none" strike="noStrike">
                <a:solidFill>
                  <a:schemeClr val="lt1"/>
                </a:solidFill>
                <a:latin typeface="Times New Roman"/>
                <a:ea typeface="Times New Roman"/>
                <a:cs typeface="Times New Roman"/>
                <a:sym typeface="Times New Roman"/>
              </a:rPr>
              <a:t>Project Presentation</a:t>
            </a:r>
            <a:endParaRPr b="0" i="0" sz="1800" u="none" cap="none" strike="noStrike">
              <a:solidFill>
                <a:schemeClr val="lt1"/>
              </a:solidFill>
              <a:latin typeface="Times New Roman"/>
              <a:ea typeface="Times New Roman"/>
              <a:cs typeface="Times New Roman"/>
              <a:sym typeface="Times New Roman"/>
            </a:endParaRPr>
          </a:p>
        </p:txBody>
      </p:sp>
      <p:pic>
        <p:nvPicPr>
          <p:cNvPr id="1959" name="Google Shape;1959;g3d1afc4545f_0_552"/>
          <p:cNvPicPr preferRelativeResize="0"/>
          <p:nvPr/>
        </p:nvPicPr>
        <p:blipFill rotWithShape="1">
          <a:blip r:embed="rId6">
            <a:alphaModFix/>
          </a:blip>
          <a:srcRect b="0" l="0" r="0" t="0"/>
          <a:stretch/>
        </p:blipFill>
        <p:spPr>
          <a:xfrm>
            <a:off x="10590875" y="6330524"/>
            <a:ext cx="1500023" cy="585000"/>
          </a:xfrm>
          <a:prstGeom prst="rect">
            <a:avLst/>
          </a:prstGeom>
          <a:noFill/>
          <a:ln>
            <a:noFill/>
          </a:ln>
        </p:spPr>
      </p:pic>
      <p:sp>
        <p:nvSpPr>
          <p:cNvPr id="1960" name="Google Shape;1960;g3d1afc4545f_0_552"/>
          <p:cNvSpPr txBox="1"/>
          <p:nvPr/>
        </p:nvSpPr>
        <p:spPr>
          <a:xfrm>
            <a:off x="-1" y="6234672"/>
            <a:ext cx="5981100" cy="6465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chemeClr val="dk1"/>
              </a:buClr>
              <a:buSzPts val="1800"/>
              <a:buFont typeface="Arial"/>
              <a:buNone/>
            </a:pPr>
            <a:r>
              <a:rPr b="0" i="0" lang="en-US" sz="1800" u="none" cap="none" strike="noStrike">
                <a:solidFill>
                  <a:schemeClr val="lt1"/>
                </a:solidFill>
                <a:latin typeface="Times New Roman"/>
                <a:ea typeface="Times New Roman"/>
                <a:cs typeface="Times New Roman"/>
                <a:sym typeface="Times New Roman"/>
              </a:rPr>
              <a:t>Machine Learning Professional</a:t>
            </a:r>
            <a:br>
              <a:rPr b="0" i="0" lang="en-US" sz="1800" u="none" cap="none" strike="noStrike">
                <a:solidFill>
                  <a:schemeClr val="lt1"/>
                </a:solidFill>
                <a:latin typeface="Times New Roman"/>
                <a:ea typeface="Times New Roman"/>
                <a:cs typeface="Times New Roman"/>
                <a:sym typeface="Times New Roman"/>
              </a:rPr>
            </a:br>
            <a:r>
              <a:rPr b="0" i="0" lang="en-US" sz="1800" u="none" cap="none" strike="noStrike">
                <a:solidFill>
                  <a:schemeClr val="lt1"/>
                </a:solidFill>
                <a:latin typeface="Times New Roman"/>
                <a:ea typeface="Times New Roman"/>
                <a:cs typeface="Times New Roman"/>
                <a:sym typeface="Times New Roman"/>
              </a:rPr>
              <a:t>Project Presentation</a:t>
            </a:r>
            <a:endParaRPr b="0" i="0" sz="1800" u="none" cap="none" strike="noStrike">
              <a:solidFill>
                <a:schemeClr val="lt1"/>
              </a:solidFill>
              <a:latin typeface="Times New Roman"/>
              <a:ea typeface="Times New Roman"/>
              <a:cs typeface="Times New Roman"/>
              <a:sym typeface="Times New Roman"/>
            </a:endParaRPr>
          </a:p>
        </p:txBody>
      </p:sp>
      <p:pic>
        <p:nvPicPr>
          <p:cNvPr id="1961" name="Google Shape;1961;g3d1afc4545f_0_552"/>
          <p:cNvPicPr preferRelativeResize="0"/>
          <p:nvPr/>
        </p:nvPicPr>
        <p:blipFill rotWithShape="1">
          <a:blip r:embed="rId6">
            <a:alphaModFix/>
          </a:blip>
          <a:srcRect b="0" l="0" r="0" t="0"/>
          <a:stretch/>
        </p:blipFill>
        <p:spPr>
          <a:xfrm>
            <a:off x="10590875" y="6330524"/>
            <a:ext cx="1500023" cy="585000"/>
          </a:xfrm>
          <a:prstGeom prst="rect">
            <a:avLst/>
          </a:prstGeom>
          <a:noFill/>
          <a:ln>
            <a:noFill/>
          </a:ln>
        </p:spPr>
      </p:pic>
      <p:sp>
        <p:nvSpPr>
          <p:cNvPr id="1962" name="Google Shape;1962;g3d1afc4545f_0_552"/>
          <p:cNvSpPr txBox="1"/>
          <p:nvPr/>
        </p:nvSpPr>
        <p:spPr>
          <a:xfrm>
            <a:off x="-1" y="6234672"/>
            <a:ext cx="5981100" cy="6465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chemeClr val="dk1"/>
              </a:buClr>
              <a:buSzPts val="1800"/>
              <a:buFont typeface="Arial"/>
              <a:buNone/>
            </a:pPr>
            <a:r>
              <a:rPr b="0" i="0" lang="en-US" sz="1800" u="none" cap="none" strike="noStrike">
                <a:solidFill>
                  <a:schemeClr val="lt1"/>
                </a:solidFill>
                <a:latin typeface="Times New Roman"/>
                <a:ea typeface="Times New Roman"/>
                <a:cs typeface="Times New Roman"/>
                <a:sym typeface="Times New Roman"/>
              </a:rPr>
              <a:t>Machine Learning Professional</a:t>
            </a:r>
            <a:br>
              <a:rPr b="0" i="0" lang="en-US" sz="1800" u="none" cap="none" strike="noStrike">
                <a:solidFill>
                  <a:schemeClr val="lt1"/>
                </a:solidFill>
                <a:latin typeface="Times New Roman"/>
                <a:ea typeface="Times New Roman"/>
                <a:cs typeface="Times New Roman"/>
                <a:sym typeface="Times New Roman"/>
              </a:rPr>
            </a:br>
            <a:r>
              <a:rPr b="0" i="0" lang="en-US" sz="1800" u="none" cap="none" strike="noStrike">
                <a:solidFill>
                  <a:schemeClr val="lt1"/>
                </a:solidFill>
                <a:latin typeface="Times New Roman"/>
                <a:ea typeface="Times New Roman"/>
                <a:cs typeface="Times New Roman"/>
                <a:sym typeface="Times New Roman"/>
              </a:rPr>
              <a:t>Project Presentation</a:t>
            </a:r>
            <a:endParaRPr b="0" i="0" sz="1800" u="none" cap="none" strike="noStrike">
              <a:solidFill>
                <a:schemeClr val="lt1"/>
              </a:solidFill>
              <a:latin typeface="Times New Roman"/>
              <a:ea typeface="Times New Roman"/>
              <a:cs typeface="Times New Roman"/>
              <a:sym typeface="Times New Roman"/>
            </a:endParaRPr>
          </a:p>
        </p:txBody>
      </p:sp>
      <p:pic>
        <p:nvPicPr>
          <p:cNvPr id="1963" name="Google Shape;1963;g3d1afc4545f_0_552"/>
          <p:cNvPicPr preferRelativeResize="0"/>
          <p:nvPr/>
        </p:nvPicPr>
        <p:blipFill rotWithShape="1">
          <a:blip r:embed="rId6">
            <a:alphaModFix/>
          </a:blip>
          <a:srcRect b="0" l="0" r="0" t="0"/>
          <a:stretch/>
        </p:blipFill>
        <p:spPr>
          <a:xfrm>
            <a:off x="10590875" y="6330524"/>
            <a:ext cx="1500023" cy="585000"/>
          </a:xfrm>
          <a:prstGeom prst="rect">
            <a:avLst/>
          </a:prstGeom>
          <a:noFill/>
          <a:ln>
            <a:noFill/>
          </a:ln>
        </p:spPr>
      </p:pic>
      <p:sp>
        <p:nvSpPr>
          <p:cNvPr id="1964" name="Google Shape;1964;g3d1afc4545f_0_552"/>
          <p:cNvSpPr txBox="1"/>
          <p:nvPr/>
        </p:nvSpPr>
        <p:spPr>
          <a:xfrm>
            <a:off x="-1" y="6234672"/>
            <a:ext cx="5981100" cy="6465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chemeClr val="dk1"/>
              </a:buClr>
              <a:buSzPts val="1800"/>
              <a:buFont typeface="Arial"/>
              <a:buNone/>
            </a:pPr>
            <a:r>
              <a:rPr b="0" i="0" lang="en-US" sz="1800" u="none" cap="none" strike="noStrike">
                <a:solidFill>
                  <a:schemeClr val="lt1"/>
                </a:solidFill>
                <a:latin typeface="Times New Roman"/>
                <a:ea typeface="Times New Roman"/>
                <a:cs typeface="Times New Roman"/>
                <a:sym typeface="Times New Roman"/>
              </a:rPr>
              <a:t>Nanoelectronics - Seminar Presentation</a:t>
            </a:r>
            <a:br>
              <a:rPr b="0" i="0" lang="en-US" sz="1800" u="none" cap="none" strike="noStrike">
                <a:solidFill>
                  <a:schemeClr val="lt1"/>
                </a:solidFill>
                <a:latin typeface="Times New Roman"/>
                <a:ea typeface="Times New Roman"/>
                <a:cs typeface="Times New Roman"/>
                <a:sym typeface="Times New Roman"/>
              </a:rPr>
            </a:br>
            <a:r>
              <a:rPr b="0" i="0" lang="en-US" sz="1800" u="none" cap="none" strike="noStrike">
                <a:solidFill>
                  <a:schemeClr val="lt1"/>
                </a:solidFill>
                <a:latin typeface="Times New Roman"/>
                <a:ea typeface="Times New Roman"/>
                <a:cs typeface="Times New Roman"/>
                <a:sym typeface="Times New Roman"/>
              </a:rPr>
              <a:t>Ronit Dutta</a:t>
            </a:r>
            <a:endParaRPr b="0" i="0" sz="1800" u="none" cap="none" strike="noStrike">
              <a:solidFill>
                <a:schemeClr val="lt1"/>
              </a:solidFill>
              <a:latin typeface="Times New Roman"/>
              <a:ea typeface="Times New Roman"/>
              <a:cs typeface="Times New Roman"/>
              <a:sym typeface="Times New Roman"/>
            </a:endParaRPr>
          </a:p>
        </p:txBody>
      </p:sp>
      <p:pic>
        <p:nvPicPr>
          <p:cNvPr id="1965" name="Google Shape;1965;g3d1afc4545f_0_552"/>
          <p:cNvPicPr preferRelativeResize="0"/>
          <p:nvPr/>
        </p:nvPicPr>
        <p:blipFill rotWithShape="1">
          <a:blip r:embed="rId6">
            <a:alphaModFix/>
          </a:blip>
          <a:srcRect b="0" l="0" r="0" t="0"/>
          <a:stretch/>
        </p:blipFill>
        <p:spPr>
          <a:xfrm>
            <a:off x="10590875" y="6330524"/>
            <a:ext cx="1500023" cy="585000"/>
          </a:xfrm>
          <a:prstGeom prst="rect">
            <a:avLst/>
          </a:prstGeom>
          <a:noFill/>
          <a:ln>
            <a:noFill/>
          </a:ln>
        </p:spPr>
      </p:pic>
      <p:pic>
        <p:nvPicPr>
          <p:cNvPr id="1966" name="Google Shape;1966;g3d1afc4545f_0_552"/>
          <p:cNvPicPr preferRelativeResize="0"/>
          <p:nvPr/>
        </p:nvPicPr>
        <p:blipFill rotWithShape="1">
          <a:blip r:embed="rId4">
            <a:alphaModFix/>
          </a:blip>
          <a:srcRect b="0" l="0" r="0" t="0"/>
          <a:stretch/>
        </p:blipFill>
        <p:spPr>
          <a:xfrm>
            <a:off x="10590934" y="6330522"/>
            <a:ext cx="1499906" cy="585000"/>
          </a:xfrm>
          <a:prstGeom prst="rect">
            <a:avLst/>
          </a:prstGeom>
          <a:noFill/>
          <a:ln>
            <a:noFill/>
          </a:ln>
        </p:spPr>
      </p:pic>
      <p:sp>
        <p:nvSpPr>
          <p:cNvPr id="1967" name="Google Shape;1967;g3d1afc4545f_0_552"/>
          <p:cNvSpPr txBox="1"/>
          <p:nvPr/>
        </p:nvSpPr>
        <p:spPr>
          <a:xfrm>
            <a:off x="-1" y="6288587"/>
            <a:ext cx="5981100" cy="3693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chemeClr val="dk1"/>
              </a:buClr>
              <a:buSzPts val="1800"/>
              <a:buFont typeface="Arial"/>
              <a:buNone/>
            </a:pPr>
            <a:r>
              <a:rPr b="0" i="0" lang="en-US" sz="1800" u="none" cap="none" strike="noStrike">
                <a:solidFill>
                  <a:schemeClr val="lt1"/>
                </a:solidFill>
                <a:latin typeface="Times New Roman"/>
                <a:ea typeface="Times New Roman"/>
                <a:cs typeface="Times New Roman"/>
                <a:sym typeface="Times New Roman"/>
              </a:rPr>
              <a:t>Term Paper Presentation | Ronit Dutta</a:t>
            </a:r>
            <a:endParaRPr b="0" i="0" sz="1800" u="none" cap="none" strike="noStrike">
              <a:solidFill>
                <a:schemeClr val="lt1"/>
              </a:solidFill>
              <a:latin typeface="Times New Roman"/>
              <a:ea typeface="Times New Roman"/>
              <a:cs typeface="Times New Roman"/>
              <a:sym typeface="Times New Roman"/>
            </a:endParaRPr>
          </a:p>
        </p:txBody>
      </p:sp>
      <p:pic>
        <p:nvPicPr>
          <p:cNvPr id="1968" name="Google Shape;1968;g3d1afc4545f_0_552"/>
          <p:cNvPicPr preferRelativeResize="0"/>
          <p:nvPr/>
        </p:nvPicPr>
        <p:blipFill rotWithShape="1">
          <a:blip r:embed="rId4">
            <a:alphaModFix/>
          </a:blip>
          <a:srcRect b="0" l="0" r="0" t="0"/>
          <a:stretch/>
        </p:blipFill>
        <p:spPr>
          <a:xfrm>
            <a:off x="10590934" y="6330522"/>
            <a:ext cx="1499906" cy="585000"/>
          </a:xfrm>
          <a:prstGeom prst="rect">
            <a:avLst/>
          </a:prstGeom>
          <a:noFill/>
          <a:ln>
            <a:noFill/>
          </a:ln>
        </p:spPr>
      </p:pic>
      <p:sp>
        <p:nvSpPr>
          <p:cNvPr id="1969" name="Google Shape;1969;g3d1afc4545f_0_552"/>
          <p:cNvSpPr txBox="1"/>
          <p:nvPr/>
        </p:nvSpPr>
        <p:spPr>
          <a:xfrm>
            <a:off x="-1" y="6288587"/>
            <a:ext cx="5981100" cy="3693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chemeClr val="dk1"/>
              </a:buClr>
              <a:buSzPts val="1800"/>
              <a:buFont typeface="Arial"/>
              <a:buNone/>
            </a:pPr>
            <a:r>
              <a:rPr b="0" i="0" lang="en-US" sz="1800" u="none" cap="none" strike="noStrike">
                <a:solidFill>
                  <a:schemeClr val="lt1"/>
                </a:solidFill>
                <a:latin typeface="Times New Roman"/>
                <a:ea typeface="Times New Roman"/>
                <a:cs typeface="Times New Roman"/>
                <a:sym typeface="Times New Roman"/>
              </a:rPr>
              <a:t>Term Paper Presentation | Ronit Dutta</a:t>
            </a:r>
            <a:endParaRPr b="0" i="0" sz="1800" u="none" cap="none" strike="noStrike">
              <a:solidFill>
                <a:schemeClr val="lt1"/>
              </a:solidFill>
              <a:latin typeface="Times New Roman"/>
              <a:ea typeface="Times New Roman"/>
              <a:cs typeface="Times New Roman"/>
              <a:sym typeface="Times New Roman"/>
            </a:endParaRPr>
          </a:p>
        </p:txBody>
      </p:sp>
      <p:pic>
        <p:nvPicPr>
          <p:cNvPr id="1970" name="Google Shape;1970;g3d1afc4545f_0_552"/>
          <p:cNvPicPr preferRelativeResize="0"/>
          <p:nvPr/>
        </p:nvPicPr>
        <p:blipFill rotWithShape="1">
          <a:blip r:embed="rId4">
            <a:alphaModFix/>
          </a:blip>
          <a:srcRect b="0" l="0" r="0" t="0"/>
          <a:stretch/>
        </p:blipFill>
        <p:spPr>
          <a:xfrm>
            <a:off x="10590934" y="6330522"/>
            <a:ext cx="1499906" cy="585000"/>
          </a:xfrm>
          <a:prstGeom prst="rect">
            <a:avLst/>
          </a:prstGeom>
          <a:noFill/>
          <a:ln>
            <a:noFill/>
          </a:ln>
        </p:spPr>
      </p:pic>
      <p:sp>
        <p:nvSpPr>
          <p:cNvPr id="1971" name="Google Shape;1971;g3d1afc4545f_0_552"/>
          <p:cNvSpPr txBox="1"/>
          <p:nvPr/>
        </p:nvSpPr>
        <p:spPr>
          <a:xfrm>
            <a:off x="-1" y="6288587"/>
            <a:ext cx="5981100" cy="6465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chemeClr val="dk1"/>
              </a:buClr>
              <a:buSzPts val="1800"/>
              <a:buFont typeface="Arial"/>
              <a:buNone/>
            </a:pPr>
            <a:r>
              <a:rPr b="0" i="0" lang="en-US" sz="1800" u="none" cap="none" strike="noStrike">
                <a:solidFill>
                  <a:schemeClr val="lt1"/>
                </a:solidFill>
                <a:latin typeface="Times New Roman"/>
                <a:ea typeface="Times New Roman"/>
                <a:cs typeface="Times New Roman"/>
                <a:sym typeface="Times New Roman"/>
              </a:rPr>
              <a:t>Machine Learning Professional</a:t>
            </a:r>
            <a:br>
              <a:rPr b="0" i="0" lang="en-US" sz="1800" u="none" cap="none" strike="noStrike">
                <a:solidFill>
                  <a:schemeClr val="lt1"/>
                </a:solidFill>
                <a:latin typeface="Times New Roman"/>
                <a:ea typeface="Times New Roman"/>
                <a:cs typeface="Times New Roman"/>
                <a:sym typeface="Times New Roman"/>
              </a:rPr>
            </a:br>
            <a:r>
              <a:rPr b="0" i="0" lang="en-US" sz="1800" u="none" cap="none" strike="noStrike">
                <a:solidFill>
                  <a:schemeClr val="lt1"/>
                </a:solidFill>
                <a:latin typeface="Times New Roman"/>
                <a:ea typeface="Times New Roman"/>
                <a:cs typeface="Times New Roman"/>
                <a:sym typeface="Times New Roman"/>
              </a:rPr>
              <a:t>Project Presentation</a:t>
            </a:r>
            <a:endParaRPr b="0" i="0" sz="1800" u="none" cap="none" strike="noStrike">
              <a:solidFill>
                <a:schemeClr val="lt1"/>
              </a:solidFill>
              <a:latin typeface="Times New Roman"/>
              <a:ea typeface="Times New Roman"/>
              <a:cs typeface="Times New Roman"/>
              <a:sym typeface="Times New Roman"/>
            </a:endParaRPr>
          </a:p>
        </p:txBody>
      </p:sp>
      <p:pic>
        <p:nvPicPr>
          <p:cNvPr id="1972" name="Google Shape;1972;g3d1afc4545f_0_552"/>
          <p:cNvPicPr preferRelativeResize="0"/>
          <p:nvPr/>
        </p:nvPicPr>
        <p:blipFill rotWithShape="1">
          <a:blip r:embed="rId6">
            <a:alphaModFix/>
          </a:blip>
          <a:srcRect b="0" l="0" r="0" t="0"/>
          <a:stretch/>
        </p:blipFill>
        <p:spPr>
          <a:xfrm>
            <a:off x="10590875" y="6341462"/>
            <a:ext cx="1500023" cy="585000"/>
          </a:xfrm>
          <a:prstGeom prst="rect">
            <a:avLst/>
          </a:prstGeom>
          <a:noFill/>
          <a:ln>
            <a:noFill/>
          </a:ln>
        </p:spPr>
      </p:pic>
      <p:sp>
        <p:nvSpPr>
          <p:cNvPr id="1973" name="Google Shape;1973;g3d1afc4545f_0_552"/>
          <p:cNvSpPr txBox="1"/>
          <p:nvPr/>
        </p:nvSpPr>
        <p:spPr>
          <a:xfrm>
            <a:off x="-1" y="6288587"/>
            <a:ext cx="5981100" cy="6465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chemeClr val="dk1"/>
              </a:buClr>
              <a:buSzPts val="1800"/>
              <a:buFont typeface="Arial"/>
              <a:buNone/>
            </a:pPr>
            <a:r>
              <a:rPr b="0" i="0" lang="en-US" sz="1800" u="none" cap="none" strike="noStrike">
                <a:solidFill>
                  <a:schemeClr val="lt1"/>
                </a:solidFill>
                <a:latin typeface="Times New Roman"/>
                <a:ea typeface="Times New Roman"/>
                <a:cs typeface="Times New Roman"/>
                <a:sym typeface="Times New Roman"/>
              </a:rPr>
              <a:t>Machine Learning Professional</a:t>
            </a:r>
            <a:br>
              <a:rPr b="0" i="0" lang="en-US" sz="1800" u="none" cap="none" strike="noStrike">
                <a:solidFill>
                  <a:schemeClr val="lt1"/>
                </a:solidFill>
                <a:latin typeface="Times New Roman"/>
                <a:ea typeface="Times New Roman"/>
                <a:cs typeface="Times New Roman"/>
                <a:sym typeface="Times New Roman"/>
              </a:rPr>
            </a:br>
            <a:r>
              <a:rPr b="0" i="0" lang="en-US" sz="1800" u="none" cap="none" strike="noStrike">
                <a:solidFill>
                  <a:schemeClr val="lt1"/>
                </a:solidFill>
                <a:latin typeface="Times New Roman"/>
                <a:ea typeface="Times New Roman"/>
                <a:cs typeface="Times New Roman"/>
                <a:sym typeface="Times New Roman"/>
              </a:rPr>
              <a:t>Project Presentation</a:t>
            </a:r>
            <a:endParaRPr b="0" i="0" sz="1800" u="none" cap="none" strike="noStrike">
              <a:solidFill>
                <a:schemeClr val="lt1"/>
              </a:solidFill>
              <a:latin typeface="Times New Roman"/>
              <a:ea typeface="Times New Roman"/>
              <a:cs typeface="Times New Roman"/>
              <a:sym typeface="Times New Roman"/>
            </a:endParaRPr>
          </a:p>
        </p:txBody>
      </p:sp>
      <p:pic>
        <p:nvPicPr>
          <p:cNvPr id="1974" name="Google Shape;1974;g3d1afc4545f_0_552"/>
          <p:cNvPicPr preferRelativeResize="0"/>
          <p:nvPr/>
        </p:nvPicPr>
        <p:blipFill rotWithShape="1">
          <a:blip r:embed="rId6">
            <a:alphaModFix/>
          </a:blip>
          <a:srcRect b="0" l="0" r="0" t="0"/>
          <a:stretch/>
        </p:blipFill>
        <p:spPr>
          <a:xfrm>
            <a:off x="10590875" y="6330524"/>
            <a:ext cx="1500023" cy="585000"/>
          </a:xfrm>
          <a:prstGeom prst="rect">
            <a:avLst/>
          </a:prstGeom>
          <a:noFill/>
          <a:ln>
            <a:noFill/>
          </a:ln>
        </p:spPr>
      </p:pic>
      <p:sp>
        <p:nvSpPr>
          <p:cNvPr id="1975" name="Google Shape;1975;g3d1afc4545f_0_552"/>
          <p:cNvSpPr txBox="1"/>
          <p:nvPr/>
        </p:nvSpPr>
        <p:spPr>
          <a:xfrm>
            <a:off x="-1" y="6234672"/>
            <a:ext cx="5981100" cy="6465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chemeClr val="dk1"/>
              </a:buClr>
              <a:buSzPts val="1800"/>
              <a:buFont typeface="Arial"/>
              <a:buNone/>
            </a:pPr>
            <a:r>
              <a:rPr b="0" i="0" lang="en-US" sz="1800" u="none" cap="none" strike="noStrike">
                <a:solidFill>
                  <a:schemeClr val="lt1"/>
                </a:solidFill>
                <a:latin typeface="Times New Roman"/>
                <a:ea typeface="Times New Roman"/>
                <a:cs typeface="Times New Roman"/>
                <a:sym typeface="Times New Roman"/>
              </a:rPr>
              <a:t>Machine Learning Professional</a:t>
            </a:r>
            <a:br>
              <a:rPr b="0" i="0" lang="en-US" sz="1800" u="none" cap="none" strike="noStrike">
                <a:solidFill>
                  <a:schemeClr val="lt1"/>
                </a:solidFill>
                <a:latin typeface="Times New Roman"/>
                <a:ea typeface="Times New Roman"/>
                <a:cs typeface="Times New Roman"/>
                <a:sym typeface="Times New Roman"/>
              </a:rPr>
            </a:br>
            <a:r>
              <a:rPr b="0" i="0" lang="en-US" sz="1800" u="none" cap="none" strike="noStrike">
                <a:solidFill>
                  <a:schemeClr val="lt1"/>
                </a:solidFill>
                <a:latin typeface="Times New Roman"/>
                <a:ea typeface="Times New Roman"/>
                <a:cs typeface="Times New Roman"/>
                <a:sym typeface="Times New Roman"/>
              </a:rPr>
              <a:t>Project Presentation</a:t>
            </a:r>
            <a:endParaRPr b="0" i="0" sz="1800" u="none" cap="none" strike="noStrike">
              <a:solidFill>
                <a:schemeClr val="lt1"/>
              </a:solidFill>
              <a:latin typeface="Times New Roman"/>
              <a:ea typeface="Times New Roman"/>
              <a:cs typeface="Times New Roman"/>
              <a:sym typeface="Times New Roman"/>
            </a:endParaRPr>
          </a:p>
        </p:txBody>
      </p:sp>
      <p:pic>
        <p:nvPicPr>
          <p:cNvPr id="1976" name="Google Shape;1976;g3d1afc4545f_0_552"/>
          <p:cNvPicPr preferRelativeResize="0"/>
          <p:nvPr/>
        </p:nvPicPr>
        <p:blipFill rotWithShape="1">
          <a:blip r:embed="rId6">
            <a:alphaModFix/>
          </a:blip>
          <a:srcRect b="0" l="0" r="0" t="0"/>
          <a:stretch/>
        </p:blipFill>
        <p:spPr>
          <a:xfrm>
            <a:off x="10590875" y="6330524"/>
            <a:ext cx="1500023" cy="585000"/>
          </a:xfrm>
          <a:prstGeom prst="rect">
            <a:avLst/>
          </a:prstGeom>
          <a:noFill/>
          <a:ln>
            <a:noFill/>
          </a:ln>
        </p:spPr>
      </p:pic>
      <p:sp>
        <p:nvSpPr>
          <p:cNvPr id="1977" name="Google Shape;1977;g3d1afc4545f_0_552"/>
          <p:cNvSpPr txBox="1"/>
          <p:nvPr/>
        </p:nvSpPr>
        <p:spPr>
          <a:xfrm>
            <a:off x="-1" y="6234672"/>
            <a:ext cx="5981100" cy="6465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chemeClr val="dk1"/>
              </a:buClr>
              <a:buSzPts val="1800"/>
              <a:buFont typeface="Arial"/>
              <a:buNone/>
            </a:pPr>
            <a:r>
              <a:rPr b="0" i="0" lang="en-US" sz="1800" u="none" cap="none" strike="noStrike">
                <a:solidFill>
                  <a:schemeClr val="lt1"/>
                </a:solidFill>
                <a:latin typeface="Times New Roman"/>
                <a:ea typeface="Times New Roman"/>
                <a:cs typeface="Times New Roman"/>
                <a:sym typeface="Times New Roman"/>
              </a:rPr>
              <a:t>Machine Learning Professional</a:t>
            </a:r>
            <a:br>
              <a:rPr b="0" i="0" lang="en-US" sz="1800" u="none" cap="none" strike="noStrike">
                <a:solidFill>
                  <a:schemeClr val="lt1"/>
                </a:solidFill>
                <a:latin typeface="Times New Roman"/>
                <a:ea typeface="Times New Roman"/>
                <a:cs typeface="Times New Roman"/>
                <a:sym typeface="Times New Roman"/>
              </a:rPr>
            </a:br>
            <a:r>
              <a:rPr b="0" i="0" lang="en-US" sz="1800" u="none" cap="none" strike="noStrike">
                <a:solidFill>
                  <a:schemeClr val="lt1"/>
                </a:solidFill>
                <a:latin typeface="Times New Roman"/>
                <a:ea typeface="Times New Roman"/>
                <a:cs typeface="Times New Roman"/>
                <a:sym typeface="Times New Roman"/>
              </a:rPr>
              <a:t>Project Presentation</a:t>
            </a:r>
            <a:endParaRPr b="0" i="0" sz="1800" u="none" cap="none" strike="noStrike">
              <a:solidFill>
                <a:schemeClr val="lt1"/>
              </a:solidFill>
              <a:latin typeface="Times New Roman"/>
              <a:ea typeface="Times New Roman"/>
              <a:cs typeface="Times New Roman"/>
              <a:sym typeface="Times New Roman"/>
            </a:endParaRPr>
          </a:p>
        </p:txBody>
      </p:sp>
      <p:pic>
        <p:nvPicPr>
          <p:cNvPr id="1978" name="Google Shape;1978;g3d1afc4545f_0_552"/>
          <p:cNvPicPr preferRelativeResize="0"/>
          <p:nvPr/>
        </p:nvPicPr>
        <p:blipFill rotWithShape="1">
          <a:blip r:embed="rId6">
            <a:alphaModFix/>
          </a:blip>
          <a:srcRect b="0" l="0" r="0" t="0"/>
          <a:stretch/>
        </p:blipFill>
        <p:spPr>
          <a:xfrm>
            <a:off x="10590875" y="6330524"/>
            <a:ext cx="1500023" cy="585000"/>
          </a:xfrm>
          <a:prstGeom prst="rect">
            <a:avLst/>
          </a:prstGeom>
          <a:noFill/>
          <a:ln>
            <a:noFill/>
          </a:ln>
        </p:spPr>
      </p:pic>
      <p:sp>
        <p:nvSpPr>
          <p:cNvPr id="1979" name="Google Shape;1979;g3d1afc4545f_0_552"/>
          <p:cNvSpPr txBox="1"/>
          <p:nvPr/>
        </p:nvSpPr>
        <p:spPr>
          <a:xfrm>
            <a:off x="-1" y="6234672"/>
            <a:ext cx="5981100" cy="6465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chemeClr val="dk1"/>
              </a:buClr>
              <a:buSzPts val="1800"/>
              <a:buFont typeface="Arial"/>
              <a:buNone/>
            </a:pPr>
            <a:r>
              <a:rPr b="0" i="0" lang="en-US" sz="1800" u="none" cap="none" strike="noStrike">
                <a:solidFill>
                  <a:schemeClr val="lt1"/>
                </a:solidFill>
                <a:latin typeface="Times New Roman"/>
                <a:ea typeface="Times New Roman"/>
                <a:cs typeface="Times New Roman"/>
                <a:sym typeface="Times New Roman"/>
              </a:rPr>
              <a:t>Nanoelectronics - Seminar Presentation</a:t>
            </a:r>
            <a:br>
              <a:rPr b="0" i="0" lang="en-US" sz="1800" u="none" cap="none" strike="noStrike">
                <a:solidFill>
                  <a:schemeClr val="lt1"/>
                </a:solidFill>
                <a:latin typeface="Times New Roman"/>
                <a:ea typeface="Times New Roman"/>
                <a:cs typeface="Times New Roman"/>
                <a:sym typeface="Times New Roman"/>
              </a:rPr>
            </a:br>
            <a:r>
              <a:rPr b="0" i="0" lang="en-US" sz="1800" u="none" cap="none" strike="noStrike">
                <a:solidFill>
                  <a:schemeClr val="lt1"/>
                </a:solidFill>
                <a:latin typeface="Times New Roman"/>
                <a:ea typeface="Times New Roman"/>
                <a:cs typeface="Times New Roman"/>
                <a:sym typeface="Times New Roman"/>
              </a:rPr>
              <a:t>Ronit Dutta</a:t>
            </a:r>
            <a:endParaRPr b="0" i="0" sz="1800" u="none" cap="none" strike="noStrike">
              <a:solidFill>
                <a:schemeClr val="lt1"/>
              </a:solidFill>
              <a:latin typeface="Times New Roman"/>
              <a:ea typeface="Times New Roman"/>
              <a:cs typeface="Times New Roman"/>
              <a:sym typeface="Times New Roman"/>
            </a:endParaRPr>
          </a:p>
        </p:txBody>
      </p:sp>
      <p:pic>
        <p:nvPicPr>
          <p:cNvPr id="1980" name="Google Shape;1980;g3d1afc4545f_0_552"/>
          <p:cNvPicPr preferRelativeResize="0"/>
          <p:nvPr/>
        </p:nvPicPr>
        <p:blipFill rotWithShape="1">
          <a:blip r:embed="rId6">
            <a:alphaModFix/>
          </a:blip>
          <a:srcRect b="0" l="0" r="0" t="0"/>
          <a:stretch/>
        </p:blipFill>
        <p:spPr>
          <a:xfrm>
            <a:off x="10590875" y="6330524"/>
            <a:ext cx="1500023" cy="585000"/>
          </a:xfrm>
          <a:prstGeom prst="rect">
            <a:avLst/>
          </a:prstGeom>
          <a:noFill/>
          <a:ln>
            <a:noFill/>
          </a:ln>
        </p:spPr>
      </p:pic>
      <p:pic>
        <p:nvPicPr>
          <p:cNvPr id="1981" name="Google Shape;1981;g3d1afc4545f_0_552"/>
          <p:cNvPicPr preferRelativeResize="0"/>
          <p:nvPr/>
        </p:nvPicPr>
        <p:blipFill rotWithShape="1">
          <a:blip r:embed="rId10">
            <a:alphaModFix/>
          </a:blip>
          <a:srcRect b="0" l="0" r="0" t="0"/>
          <a:stretch/>
        </p:blipFill>
        <p:spPr>
          <a:xfrm>
            <a:off x="0" y="6234674"/>
            <a:ext cx="12192000" cy="1165875"/>
          </a:xfrm>
          <a:prstGeom prst="rect">
            <a:avLst/>
          </a:prstGeom>
          <a:noFill/>
          <a:ln>
            <a:noFill/>
          </a:ln>
        </p:spPr>
      </p:pic>
      <p:sp>
        <p:nvSpPr>
          <p:cNvPr id="1982" name="Google Shape;1982;g3d1afc4545f_0_552"/>
          <p:cNvSpPr txBox="1"/>
          <p:nvPr/>
        </p:nvSpPr>
        <p:spPr>
          <a:xfrm>
            <a:off x="-1" y="6310697"/>
            <a:ext cx="5981100" cy="6465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chemeClr val="dk1"/>
              </a:buClr>
              <a:buSzPts val="1800"/>
              <a:buFont typeface="Arial"/>
              <a:buNone/>
            </a:pPr>
            <a:r>
              <a:rPr lang="en-US" sz="1800">
                <a:solidFill>
                  <a:schemeClr val="lt1"/>
                </a:solidFill>
                <a:latin typeface="Times New Roman"/>
                <a:ea typeface="Times New Roman"/>
                <a:cs typeface="Times New Roman"/>
                <a:sym typeface="Times New Roman"/>
              </a:rPr>
              <a:t>Applied Mathematics for Engineering [MIDTERM PROJECT]</a:t>
            </a:r>
            <a:br>
              <a:rPr b="0" i="0" lang="en-US" sz="1800" u="none" cap="none" strike="noStrike">
                <a:solidFill>
                  <a:schemeClr val="lt1"/>
                </a:solidFill>
                <a:latin typeface="Times New Roman"/>
                <a:ea typeface="Times New Roman"/>
                <a:cs typeface="Times New Roman"/>
                <a:sym typeface="Times New Roman"/>
              </a:rPr>
            </a:br>
            <a:r>
              <a:rPr b="0" i="0" lang="en-US" sz="1800" u="none" cap="none" strike="noStrike">
                <a:solidFill>
                  <a:schemeClr val="lt1"/>
                </a:solidFill>
                <a:latin typeface="Times New Roman"/>
                <a:ea typeface="Times New Roman"/>
                <a:cs typeface="Times New Roman"/>
                <a:sym typeface="Times New Roman"/>
              </a:rPr>
              <a:t>Ronit Dutta</a:t>
            </a:r>
            <a:endParaRPr b="0" i="0" sz="1800" u="none" cap="none" strike="noStrike">
              <a:solidFill>
                <a:schemeClr val="lt1"/>
              </a:solidFill>
              <a:latin typeface="Times New Roman"/>
              <a:ea typeface="Times New Roman"/>
              <a:cs typeface="Times New Roman"/>
              <a:sym typeface="Times New Roman"/>
            </a:endParaRPr>
          </a:p>
        </p:txBody>
      </p:sp>
      <p:pic>
        <p:nvPicPr>
          <p:cNvPr id="1983" name="Google Shape;1983;g3d1afc4545f_0_552"/>
          <p:cNvPicPr preferRelativeResize="0"/>
          <p:nvPr/>
        </p:nvPicPr>
        <p:blipFill rotWithShape="1">
          <a:blip r:embed="rId6">
            <a:alphaModFix/>
          </a:blip>
          <a:srcRect b="0" l="0" r="0" t="0"/>
          <a:stretch/>
        </p:blipFill>
        <p:spPr>
          <a:xfrm>
            <a:off x="10579375" y="6341449"/>
            <a:ext cx="1500023" cy="585000"/>
          </a:xfrm>
          <a:prstGeom prst="rect">
            <a:avLst/>
          </a:prstGeom>
          <a:noFill/>
          <a:ln>
            <a:noFill/>
          </a:ln>
        </p:spPr>
      </p:pic>
      <p:pic>
        <p:nvPicPr>
          <p:cNvPr id="1984" name="Google Shape;1984;g3d1afc4545f_0_552"/>
          <p:cNvPicPr preferRelativeResize="0"/>
          <p:nvPr/>
        </p:nvPicPr>
        <p:blipFill>
          <a:blip r:embed="rId11">
            <a:alphaModFix/>
          </a:blip>
          <a:stretch>
            <a:fillRect/>
          </a:stretch>
        </p:blipFill>
        <p:spPr>
          <a:xfrm>
            <a:off x="0" y="631175"/>
            <a:ext cx="3684750" cy="1926300"/>
          </a:xfrm>
          <a:prstGeom prst="rect">
            <a:avLst/>
          </a:prstGeom>
          <a:noFill/>
          <a:ln cap="flat" cmpd="sng" w="9525">
            <a:solidFill>
              <a:schemeClr val="dk2"/>
            </a:solidFill>
            <a:prstDash val="solid"/>
            <a:round/>
            <a:headEnd len="sm" w="sm" type="none"/>
            <a:tailEnd len="sm" w="sm" type="none"/>
          </a:ln>
        </p:spPr>
      </p:pic>
      <p:pic>
        <p:nvPicPr>
          <p:cNvPr id="1985" name="Google Shape;1985;g3d1afc4545f_0_552"/>
          <p:cNvPicPr preferRelativeResize="0"/>
          <p:nvPr/>
        </p:nvPicPr>
        <p:blipFill>
          <a:blip r:embed="rId12">
            <a:alphaModFix/>
          </a:blip>
          <a:stretch>
            <a:fillRect/>
          </a:stretch>
        </p:blipFill>
        <p:spPr>
          <a:xfrm>
            <a:off x="3904975" y="631175"/>
            <a:ext cx="6107475" cy="1859750"/>
          </a:xfrm>
          <a:prstGeom prst="rect">
            <a:avLst/>
          </a:prstGeom>
          <a:noFill/>
          <a:ln cap="flat" cmpd="sng" w="28575">
            <a:solidFill>
              <a:schemeClr val="dk2"/>
            </a:solidFill>
            <a:prstDash val="solid"/>
            <a:round/>
            <a:headEnd len="sm" w="sm" type="none"/>
            <a:tailEnd len="sm" w="sm" type="none"/>
          </a:ln>
        </p:spPr>
      </p:pic>
      <p:pic>
        <p:nvPicPr>
          <p:cNvPr id="1986" name="Google Shape;1986;g3d1afc4545f_0_552"/>
          <p:cNvPicPr preferRelativeResize="0"/>
          <p:nvPr/>
        </p:nvPicPr>
        <p:blipFill>
          <a:blip r:embed="rId13">
            <a:alphaModFix/>
          </a:blip>
          <a:stretch>
            <a:fillRect/>
          </a:stretch>
        </p:blipFill>
        <p:spPr>
          <a:xfrm>
            <a:off x="10232675" y="1159975"/>
            <a:ext cx="1804775" cy="640000"/>
          </a:xfrm>
          <a:prstGeom prst="rect">
            <a:avLst/>
          </a:prstGeom>
          <a:noFill/>
          <a:ln cap="flat" cmpd="sng" w="28575">
            <a:solidFill>
              <a:schemeClr val="dk1"/>
            </a:solidFill>
            <a:prstDash val="solid"/>
            <a:round/>
            <a:headEnd len="sm" w="sm" type="none"/>
            <a:tailEnd len="sm" w="sm" type="none"/>
          </a:ln>
        </p:spPr>
      </p:pic>
      <p:pic>
        <p:nvPicPr>
          <p:cNvPr id="1987" name="Google Shape;1987;g3d1afc4545f_0_552"/>
          <p:cNvPicPr preferRelativeResize="0"/>
          <p:nvPr/>
        </p:nvPicPr>
        <p:blipFill>
          <a:blip r:embed="rId14">
            <a:alphaModFix/>
          </a:blip>
          <a:stretch>
            <a:fillRect/>
          </a:stretch>
        </p:blipFill>
        <p:spPr>
          <a:xfrm>
            <a:off x="5760175" y="2649850"/>
            <a:ext cx="1948650" cy="539450"/>
          </a:xfrm>
          <a:prstGeom prst="rect">
            <a:avLst/>
          </a:prstGeom>
          <a:noFill/>
          <a:ln cap="flat" cmpd="sng" w="9525">
            <a:solidFill>
              <a:schemeClr val="dk1"/>
            </a:solidFill>
            <a:prstDash val="solid"/>
            <a:round/>
            <a:headEnd len="sm" w="sm" type="none"/>
            <a:tailEnd len="sm" w="sm" type="none"/>
          </a:ln>
        </p:spPr>
      </p:pic>
      <p:sp>
        <p:nvSpPr>
          <p:cNvPr id="1988" name="Google Shape;1988;g3d1afc4545f_0_552"/>
          <p:cNvSpPr txBox="1"/>
          <p:nvPr/>
        </p:nvSpPr>
        <p:spPr>
          <a:xfrm>
            <a:off x="0" y="2711825"/>
            <a:ext cx="6105300" cy="4155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US" sz="1500">
                <a:solidFill>
                  <a:schemeClr val="dk1"/>
                </a:solidFill>
                <a:latin typeface="Georgia"/>
                <a:ea typeface="Georgia"/>
                <a:cs typeface="Georgia"/>
                <a:sym typeface="Georgia"/>
              </a:rPr>
              <a:t>3D wavefunction =&gt; plane wave incident, spherical wave scattered</a:t>
            </a:r>
            <a:endParaRPr sz="1500">
              <a:solidFill>
                <a:schemeClr val="dk1"/>
              </a:solidFill>
              <a:latin typeface="Georgia"/>
              <a:ea typeface="Georgia"/>
              <a:cs typeface="Georgia"/>
              <a:sym typeface="Georgia"/>
            </a:endParaRPr>
          </a:p>
        </p:txBody>
      </p:sp>
      <p:pic>
        <p:nvPicPr>
          <p:cNvPr id="1989" name="Google Shape;1989;g3d1afc4545f_0_552"/>
          <p:cNvPicPr preferRelativeResize="0"/>
          <p:nvPr/>
        </p:nvPicPr>
        <p:blipFill rotWithShape="1">
          <a:blip r:embed="rId15">
            <a:alphaModFix/>
          </a:blip>
          <a:srcRect b="55717" l="0" r="0" t="0"/>
          <a:stretch/>
        </p:blipFill>
        <p:spPr>
          <a:xfrm>
            <a:off x="57375" y="3155813"/>
            <a:ext cx="4907249" cy="1920301"/>
          </a:xfrm>
          <a:prstGeom prst="rect">
            <a:avLst/>
          </a:prstGeom>
          <a:noFill/>
          <a:ln cap="flat" cmpd="sng" w="9525">
            <a:solidFill>
              <a:schemeClr val="dk1"/>
            </a:solidFill>
            <a:prstDash val="solid"/>
            <a:round/>
            <a:headEnd len="sm" w="sm" type="none"/>
            <a:tailEnd len="sm" w="sm" type="none"/>
          </a:ln>
        </p:spPr>
      </p:pic>
      <p:pic>
        <p:nvPicPr>
          <p:cNvPr id="1990" name="Google Shape;1990;g3d1afc4545f_0_552"/>
          <p:cNvPicPr preferRelativeResize="0"/>
          <p:nvPr/>
        </p:nvPicPr>
        <p:blipFill rotWithShape="1">
          <a:blip r:embed="rId15">
            <a:alphaModFix/>
          </a:blip>
          <a:srcRect b="1506" l="0" r="0" t="73302"/>
          <a:stretch/>
        </p:blipFill>
        <p:spPr>
          <a:xfrm>
            <a:off x="5207100" y="3321887"/>
            <a:ext cx="5772850" cy="1285100"/>
          </a:xfrm>
          <a:prstGeom prst="rect">
            <a:avLst/>
          </a:prstGeom>
          <a:noFill/>
          <a:ln cap="flat" cmpd="sng" w="9525">
            <a:solidFill>
              <a:schemeClr val="dk1"/>
            </a:solidFill>
            <a:prstDash val="solid"/>
            <a:round/>
            <a:headEnd len="sm" w="sm" type="none"/>
            <a:tailEnd len="sm" w="sm" type="none"/>
          </a:ln>
        </p:spPr>
      </p:pic>
      <p:pic>
        <p:nvPicPr>
          <p:cNvPr id="1991" name="Google Shape;1991;g3d1afc4545f_0_552"/>
          <p:cNvPicPr preferRelativeResize="0"/>
          <p:nvPr/>
        </p:nvPicPr>
        <p:blipFill>
          <a:blip r:embed="rId16">
            <a:alphaModFix/>
          </a:blip>
          <a:stretch>
            <a:fillRect/>
          </a:stretch>
        </p:blipFill>
        <p:spPr>
          <a:xfrm>
            <a:off x="7031350" y="4865750"/>
            <a:ext cx="2506475" cy="794475"/>
          </a:xfrm>
          <a:prstGeom prst="rect">
            <a:avLst/>
          </a:prstGeom>
          <a:noFill/>
          <a:ln cap="flat" cmpd="sng" w="28575">
            <a:solidFill>
              <a:schemeClr val="dk1"/>
            </a:solidFill>
            <a:prstDash val="solid"/>
            <a:round/>
            <a:headEnd len="sm" w="sm" type="none"/>
            <a:tailEnd len="sm" w="sm" type="none"/>
          </a:ln>
        </p:spPr>
      </p:pic>
      <p:pic>
        <p:nvPicPr>
          <p:cNvPr id="1992" name="Google Shape;1992;g3d1afc4545f_0_552"/>
          <p:cNvPicPr preferRelativeResize="0"/>
          <p:nvPr/>
        </p:nvPicPr>
        <p:blipFill rotWithShape="1">
          <a:blip r:embed="rId15">
            <a:alphaModFix/>
          </a:blip>
          <a:srcRect b="29650" l="0" r="0" t="50067"/>
          <a:stretch/>
        </p:blipFill>
        <p:spPr>
          <a:xfrm>
            <a:off x="57375" y="5168900"/>
            <a:ext cx="5428599" cy="973001"/>
          </a:xfrm>
          <a:prstGeom prst="rect">
            <a:avLst/>
          </a:prstGeom>
          <a:noFill/>
          <a:ln cap="flat" cmpd="sng" w="9525">
            <a:solidFill>
              <a:schemeClr val="dk1"/>
            </a:solidFill>
            <a:prstDash val="solid"/>
            <a:round/>
            <a:headEnd len="sm" w="sm" type="none"/>
            <a:tailEnd len="sm" w="sm" type="none"/>
          </a:ln>
        </p:spPr>
      </p:pic>
      <p:sp>
        <p:nvSpPr>
          <p:cNvPr id="1993" name="Google Shape;1993;g3d1afc4545f_0_552"/>
          <p:cNvSpPr/>
          <p:nvPr/>
        </p:nvSpPr>
        <p:spPr>
          <a:xfrm>
            <a:off x="6253825" y="1971550"/>
            <a:ext cx="1267800" cy="538800"/>
          </a:xfrm>
          <a:prstGeom prst="rect">
            <a:avLst/>
          </a:prstGeom>
          <a:noFill/>
          <a:ln cap="flat" cmpd="sng" w="19050">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Calibri"/>
              <a:ea typeface="Calibri"/>
              <a:cs typeface="Calibri"/>
              <a:sym typeface="Calibri"/>
            </a:endParaRPr>
          </a:p>
        </p:txBody>
      </p:sp>
      <p:sp>
        <p:nvSpPr>
          <p:cNvPr id="1994" name="Google Shape;1994;g3d1afc4545f_0_552"/>
          <p:cNvSpPr txBox="1"/>
          <p:nvPr/>
        </p:nvSpPr>
        <p:spPr>
          <a:xfrm>
            <a:off x="10438525" y="847975"/>
            <a:ext cx="1500000" cy="312000"/>
          </a:xfrm>
          <a:prstGeom prst="rect">
            <a:avLst/>
          </a:prstGeom>
          <a:no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lang="en-US" sz="1300">
                <a:solidFill>
                  <a:schemeClr val="dk1"/>
                </a:solidFill>
                <a:latin typeface="Georgia"/>
                <a:ea typeface="Georgia"/>
                <a:cs typeface="Georgia"/>
                <a:sym typeface="Georgia"/>
              </a:rPr>
              <a:t>Cross section</a:t>
            </a:r>
            <a:endParaRPr sz="1300">
              <a:solidFill>
                <a:schemeClr val="dk1"/>
              </a:solidFill>
              <a:latin typeface="Georgia"/>
              <a:ea typeface="Georgia"/>
              <a:cs typeface="Georgia"/>
              <a:sym typeface="Georgia"/>
            </a:endParaRPr>
          </a:p>
        </p:txBody>
      </p:sp>
    </p:spTree>
  </p:cSld>
  <p:clrMapOvr>
    <a:masterClrMapping/>
  </p:clrMapOvr>
</p:sld>
</file>

<file path=ppt/slides/slide2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998" name="Shape 1998"/>
        <p:cNvGrpSpPr/>
        <p:nvPr/>
      </p:nvGrpSpPr>
      <p:grpSpPr>
        <a:xfrm>
          <a:off x="0" y="0"/>
          <a:ext cx="0" cy="0"/>
          <a:chOff x="0" y="0"/>
          <a:chExt cx="0" cy="0"/>
        </a:xfrm>
      </p:grpSpPr>
      <p:pic>
        <p:nvPicPr>
          <p:cNvPr id="1999" name="Google Shape;1999;g3d1afc4545f_0_749"/>
          <p:cNvPicPr preferRelativeResize="0"/>
          <p:nvPr/>
        </p:nvPicPr>
        <p:blipFill rotWithShape="1">
          <a:blip r:embed="rId3">
            <a:alphaModFix/>
          </a:blip>
          <a:srcRect b="0" l="0" r="0" t="0"/>
          <a:stretch/>
        </p:blipFill>
        <p:spPr>
          <a:xfrm>
            <a:off x="-4" y="6211289"/>
            <a:ext cx="12192003" cy="1285104"/>
          </a:xfrm>
          <a:prstGeom prst="rect">
            <a:avLst/>
          </a:prstGeom>
          <a:noFill/>
          <a:ln>
            <a:noFill/>
          </a:ln>
        </p:spPr>
      </p:pic>
      <p:pic>
        <p:nvPicPr>
          <p:cNvPr id="2000" name="Google Shape;2000;g3d1afc4545f_0_749"/>
          <p:cNvPicPr preferRelativeResize="0"/>
          <p:nvPr/>
        </p:nvPicPr>
        <p:blipFill rotWithShape="1">
          <a:blip r:embed="rId4">
            <a:alphaModFix/>
          </a:blip>
          <a:srcRect b="0" l="0" r="0" t="0"/>
          <a:stretch/>
        </p:blipFill>
        <p:spPr>
          <a:xfrm>
            <a:off x="10590934" y="6330522"/>
            <a:ext cx="1499906" cy="585000"/>
          </a:xfrm>
          <a:prstGeom prst="rect">
            <a:avLst/>
          </a:prstGeom>
          <a:noFill/>
          <a:ln>
            <a:noFill/>
          </a:ln>
        </p:spPr>
      </p:pic>
      <p:sp>
        <p:nvSpPr>
          <p:cNvPr id="2001" name="Google Shape;2001;g3d1afc4545f_0_749"/>
          <p:cNvSpPr txBox="1"/>
          <p:nvPr/>
        </p:nvSpPr>
        <p:spPr>
          <a:xfrm>
            <a:off x="-1" y="6288587"/>
            <a:ext cx="5981100" cy="3693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chemeClr val="dk1"/>
              </a:buClr>
              <a:buSzPts val="1800"/>
              <a:buFont typeface="Arial"/>
              <a:buNone/>
            </a:pPr>
            <a:r>
              <a:rPr b="0" i="0" lang="en-US" sz="1800" u="none" cap="none" strike="noStrike">
                <a:solidFill>
                  <a:schemeClr val="lt1"/>
                </a:solidFill>
                <a:latin typeface="Times New Roman"/>
                <a:ea typeface="Times New Roman"/>
                <a:cs typeface="Times New Roman"/>
                <a:sym typeface="Times New Roman"/>
              </a:rPr>
              <a:t>Term Paper Presentation | Ronit Dutta</a:t>
            </a:r>
            <a:endParaRPr b="0" i="0" sz="1800" u="none" cap="none" strike="noStrike">
              <a:solidFill>
                <a:schemeClr val="lt1"/>
              </a:solidFill>
              <a:latin typeface="Times New Roman"/>
              <a:ea typeface="Times New Roman"/>
              <a:cs typeface="Times New Roman"/>
              <a:sym typeface="Times New Roman"/>
            </a:endParaRPr>
          </a:p>
        </p:txBody>
      </p:sp>
      <p:sp>
        <p:nvSpPr>
          <p:cNvPr id="2002" name="Google Shape;2002;g3d1afc4545f_0_749"/>
          <p:cNvSpPr txBox="1"/>
          <p:nvPr/>
        </p:nvSpPr>
        <p:spPr>
          <a:xfrm>
            <a:off x="0" y="0"/>
            <a:ext cx="12192000" cy="5232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3200"/>
              <a:buFont typeface="Arial"/>
              <a:buNone/>
            </a:pPr>
            <a:r>
              <a:rPr lang="en-US" sz="2800">
                <a:solidFill>
                  <a:schemeClr val="dk1"/>
                </a:solidFill>
                <a:latin typeface="Times New Roman"/>
                <a:ea typeface="Times New Roman"/>
                <a:cs typeface="Times New Roman"/>
                <a:sym typeface="Times New Roman"/>
              </a:rPr>
              <a:t>Phase shifts</a:t>
            </a:r>
            <a:endParaRPr b="0" i="0" sz="2800" u="none" cap="none" strike="noStrike">
              <a:solidFill>
                <a:schemeClr val="dk1"/>
              </a:solidFill>
              <a:latin typeface="Times New Roman"/>
              <a:ea typeface="Times New Roman"/>
              <a:cs typeface="Times New Roman"/>
              <a:sym typeface="Times New Roman"/>
            </a:endParaRPr>
          </a:p>
        </p:txBody>
      </p:sp>
      <p:cxnSp>
        <p:nvCxnSpPr>
          <p:cNvPr id="2003" name="Google Shape;2003;g3d1afc4545f_0_749"/>
          <p:cNvCxnSpPr/>
          <p:nvPr/>
        </p:nvCxnSpPr>
        <p:spPr>
          <a:xfrm flipH="1" rot="10800000">
            <a:off x="6" y="470214"/>
            <a:ext cx="6318000" cy="30600"/>
          </a:xfrm>
          <a:prstGeom prst="straightConnector1">
            <a:avLst/>
          </a:prstGeom>
          <a:noFill/>
          <a:ln cap="flat" cmpd="sng" w="9525">
            <a:solidFill>
              <a:srgbClr val="0E4D3B"/>
            </a:solidFill>
            <a:prstDash val="solid"/>
            <a:miter lim="800000"/>
            <a:headEnd len="sm" w="sm" type="none"/>
            <a:tailEnd len="sm" w="sm" type="none"/>
          </a:ln>
        </p:spPr>
      </p:cxnSp>
      <p:pic>
        <p:nvPicPr>
          <p:cNvPr id="2004" name="Google Shape;2004;g3d1afc4545f_0_749"/>
          <p:cNvPicPr preferRelativeResize="0"/>
          <p:nvPr/>
        </p:nvPicPr>
        <p:blipFill rotWithShape="1">
          <a:blip r:embed="rId5">
            <a:alphaModFix/>
          </a:blip>
          <a:srcRect b="0" l="0" r="0" t="0"/>
          <a:stretch/>
        </p:blipFill>
        <p:spPr>
          <a:xfrm>
            <a:off x="-4" y="6211289"/>
            <a:ext cx="12192003" cy="1285104"/>
          </a:xfrm>
          <a:prstGeom prst="rect">
            <a:avLst/>
          </a:prstGeom>
          <a:noFill/>
          <a:ln>
            <a:noFill/>
          </a:ln>
        </p:spPr>
      </p:pic>
      <p:pic>
        <p:nvPicPr>
          <p:cNvPr id="2005" name="Google Shape;2005;g3d1afc4545f_0_749"/>
          <p:cNvPicPr preferRelativeResize="0"/>
          <p:nvPr/>
        </p:nvPicPr>
        <p:blipFill rotWithShape="1">
          <a:blip r:embed="rId4">
            <a:alphaModFix/>
          </a:blip>
          <a:srcRect b="0" l="0" r="0" t="0"/>
          <a:stretch/>
        </p:blipFill>
        <p:spPr>
          <a:xfrm>
            <a:off x="10590934" y="6330522"/>
            <a:ext cx="1499906" cy="585000"/>
          </a:xfrm>
          <a:prstGeom prst="rect">
            <a:avLst/>
          </a:prstGeom>
          <a:noFill/>
          <a:ln>
            <a:noFill/>
          </a:ln>
        </p:spPr>
      </p:pic>
      <p:sp>
        <p:nvSpPr>
          <p:cNvPr id="2006" name="Google Shape;2006;g3d1afc4545f_0_749"/>
          <p:cNvSpPr txBox="1"/>
          <p:nvPr/>
        </p:nvSpPr>
        <p:spPr>
          <a:xfrm>
            <a:off x="-1" y="6288587"/>
            <a:ext cx="5981100" cy="3693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chemeClr val="dk1"/>
              </a:buClr>
              <a:buSzPts val="1800"/>
              <a:buFont typeface="Arial"/>
              <a:buNone/>
            </a:pPr>
            <a:r>
              <a:rPr b="0" i="0" lang="en-US" sz="1800" u="none" cap="none" strike="noStrike">
                <a:solidFill>
                  <a:schemeClr val="lt1"/>
                </a:solidFill>
                <a:latin typeface="Times New Roman"/>
                <a:ea typeface="Times New Roman"/>
                <a:cs typeface="Times New Roman"/>
                <a:sym typeface="Times New Roman"/>
              </a:rPr>
              <a:t>Term Paper Presentation | Ronit Dutta</a:t>
            </a:r>
            <a:endParaRPr b="0" i="0" sz="1800" u="none" cap="none" strike="noStrike">
              <a:solidFill>
                <a:schemeClr val="lt1"/>
              </a:solidFill>
              <a:latin typeface="Times New Roman"/>
              <a:ea typeface="Times New Roman"/>
              <a:cs typeface="Times New Roman"/>
              <a:sym typeface="Times New Roman"/>
            </a:endParaRPr>
          </a:p>
        </p:txBody>
      </p:sp>
      <p:pic>
        <p:nvPicPr>
          <p:cNvPr id="2007" name="Google Shape;2007;g3d1afc4545f_0_749"/>
          <p:cNvPicPr preferRelativeResize="0"/>
          <p:nvPr/>
        </p:nvPicPr>
        <p:blipFill rotWithShape="1">
          <a:blip r:embed="rId5">
            <a:alphaModFix/>
          </a:blip>
          <a:srcRect b="0" l="0" r="0" t="0"/>
          <a:stretch/>
        </p:blipFill>
        <p:spPr>
          <a:xfrm>
            <a:off x="-4" y="6211289"/>
            <a:ext cx="12192003" cy="1285104"/>
          </a:xfrm>
          <a:prstGeom prst="rect">
            <a:avLst/>
          </a:prstGeom>
          <a:noFill/>
          <a:ln>
            <a:noFill/>
          </a:ln>
        </p:spPr>
      </p:pic>
      <p:pic>
        <p:nvPicPr>
          <p:cNvPr id="2008" name="Google Shape;2008;g3d1afc4545f_0_749"/>
          <p:cNvPicPr preferRelativeResize="0"/>
          <p:nvPr/>
        </p:nvPicPr>
        <p:blipFill rotWithShape="1">
          <a:blip r:embed="rId4">
            <a:alphaModFix/>
          </a:blip>
          <a:srcRect b="0" l="0" r="0" t="0"/>
          <a:stretch/>
        </p:blipFill>
        <p:spPr>
          <a:xfrm>
            <a:off x="10590934" y="6330522"/>
            <a:ext cx="1499906" cy="585000"/>
          </a:xfrm>
          <a:prstGeom prst="rect">
            <a:avLst/>
          </a:prstGeom>
          <a:noFill/>
          <a:ln>
            <a:noFill/>
          </a:ln>
        </p:spPr>
      </p:pic>
      <p:sp>
        <p:nvSpPr>
          <p:cNvPr id="2009" name="Google Shape;2009;g3d1afc4545f_0_749"/>
          <p:cNvSpPr txBox="1"/>
          <p:nvPr/>
        </p:nvSpPr>
        <p:spPr>
          <a:xfrm>
            <a:off x="-1" y="6288587"/>
            <a:ext cx="5981100" cy="6465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chemeClr val="dk1"/>
              </a:buClr>
              <a:buSzPts val="1800"/>
              <a:buFont typeface="Arial"/>
              <a:buNone/>
            </a:pPr>
            <a:r>
              <a:rPr b="0" i="0" lang="en-US" sz="1800" u="none" cap="none" strike="noStrike">
                <a:solidFill>
                  <a:schemeClr val="lt1"/>
                </a:solidFill>
                <a:latin typeface="Times New Roman"/>
                <a:ea typeface="Times New Roman"/>
                <a:cs typeface="Times New Roman"/>
                <a:sym typeface="Times New Roman"/>
              </a:rPr>
              <a:t>Machine Learning Professional</a:t>
            </a:r>
            <a:br>
              <a:rPr b="0" i="0" lang="en-US" sz="1800" u="none" cap="none" strike="noStrike">
                <a:solidFill>
                  <a:schemeClr val="lt1"/>
                </a:solidFill>
                <a:latin typeface="Times New Roman"/>
                <a:ea typeface="Times New Roman"/>
                <a:cs typeface="Times New Roman"/>
                <a:sym typeface="Times New Roman"/>
              </a:rPr>
            </a:br>
            <a:r>
              <a:rPr b="0" i="0" lang="en-US" sz="1800" u="none" cap="none" strike="noStrike">
                <a:solidFill>
                  <a:schemeClr val="lt1"/>
                </a:solidFill>
                <a:latin typeface="Times New Roman"/>
                <a:ea typeface="Times New Roman"/>
                <a:cs typeface="Times New Roman"/>
                <a:sym typeface="Times New Roman"/>
              </a:rPr>
              <a:t>Project Presentation</a:t>
            </a:r>
            <a:endParaRPr b="0" i="0" sz="1800" u="none" cap="none" strike="noStrike">
              <a:solidFill>
                <a:schemeClr val="lt1"/>
              </a:solidFill>
              <a:latin typeface="Times New Roman"/>
              <a:ea typeface="Times New Roman"/>
              <a:cs typeface="Times New Roman"/>
              <a:sym typeface="Times New Roman"/>
            </a:endParaRPr>
          </a:p>
        </p:txBody>
      </p:sp>
      <p:pic>
        <p:nvPicPr>
          <p:cNvPr id="2010" name="Google Shape;2010;g3d1afc4545f_0_749"/>
          <p:cNvPicPr preferRelativeResize="0"/>
          <p:nvPr/>
        </p:nvPicPr>
        <p:blipFill rotWithShape="1">
          <a:blip r:embed="rId6">
            <a:alphaModFix/>
          </a:blip>
          <a:srcRect b="0" l="0" r="0" t="0"/>
          <a:stretch/>
        </p:blipFill>
        <p:spPr>
          <a:xfrm>
            <a:off x="10590875" y="6330524"/>
            <a:ext cx="1500023" cy="585000"/>
          </a:xfrm>
          <a:prstGeom prst="rect">
            <a:avLst/>
          </a:prstGeom>
          <a:noFill/>
          <a:ln>
            <a:noFill/>
          </a:ln>
        </p:spPr>
      </p:pic>
      <p:pic>
        <p:nvPicPr>
          <p:cNvPr id="2011" name="Google Shape;2011;g3d1afc4545f_0_749"/>
          <p:cNvPicPr preferRelativeResize="0"/>
          <p:nvPr/>
        </p:nvPicPr>
        <p:blipFill rotWithShape="1">
          <a:blip r:embed="rId7">
            <a:alphaModFix/>
          </a:blip>
          <a:srcRect b="0" l="0" r="0" t="0"/>
          <a:stretch/>
        </p:blipFill>
        <p:spPr>
          <a:xfrm>
            <a:off x="-4" y="6211289"/>
            <a:ext cx="12192003" cy="1285104"/>
          </a:xfrm>
          <a:prstGeom prst="rect">
            <a:avLst/>
          </a:prstGeom>
          <a:noFill/>
          <a:ln>
            <a:noFill/>
          </a:ln>
        </p:spPr>
      </p:pic>
      <p:sp>
        <p:nvSpPr>
          <p:cNvPr id="2012" name="Google Shape;2012;g3d1afc4545f_0_749"/>
          <p:cNvSpPr txBox="1"/>
          <p:nvPr/>
        </p:nvSpPr>
        <p:spPr>
          <a:xfrm>
            <a:off x="-1" y="6288587"/>
            <a:ext cx="5981100" cy="6465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chemeClr val="dk1"/>
              </a:buClr>
              <a:buSzPts val="1800"/>
              <a:buFont typeface="Arial"/>
              <a:buNone/>
            </a:pPr>
            <a:r>
              <a:rPr b="0" i="0" lang="en-US" sz="1800" u="none" cap="none" strike="noStrike">
                <a:solidFill>
                  <a:schemeClr val="lt1"/>
                </a:solidFill>
                <a:latin typeface="Times New Roman"/>
                <a:ea typeface="Times New Roman"/>
                <a:cs typeface="Times New Roman"/>
                <a:sym typeface="Times New Roman"/>
              </a:rPr>
              <a:t>Machine Learning Professional</a:t>
            </a:r>
            <a:br>
              <a:rPr b="0" i="0" lang="en-US" sz="1800" u="none" cap="none" strike="noStrike">
                <a:solidFill>
                  <a:schemeClr val="lt1"/>
                </a:solidFill>
                <a:latin typeface="Times New Roman"/>
                <a:ea typeface="Times New Roman"/>
                <a:cs typeface="Times New Roman"/>
                <a:sym typeface="Times New Roman"/>
              </a:rPr>
            </a:br>
            <a:r>
              <a:rPr b="0" i="0" lang="en-US" sz="1800" u="none" cap="none" strike="noStrike">
                <a:solidFill>
                  <a:schemeClr val="lt1"/>
                </a:solidFill>
                <a:latin typeface="Times New Roman"/>
                <a:ea typeface="Times New Roman"/>
                <a:cs typeface="Times New Roman"/>
                <a:sym typeface="Times New Roman"/>
              </a:rPr>
              <a:t>Project Presentation</a:t>
            </a:r>
            <a:endParaRPr b="0" i="0" sz="1800" u="none" cap="none" strike="noStrike">
              <a:solidFill>
                <a:schemeClr val="lt1"/>
              </a:solidFill>
              <a:latin typeface="Times New Roman"/>
              <a:ea typeface="Times New Roman"/>
              <a:cs typeface="Times New Roman"/>
              <a:sym typeface="Times New Roman"/>
            </a:endParaRPr>
          </a:p>
        </p:txBody>
      </p:sp>
      <p:pic>
        <p:nvPicPr>
          <p:cNvPr id="2013" name="Google Shape;2013;g3d1afc4545f_0_749"/>
          <p:cNvPicPr preferRelativeResize="0"/>
          <p:nvPr/>
        </p:nvPicPr>
        <p:blipFill rotWithShape="1">
          <a:blip r:embed="rId6">
            <a:alphaModFix/>
          </a:blip>
          <a:srcRect b="0" l="0" r="0" t="0"/>
          <a:stretch/>
        </p:blipFill>
        <p:spPr>
          <a:xfrm>
            <a:off x="10590875" y="6330524"/>
            <a:ext cx="1500023" cy="585000"/>
          </a:xfrm>
          <a:prstGeom prst="rect">
            <a:avLst/>
          </a:prstGeom>
          <a:noFill/>
          <a:ln>
            <a:noFill/>
          </a:ln>
        </p:spPr>
      </p:pic>
      <p:pic>
        <p:nvPicPr>
          <p:cNvPr id="2014" name="Google Shape;2014;g3d1afc4545f_0_749"/>
          <p:cNvPicPr preferRelativeResize="0"/>
          <p:nvPr/>
        </p:nvPicPr>
        <p:blipFill rotWithShape="1">
          <a:blip r:embed="rId7">
            <a:alphaModFix/>
          </a:blip>
          <a:srcRect b="0" l="0" r="0" t="0"/>
          <a:stretch/>
        </p:blipFill>
        <p:spPr>
          <a:xfrm>
            <a:off x="-4" y="6211289"/>
            <a:ext cx="12192003" cy="1285104"/>
          </a:xfrm>
          <a:prstGeom prst="rect">
            <a:avLst/>
          </a:prstGeom>
          <a:noFill/>
          <a:ln>
            <a:noFill/>
          </a:ln>
        </p:spPr>
      </p:pic>
      <p:sp>
        <p:nvSpPr>
          <p:cNvPr id="2015" name="Google Shape;2015;g3d1afc4545f_0_749"/>
          <p:cNvSpPr txBox="1"/>
          <p:nvPr/>
        </p:nvSpPr>
        <p:spPr>
          <a:xfrm>
            <a:off x="-1" y="6234672"/>
            <a:ext cx="5981100" cy="6465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chemeClr val="dk1"/>
              </a:buClr>
              <a:buSzPts val="1800"/>
              <a:buFont typeface="Arial"/>
              <a:buNone/>
            </a:pPr>
            <a:r>
              <a:rPr b="0" i="0" lang="en-US" sz="1800" u="none" cap="none" strike="noStrike">
                <a:solidFill>
                  <a:schemeClr val="lt1"/>
                </a:solidFill>
                <a:latin typeface="Times New Roman"/>
                <a:ea typeface="Times New Roman"/>
                <a:cs typeface="Times New Roman"/>
                <a:sym typeface="Times New Roman"/>
              </a:rPr>
              <a:t>Machine Learning Professional</a:t>
            </a:r>
            <a:br>
              <a:rPr b="0" i="0" lang="en-US" sz="1800" u="none" cap="none" strike="noStrike">
                <a:solidFill>
                  <a:schemeClr val="lt1"/>
                </a:solidFill>
                <a:latin typeface="Times New Roman"/>
                <a:ea typeface="Times New Roman"/>
                <a:cs typeface="Times New Roman"/>
                <a:sym typeface="Times New Roman"/>
              </a:rPr>
            </a:br>
            <a:r>
              <a:rPr b="0" i="0" lang="en-US" sz="1800" u="none" cap="none" strike="noStrike">
                <a:solidFill>
                  <a:schemeClr val="lt1"/>
                </a:solidFill>
                <a:latin typeface="Times New Roman"/>
                <a:ea typeface="Times New Roman"/>
                <a:cs typeface="Times New Roman"/>
                <a:sym typeface="Times New Roman"/>
              </a:rPr>
              <a:t>Project Presentation</a:t>
            </a:r>
            <a:endParaRPr b="0" i="0" sz="1800" u="none" cap="none" strike="noStrike">
              <a:solidFill>
                <a:schemeClr val="lt1"/>
              </a:solidFill>
              <a:latin typeface="Times New Roman"/>
              <a:ea typeface="Times New Roman"/>
              <a:cs typeface="Times New Roman"/>
              <a:sym typeface="Times New Roman"/>
            </a:endParaRPr>
          </a:p>
        </p:txBody>
      </p:sp>
      <p:pic>
        <p:nvPicPr>
          <p:cNvPr id="2016" name="Google Shape;2016;g3d1afc4545f_0_749"/>
          <p:cNvPicPr preferRelativeResize="0"/>
          <p:nvPr/>
        </p:nvPicPr>
        <p:blipFill rotWithShape="1">
          <a:blip r:embed="rId6">
            <a:alphaModFix/>
          </a:blip>
          <a:srcRect b="0" l="0" r="0" t="0"/>
          <a:stretch/>
        </p:blipFill>
        <p:spPr>
          <a:xfrm>
            <a:off x="10590875" y="6330524"/>
            <a:ext cx="1500023" cy="585000"/>
          </a:xfrm>
          <a:prstGeom prst="rect">
            <a:avLst/>
          </a:prstGeom>
          <a:noFill/>
          <a:ln>
            <a:noFill/>
          </a:ln>
        </p:spPr>
      </p:pic>
      <p:pic>
        <p:nvPicPr>
          <p:cNvPr id="2017" name="Google Shape;2017;g3d1afc4545f_0_749"/>
          <p:cNvPicPr preferRelativeResize="0"/>
          <p:nvPr/>
        </p:nvPicPr>
        <p:blipFill rotWithShape="1">
          <a:blip r:embed="rId8">
            <a:alphaModFix/>
          </a:blip>
          <a:srcRect b="0" l="0" r="0" t="0"/>
          <a:stretch/>
        </p:blipFill>
        <p:spPr>
          <a:xfrm>
            <a:off x="-4" y="6211289"/>
            <a:ext cx="12192003" cy="1285104"/>
          </a:xfrm>
          <a:prstGeom prst="rect">
            <a:avLst/>
          </a:prstGeom>
          <a:noFill/>
          <a:ln>
            <a:noFill/>
          </a:ln>
        </p:spPr>
      </p:pic>
      <p:sp>
        <p:nvSpPr>
          <p:cNvPr id="2018" name="Google Shape;2018;g3d1afc4545f_0_749"/>
          <p:cNvSpPr txBox="1"/>
          <p:nvPr/>
        </p:nvSpPr>
        <p:spPr>
          <a:xfrm>
            <a:off x="-1" y="6234672"/>
            <a:ext cx="5981100" cy="6465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chemeClr val="dk1"/>
              </a:buClr>
              <a:buSzPts val="1800"/>
              <a:buFont typeface="Arial"/>
              <a:buNone/>
            </a:pPr>
            <a:r>
              <a:rPr b="0" i="0" lang="en-US" sz="1800" u="none" cap="none" strike="noStrike">
                <a:solidFill>
                  <a:schemeClr val="lt1"/>
                </a:solidFill>
                <a:latin typeface="Times New Roman"/>
                <a:ea typeface="Times New Roman"/>
                <a:cs typeface="Times New Roman"/>
                <a:sym typeface="Times New Roman"/>
              </a:rPr>
              <a:t>Nanoelectronics - Seminar Presentation</a:t>
            </a:r>
            <a:br>
              <a:rPr b="0" i="0" lang="en-US" sz="1800" u="none" cap="none" strike="noStrike">
                <a:solidFill>
                  <a:schemeClr val="lt1"/>
                </a:solidFill>
                <a:latin typeface="Times New Roman"/>
                <a:ea typeface="Times New Roman"/>
                <a:cs typeface="Times New Roman"/>
                <a:sym typeface="Times New Roman"/>
              </a:rPr>
            </a:br>
            <a:r>
              <a:rPr b="0" i="0" lang="en-US" sz="1800" u="none" cap="none" strike="noStrike">
                <a:solidFill>
                  <a:schemeClr val="lt1"/>
                </a:solidFill>
                <a:latin typeface="Times New Roman"/>
                <a:ea typeface="Times New Roman"/>
                <a:cs typeface="Times New Roman"/>
                <a:sym typeface="Times New Roman"/>
              </a:rPr>
              <a:t>Ronit Dutta</a:t>
            </a:r>
            <a:endParaRPr b="0" i="0" sz="1800" u="none" cap="none" strike="noStrike">
              <a:solidFill>
                <a:schemeClr val="lt1"/>
              </a:solidFill>
              <a:latin typeface="Times New Roman"/>
              <a:ea typeface="Times New Roman"/>
              <a:cs typeface="Times New Roman"/>
              <a:sym typeface="Times New Roman"/>
            </a:endParaRPr>
          </a:p>
        </p:txBody>
      </p:sp>
      <p:pic>
        <p:nvPicPr>
          <p:cNvPr id="2019" name="Google Shape;2019;g3d1afc4545f_0_749"/>
          <p:cNvPicPr preferRelativeResize="0"/>
          <p:nvPr/>
        </p:nvPicPr>
        <p:blipFill rotWithShape="1">
          <a:blip r:embed="rId6">
            <a:alphaModFix/>
          </a:blip>
          <a:srcRect b="0" l="0" r="0" t="0"/>
          <a:stretch/>
        </p:blipFill>
        <p:spPr>
          <a:xfrm>
            <a:off x="10590875" y="6330524"/>
            <a:ext cx="1500023" cy="585000"/>
          </a:xfrm>
          <a:prstGeom prst="rect">
            <a:avLst/>
          </a:prstGeom>
          <a:noFill/>
          <a:ln>
            <a:noFill/>
          </a:ln>
        </p:spPr>
      </p:pic>
      <p:pic>
        <p:nvPicPr>
          <p:cNvPr id="2020" name="Google Shape;2020;g3d1afc4545f_0_749"/>
          <p:cNvPicPr preferRelativeResize="0"/>
          <p:nvPr/>
        </p:nvPicPr>
        <p:blipFill rotWithShape="1">
          <a:blip r:embed="rId9">
            <a:alphaModFix/>
          </a:blip>
          <a:srcRect b="0" l="0" r="0" t="0"/>
          <a:stretch/>
        </p:blipFill>
        <p:spPr>
          <a:xfrm>
            <a:off x="0" y="6330524"/>
            <a:ext cx="12192000" cy="1165875"/>
          </a:xfrm>
          <a:prstGeom prst="rect">
            <a:avLst/>
          </a:prstGeom>
          <a:noFill/>
          <a:ln>
            <a:noFill/>
          </a:ln>
        </p:spPr>
      </p:pic>
      <p:sp>
        <p:nvSpPr>
          <p:cNvPr id="2021" name="Google Shape;2021;g3d1afc4545f_0_749"/>
          <p:cNvSpPr txBox="1"/>
          <p:nvPr/>
        </p:nvSpPr>
        <p:spPr>
          <a:xfrm>
            <a:off x="-1" y="6445547"/>
            <a:ext cx="5981100" cy="6465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chemeClr val="dk1"/>
              </a:buClr>
              <a:buSzPts val="1800"/>
              <a:buFont typeface="Arial"/>
              <a:buNone/>
            </a:pPr>
            <a:r>
              <a:rPr lang="en-US" sz="1800">
                <a:solidFill>
                  <a:schemeClr val="lt1"/>
                </a:solidFill>
                <a:latin typeface="Times New Roman"/>
                <a:ea typeface="Times New Roman"/>
                <a:cs typeface="Times New Roman"/>
                <a:sym typeface="Times New Roman"/>
              </a:rPr>
              <a:t>Applied Mathematics for Engineering [MIDTERM PROJECT]</a:t>
            </a:r>
            <a:br>
              <a:rPr b="0" i="0" lang="en-US" sz="1800" u="none" cap="none" strike="noStrike">
                <a:solidFill>
                  <a:schemeClr val="lt1"/>
                </a:solidFill>
                <a:latin typeface="Times New Roman"/>
                <a:ea typeface="Times New Roman"/>
                <a:cs typeface="Times New Roman"/>
                <a:sym typeface="Times New Roman"/>
              </a:rPr>
            </a:br>
            <a:r>
              <a:rPr b="0" i="0" lang="en-US" sz="1800" u="none" cap="none" strike="noStrike">
                <a:solidFill>
                  <a:schemeClr val="lt1"/>
                </a:solidFill>
                <a:latin typeface="Times New Roman"/>
                <a:ea typeface="Times New Roman"/>
                <a:cs typeface="Times New Roman"/>
                <a:sym typeface="Times New Roman"/>
              </a:rPr>
              <a:t>Ronit Dutta</a:t>
            </a:r>
            <a:endParaRPr b="0" i="0" sz="1800" u="none" cap="none" strike="noStrike">
              <a:solidFill>
                <a:schemeClr val="lt1"/>
              </a:solidFill>
              <a:latin typeface="Times New Roman"/>
              <a:ea typeface="Times New Roman"/>
              <a:cs typeface="Times New Roman"/>
              <a:sym typeface="Times New Roman"/>
            </a:endParaRPr>
          </a:p>
        </p:txBody>
      </p:sp>
      <p:pic>
        <p:nvPicPr>
          <p:cNvPr id="2022" name="Google Shape;2022;g3d1afc4545f_0_749"/>
          <p:cNvPicPr preferRelativeResize="0"/>
          <p:nvPr/>
        </p:nvPicPr>
        <p:blipFill rotWithShape="1">
          <a:blip r:embed="rId6">
            <a:alphaModFix/>
          </a:blip>
          <a:srcRect b="0" l="0" r="0" t="0"/>
          <a:stretch/>
        </p:blipFill>
        <p:spPr>
          <a:xfrm>
            <a:off x="10579375" y="6476299"/>
            <a:ext cx="1500023" cy="585000"/>
          </a:xfrm>
          <a:prstGeom prst="rect">
            <a:avLst/>
          </a:prstGeom>
          <a:noFill/>
          <a:ln>
            <a:noFill/>
          </a:ln>
        </p:spPr>
      </p:pic>
      <p:pic>
        <p:nvPicPr>
          <p:cNvPr id="2023" name="Google Shape;2023;g3d1afc4545f_0_749"/>
          <p:cNvPicPr preferRelativeResize="0"/>
          <p:nvPr/>
        </p:nvPicPr>
        <p:blipFill rotWithShape="1">
          <a:blip r:embed="rId4">
            <a:alphaModFix/>
          </a:blip>
          <a:srcRect b="0" l="0" r="0" t="0"/>
          <a:stretch/>
        </p:blipFill>
        <p:spPr>
          <a:xfrm>
            <a:off x="10590934" y="6330522"/>
            <a:ext cx="1499906" cy="585000"/>
          </a:xfrm>
          <a:prstGeom prst="rect">
            <a:avLst/>
          </a:prstGeom>
          <a:noFill/>
          <a:ln>
            <a:noFill/>
          </a:ln>
        </p:spPr>
      </p:pic>
      <p:sp>
        <p:nvSpPr>
          <p:cNvPr id="2024" name="Google Shape;2024;g3d1afc4545f_0_749"/>
          <p:cNvSpPr txBox="1"/>
          <p:nvPr/>
        </p:nvSpPr>
        <p:spPr>
          <a:xfrm>
            <a:off x="-1" y="6288587"/>
            <a:ext cx="5981100" cy="3693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chemeClr val="dk1"/>
              </a:buClr>
              <a:buSzPts val="1800"/>
              <a:buFont typeface="Arial"/>
              <a:buNone/>
            </a:pPr>
            <a:r>
              <a:rPr b="0" i="0" lang="en-US" sz="1800" u="none" cap="none" strike="noStrike">
                <a:solidFill>
                  <a:schemeClr val="lt1"/>
                </a:solidFill>
                <a:latin typeface="Times New Roman"/>
                <a:ea typeface="Times New Roman"/>
                <a:cs typeface="Times New Roman"/>
                <a:sym typeface="Times New Roman"/>
              </a:rPr>
              <a:t>Term Paper Presentation | Ronit Dutta</a:t>
            </a:r>
            <a:endParaRPr b="0" i="0" sz="1800" u="none" cap="none" strike="noStrike">
              <a:solidFill>
                <a:schemeClr val="lt1"/>
              </a:solidFill>
              <a:latin typeface="Times New Roman"/>
              <a:ea typeface="Times New Roman"/>
              <a:cs typeface="Times New Roman"/>
              <a:sym typeface="Times New Roman"/>
            </a:endParaRPr>
          </a:p>
        </p:txBody>
      </p:sp>
      <p:pic>
        <p:nvPicPr>
          <p:cNvPr id="2025" name="Google Shape;2025;g3d1afc4545f_0_749"/>
          <p:cNvPicPr preferRelativeResize="0"/>
          <p:nvPr/>
        </p:nvPicPr>
        <p:blipFill rotWithShape="1">
          <a:blip r:embed="rId4">
            <a:alphaModFix/>
          </a:blip>
          <a:srcRect b="0" l="0" r="0" t="0"/>
          <a:stretch/>
        </p:blipFill>
        <p:spPr>
          <a:xfrm>
            <a:off x="10590934" y="6330522"/>
            <a:ext cx="1499906" cy="585000"/>
          </a:xfrm>
          <a:prstGeom prst="rect">
            <a:avLst/>
          </a:prstGeom>
          <a:noFill/>
          <a:ln>
            <a:noFill/>
          </a:ln>
        </p:spPr>
      </p:pic>
      <p:sp>
        <p:nvSpPr>
          <p:cNvPr id="2026" name="Google Shape;2026;g3d1afc4545f_0_749"/>
          <p:cNvSpPr txBox="1"/>
          <p:nvPr/>
        </p:nvSpPr>
        <p:spPr>
          <a:xfrm>
            <a:off x="-1" y="6288587"/>
            <a:ext cx="5981100" cy="3693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chemeClr val="dk1"/>
              </a:buClr>
              <a:buSzPts val="1800"/>
              <a:buFont typeface="Arial"/>
              <a:buNone/>
            </a:pPr>
            <a:r>
              <a:rPr b="0" i="0" lang="en-US" sz="1800" u="none" cap="none" strike="noStrike">
                <a:solidFill>
                  <a:schemeClr val="lt1"/>
                </a:solidFill>
                <a:latin typeface="Times New Roman"/>
                <a:ea typeface="Times New Roman"/>
                <a:cs typeface="Times New Roman"/>
                <a:sym typeface="Times New Roman"/>
              </a:rPr>
              <a:t>Term Paper Presentation | Ronit Dutta</a:t>
            </a:r>
            <a:endParaRPr b="0" i="0" sz="1800" u="none" cap="none" strike="noStrike">
              <a:solidFill>
                <a:schemeClr val="lt1"/>
              </a:solidFill>
              <a:latin typeface="Times New Roman"/>
              <a:ea typeface="Times New Roman"/>
              <a:cs typeface="Times New Roman"/>
              <a:sym typeface="Times New Roman"/>
            </a:endParaRPr>
          </a:p>
        </p:txBody>
      </p:sp>
      <p:pic>
        <p:nvPicPr>
          <p:cNvPr id="2027" name="Google Shape;2027;g3d1afc4545f_0_749"/>
          <p:cNvPicPr preferRelativeResize="0"/>
          <p:nvPr/>
        </p:nvPicPr>
        <p:blipFill rotWithShape="1">
          <a:blip r:embed="rId4">
            <a:alphaModFix/>
          </a:blip>
          <a:srcRect b="0" l="0" r="0" t="0"/>
          <a:stretch/>
        </p:blipFill>
        <p:spPr>
          <a:xfrm>
            <a:off x="10590934" y="6330522"/>
            <a:ext cx="1499906" cy="585000"/>
          </a:xfrm>
          <a:prstGeom prst="rect">
            <a:avLst/>
          </a:prstGeom>
          <a:noFill/>
          <a:ln>
            <a:noFill/>
          </a:ln>
        </p:spPr>
      </p:pic>
      <p:sp>
        <p:nvSpPr>
          <p:cNvPr id="2028" name="Google Shape;2028;g3d1afc4545f_0_749"/>
          <p:cNvSpPr txBox="1"/>
          <p:nvPr/>
        </p:nvSpPr>
        <p:spPr>
          <a:xfrm>
            <a:off x="-1" y="6288587"/>
            <a:ext cx="5981100" cy="6465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chemeClr val="dk1"/>
              </a:buClr>
              <a:buSzPts val="1800"/>
              <a:buFont typeface="Arial"/>
              <a:buNone/>
            </a:pPr>
            <a:r>
              <a:rPr b="0" i="0" lang="en-US" sz="1800" u="none" cap="none" strike="noStrike">
                <a:solidFill>
                  <a:schemeClr val="lt1"/>
                </a:solidFill>
                <a:latin typeface="Times New Roman"/>
                <a:ea typeface="Times New Roman"/>
                <a:cs typeface="Times New Roman"/>
                <a:sym typeface="Times New Roman"/>
              </a:rPr>
              <a:t>Machine Learning Professional</a:t>
            </a:r>
            <a:br>
              <a:rPr b="0" i="0" lang="en-US" sz="1800" u="none" cap="none" strike="noStrike">
                <a:solidFill>
                  <a:schemeClr val="lt1"/>
                </a:solidFill>
                <a:latin typeface="Times New Roman"/>
                <a:ea typeface="Times New Roman"/>
                <a:cs typeface="Times New Roman"/>
                <a:sym typeface="Times New Roman"/>
              </a:rPr>
            </a:br>
            <a:r>
              <a:rPr b="0" i="0" lang="en-US" sz="1800" u="none" cap="none" strike="noStrike">
                <a:solidFill>
                  <a:schemeClr val="lt1"/>
                </a:solidFill>
                <a:latin typeface="Times New Roman"/>
                <a:ea typeface="Times New Roman"/>
                <a:cs typeface="Times New Roman"/>
                <a:sym typeface="Times New Roman"/>
              </a:rPr>
              <a:t>Project Presentation</a:t>
            </a:r>
            <a:endParaRPr b="0" i="0" sz="1800" u="none" cap="none" strike="noStrike">
              <a:solidFill>
                <a:schemeClr val="lt1"/>
              </a:solidFill>
              <a:latin typeface="Times New Roman"/>
              <a:ea typeface="Times New Roman"/>
              <a:cs typeface="Times New Roman"/>
              <a:sym typeface="Times New Roman"/>
            </a:endParaRPr>
          </a:p>
        </p:txBody>
      </p:sp>
      <p:pic>
        <p:nvPicPr>
          <p:cNvPr id="2029" name="Google Shape;2029;g3d1afc4545f_0_749"/>
          <p:cNvPicPr preferRelativeResize="0"/>
          <p:nvPr/>
        </p:nvPicPr>
        <p:blipFill rotWithShape="1">
          <a:blip r:embed="rId6">
            <a:alphaModFix/>
          </a:blip>
          <a:srcRect b="0" l="0" r="0" t="0"/>
          <a:stretch/>
        </p:blipFill>
        <p:spPr>
          <a:xfrm>
            <a:off x="10590875" y="6341462"/>
            <a:ext cx="1500023" cy="585000"/>
          </a:xfrm>
          <a:prstGeom prst="rect">
            <a:avLst/>
          </a:prstGeom>
          <a:noFill/>
          <a:ln>
            <a:noFill/>
          </a:ln>
        </p:spPr>
      </p:pic>
      <p:sp>
        <p:nvSpPr>
          <p:cNvPr id="2030" name="Google Shape;2030;g3d1afc4545f_0_749"/>
          <p:cNvSpPr txBox="1"/>
          <p:nvPr/>
        </p:nvSpPr>
        <p:spPr>
          <a:xfrm>
            <a:off x="-1" y="6288587"/>
            <a:ext cx="5981100" cy="6465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chemeClr val="dk1"/>
              </a:buClr>
              <a:buSzPts val="1800"/>
              <a:buFont typeface="Arial"/>
              <a:buNone/>
            </a:pPr>
            <a:r>
              <a:rPr b="0" i="0" lang="en-US" sz="1800" u="none" cap="none" strike="noStrike">
                <a:solidFill>
                  <a:schemeClr val="lt1"/>
                </a:solidFill>
                <a:latin typeface="Times New Roman"/>
                <a:ea typeface="Times New Roman"/>
                <a:cs typeface="Times New Roman"/>
                <a:sym typeface="Times New Roman"/>
              </a:rPr>
              <a:t>Machine Learning Professional</a:t>
            </a:r>
            <a:br>
              <a:rPr b="0" i="0" lang="en-US" sz="1800" u="none" cap="none" strike="noStrike">
                <a:solidFill>
                  <a:schemeClr val="lt1"/>
                </a:solidFill>
                <a:latin typeface="Times New Roman"/>
                <a:ea typeface="Times New Roman"/>
                <a:cs typeface="Times New Roman"/>
                <a:sym typeface="Times New Roman"/>
              </a:rPr>
            </a:br>
            <a:r>
              <a:rPr b="0" i="0" lang="en-US" sz="1800" u="none" cap="none" strike="noStrike">
                <a:solidFill>
                  <a:schemeClr val="lt1"/>
                </a:solidFill>
                <a:latin typeface="Times New Roman"/>
                <a:ea typeface="Times New Roman"/>
                <a:cs typeface="Times New Roman"/>
                <a:sym typeface="Times New Roman"/>
              </a:rPr>
              <a:t>Project Presentation</a:t>
            </a:r>
            <a:endParaRPr b="0" i="0" sz="1800" u="none" cap="none" strike="noStrike">
              <a:solidFill>
                <a:schemeClr val="lt1"/>
              </a:solidFill>
              <a:latin typeface="Times New Roman"/>
              <a:ea typeface="Times New Roman"/>
              <a:cs typeface="Times New Roman"/>
              <a:sym typeface="Times New Roman"/>
            </a:endParaRPr>
          </a:p>
        </p:txBody>
      </p:sp>
      <p:pic>
        <p:nvPicPr>
          <p:cNvPr id="2031" name="Google Shape;2031;g3d1afc4545f_0_749"/>
          <p:cNvPicPr preferRelativeResize="0"/>
          <p:nvPr/>
        </p:nvPicPr>
        <p:blipFill rotWithShape="1">
          <a:blip r:embed="rId6">
            <a:alphaModFix/>
          </a:blip>
          <a:srcRect b="0" l="0" r="0" t="0"/>
          <a:stretch/>
        </p:blipFill>
        <p:spPr>
          <a:xfrm>
            <a:off x="10590875" y="6330524"/>
            <a:ext cx="1500023" cy="585000"/>
          </a:xfrm>
          <a:prstGeom prst="rect">
            <a:avLst/>
          </a:prstGeom>
          <a:noFill/>
          <a:ln>
            <a:noFill/>
          </a:ln>
        </p:spPr>
      </p:pic>
      <p:sp>
        <p:nvSpPr>
          <p:cNvPr id="2032" name="Google Shape;2032;g3d1afc4545f_0_749"/>
          <p:cNvSpPr txBox="1"/>
          <p:nvPr/>
        </p:nvSpPr>
        <p:spPr>
          <a:xfrm>
            <a:off x="-1" y="6234672"/>
            <a:ext cx="5981100" cy="6465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chemeClr val="dk1"/>
              </a:buClr>
              <a:buSzPts val="1800"/>
              <a:buFont typeface="Arial"/>
              <a:buNone/>
            </a:pPr>
            <a:r>
              <a:rPr b="0" i="0" lang="en-US" sz="1800" u="none" cap="none" strike="noStrike">
                <a:solidFill>
                  <a:schemeClr val="lt1"/>
                </a:solidFill>
                <a:latin typeface="Times New Roman"/>
                <a:ea typeface="Times New Roman"/>
                <a:cs typeface="Times New Roman"/>
                <a:sym typeface="Times New Roman"/>
              </a:rPr>
              <a:t>Machine Learning Professional</a:t>
            </a:r>
            <a:br>
              <a:rPr b="0" i="0" lang="en-US" sz="1800" u="none" cap="none" strike="noStrike">
                <a:solidFill>
                  <a:schemeClr val="lt1"/>
                </a:solidFill>
                <a:latin typeface="Times New Roman"/>
                <a:ea typeface="Times New Roman"/>
                <a:cs typeface="Times New Roman"/>
                <a:sym typeface="Times New Roman"/>
              </a:rPr>
            </a:br>
            <a:r>
              <a:rPr b="0" i="0" lang="en-US" sz="1800" u="none" cap="none" strike="noStrike">
                <a:solidFill>
                  <a:schemeClr val="lt1"/>
                </a:solidFill>
                <a:latin typeface="Times New Roman"/>
                <a:ea typeface="Times New Roman"/>
                <a:cs typeface="Times New Roman"/>
                <a:sym typeface="Times New Roman"/>
              </a:rPr>
              <a:t>Project Presentation</a:t>
            </a:r>
            <a:endParaRPr b="0" i="0" sz="1800" u="none" cap="none" strike="noStrike">
              <a:solidFill>
                <a:schemeClr val="lt1"/>
              </a:solidFill>
              <a:latin typeface="Times New Roman"/>
              <a:ea typeface="Times New Roman"/>
              <a:cs typeface="Times New Roman"/>
              <a:sym typeface="Times New Roman"/>
            </a:endParaRPr>
          </a:p>
        </p:txBody>
      </p:sp>
      <p:pic>
        <p:nvPicPr>
          <p:cNvPr id="2033" name="Google Shape;2033;g3d1afc4545f_0_749"/>
          <p:cNvPicPr preferRelativeResize="0"/>
          <p:nvPr/>
        </p:nvPicPr>
        <p:blipFill rotWithShape="1">
          <a:blip r:embed="rId6">
            <a:alphaModFix/>
          </a:blip>
          <a:srcRect b="0" l="0" r="0" t="0"/>
          <a:stretch/>
        </p:blipFill>
        <p:spPr>
          <a:xfrm>
            <a:off x="10590875" y="6330524"/>
            <a:ext cx="1500023" cy="585000"/>
          </a:xfrm>
          <a:prstGeom prst="rect">
            <a:avLst/>
          </a:prstGeom>
          <a:noFill/>
          <a:ln>
            <a:noFill/>
          </a:ln>
        </p:spPr>
      </p:pic>
      <p:sp>
        <p:nvSpPr>
          <p:cNvPr id="2034" name="Google Shape;2034;g3d1afc4545f_0_749"/>
          <p:cNvSpPr txBox="1"/>
          <p:nvPr/>
        </p:nvSpPr>
        <p:spPr>
          <a:xfrm>
            <a:off x="-1" y="6234672"/>
            <a:ext cx="5981100" cy="6465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chemeClr val="dk1"/>
              </a:buClr>
              <a:buSzPts val="1800"/>
              <a:buFont typeface="Arial"/>
              <a:buNone/>
            </a:pPr>
            <a:r>
              <a:rPr b="0" i="0" lang="en-US" sz="1800" u="none" cap="none" strike="noStrike">
                <a:solidFill>
                  <a:schemeClr val="lt1"/>
                </a:solidFill>
                <a:latin typeface="Times New Roman"/>
                <a:ea typeface="Times New Roman"/>
                <a:cs typeface="Times New Roman"/>
                <a:sym typeface="Times New Roman"/>
              </a:rPr>
              <a:t>Machine Learning Professional</a:t>
            </a:r>
            <a:br>
              <a:rPr b="0" i="0" lang="en-US" sz="1800" u="none" cap="none" strike="noStrike">
                <a:solidFill>
                  <a:schemeClr val="lt1"/>
                </a:solidFill>
                <a:latin typeface="Times New Roman"/>
                <a:ea typeface="Times New Roman"/>
                <a:cs typeface="Times New Roman"/>
                <a:sym typeface="Times New Roman"/>
              </a:rPr>
            </a:br>
            <a:r>
              <a:rPr b="0" i="0" lang="en-US" sz="1800" u="none" cap="none" strike="noStrike">
                <a:solidFill>
                  <a:schemeClr val="lt1"/>
                </a:solidFill>
                <a:latin typeface="Times New Roman"/>
                <a:ea typeface="Times New Roman"/>
                <a:cs typeface="Times New Roman"/>
                <a:sym typeface="Times New Roman"/>
              </a:rPr>
              <a:t>Project Presentation</a:t>
            </a:r>
            <a:endParaRPr b="0" i="0" sz="1800" u="none" cap="none" strike="noStrike">
              <a:solidFill>
                <a:schemeClr val="lt1"/>
              </a:solidFill>
              <a:latin typeface="Times New Roman"/>
              <a:ea typeface="Times New Roman"/>
              <a:cs typeface="Times New Roman"/>
              <a:sym typeface="Times New Roman"/>
            </a:endParaRPr>
          </a:p>
        </p:txBody>
      </p:sp>
      <p:pic>
        <p:nvPicPr>
          <p:cNvPr id="2035" name="Google Shape;2035;g3d1afc4545f_0_749"/>
          <p:cNvPicPr preferRelativeResize="0"/>
          <p:nvPr/>
        </p:nvPicPr>
        <p:blipFill rotWithShape="1">
          <a:blip r:embed="rId6">
            <a:alphaModFix/>
          </a:blip>
          <a:srcRect b="0" l="0" r="0" t="0"/>
          <a:stretch/>
        </p:blipFill>
        <p:spPr>
          <a:xfrm>
            <a:off x="10590875" y="6330524"/>
            <a:ext cx="1500023" cy="585000"/>
          </a:xfrm>
          <a:prstGeom prst="rect">
            <a:avLst/>
          </a:prstGeom>
          <a:noFill/>
          <a:ln>
            <a:noFill/>
          </a:ln>
        </p:spPr>
      </p:pic>
      <p:sp>
        <p:nvSpPr>
          <p:cNvPr id="2036" name="Google Shape;2036;g3d1afc4545f_0_749"/>
          <p:cNvSpPr txBox="1"/>
          <p:nvPr/>
        </p:nvSpPr>
        <p:spPr>
          <a:xfrm>
            <a:off x="-1" y="6234672"/>
            <a:ext cx="5981100" cy="6465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chemeClr val="dk1"/>
              </a:buClr>
              <a:buSzPts val="1800"/>
              <a:buFont typeface="Arial"/>
              <a:buNone/>
            </a:pPr>
            <a:r>
              <a:rPr b="0" i="0" lang="en-US" sz="1800" u="none" cap="none" strike="noStrike">
                <a:solidFill>
                  <a:schemeClr val="lt1"/>
                </a:solidFill>
                <a:latin typeface="Times New Roman"/>
                <a:ea typeface="Times New Roman"/>
                <a:cs typeface="Times New Roman"/>
                <a:sym typeface="Times New Roman"/>
              </a:rPr>
              <a:t>Nanoelectronics - Seminar Presentation</a:t>
            </a:r>
            <a:br>
              <a:rPr b="0" i="0" lang="en-US" sz="1800" u="none" cap="none" strike="noStrike">
                <a:solidFill>
                  <a:schemeClr val="lt1"/>
                </a:solidFill>
                <a:latin typeface="Times New Roman"/>
                <a:ea typeface="Times New Roman"/>
                <a:cs typeface="Times New Roman"/>
                <a:sym typeface="Times New Roman"/>
              </a:rPr>
            </a:br>
            <a:r>
              <a:rPr b="0" i="0" lang="en-US" sz="1800" u="none" cap="none" strike="noStrike">
                <a:solidFill>
                  <a:schemeClr val="lt1"/>
                </a:solidFill>
                <a:latin typeface="Times New Roman"/>
                <a:ea typeface="Times New Roman"/>
                <a:cs typeface="Times New Roman"/>
                <a:sym typeface="Times New Roman"/>
              </a:rPr>
              <a:t>Ronit Dutta</a:t>
            </a:r>
            <a:endParaRPr b="0" i="0" sz="1800" u="none" cap="none" strike="noStrike">
              <a:solidFill>
                <a:schemeClr val="lt1"/>
              </a:solidFill>
              <a:latin typeface="Times New Roman"/>
              <a:ea typeface="Times New Roman"/>
              <a:cs typeface="Times New Roman"/>
              <a:sym typeface="Times New Roman"/>
            </a:endParaRPr>
          </a:p>
        </p:txBody>
      </p:sp>
      <p:pic>
        <p:nvPicPr>
          <p:cNvPr id="2037" name="Google Shape;2037;g3d1afc4545f_0_749"/>
          <p:cNvPicPr preferRelativeResize="0"/>
          <p:nvPr/>
        </p:nvPicPr>
        <p:blipFill rotWithShape="1">
          <a:blip r:embed="rId6">
            <a:alphaModFix/>
          </a:blip>
          <a:srcRect b="0" l="0" r="0" t="0"/>
          <a:stretch/>
        </p:blipFill>
        <p:spPr>
          <a:xfrm>
            <a:off x="10590875" y="6330524"/>
            <a:ext cx="1500023" cy="585000"/>
          </a:xfrm>
          <a:prstGeom prst="rect">
            <a:avLst/>
          </a:prstGeom>
          <a:noFill/>
          <a:ln>
            <a:noFill/>
          </a:ln>
        </p:spPr>
      </p:pic>
      <p:pic>
        <p:nvPicPr>
          <p:cNvPr id="2038" name="Google Shape;2038;g3d1afc4545f_0_749"/>
          <p:cNvPicPr preferRelativeResize="0"/>
          <p:nvPr/>
        </p:nvPicPr>
        <p:blipFill rotWithShape="1">
          <a:blip r:embed="rId4">
            <a:alphaModFix/>
          </a:blip>
          <a:srcRect b="0" l="0" r="0" t="0"/>
          <a:stretch/>
        </p:blipFill>
        <p:spPr>
          <a:xfrm>
            <a:off x="10590934" y="6330522"/>
            <a:ext cx="1499906" cy="585000"/>
          </a:xfrm>
          <a:prstGeom prst="rect">
            <a:avLst/>
          </a:prstGeom>
          <a:noFill/>
          <a:ln>
            <a:noFill/>
          </a:ln>
        </p:spPr>
      </p:pic>
      <p:sp>
        <p:nvSpPr>
          <p:cNvPr id="2039" name="Google Shape;2039;g3d1afc4545f_0_749"/>
          <p:cNvSpPr txBox="1"/>
          <p:nvPr/>
        </p:nvSpPr>
        <p:spPr>
          <a:xfrm>
            <a:off x="-1" y="6288587"/>
            <a:ext cx="5981100" cy="3693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chemeClr val="dk1"/>
              </a:buClr>
              <a:buSzPts val="1800"/>
              <a:buFont typeface="Arial"/>
              <a:buNone/>
            </a:pPr>
            <a:r>
              <a:rPr b="0" i="0" lang="en-US" sz="1800" u="none" cap="none" strike="noStrike">
                <a:solidFill>
                  <a:schemeClr val="lt1"/>
                </a:solidFill>
                <a:latin typeface="Times New Roman"/>
                <a:ea typeface="Times New Roman"/>
                <a:cs typeface="Times New Roman"/>
                <a:sym typeface="Times New Roman"/>
              </a:rPr>
              <a:t>Term Paper Presentation | Ronit Dutta</a:t>
            </a:r>
            <a:endParaRPr b="0" i="0" sz="1800" u="none" cap="none" strike="noStrike">
              <a:solidFill>
                <a:schemeClr val="lt1"/>
              </a:solidFill>
              <a:latin typeface="Times New Roman"/>
              <a:ea typeface="Times New Roman"/>
              <a:cs typeface="Times New Roman"/>
              <a:sym typeface="Times New Roman"/>
            </a:endParaRPr>
          </a:p>
        </p:txBody>
      </p:sp>
      <p:pic>
        <p:nvPicPr>
          <p:cNvPr id="2040" name="Google Shape;2040;g3d1afc4545f_0_749"/>
          <p:cNvPicPr preferRelativeResize="0"/>
          <p:nvPr/>
        </p:nvPicPr>
        <p:blipFill rotWithShape="1">
          <a:blip r:embed="rId4">
            <a:alphaModFix/>
          </a:blip>
          <a:srcRect b="0" l="0" r="0" t="0"/>
          <a:stretch/>
        </p:blipFill>
        <p:spPr>
          <a:xfrm>
            <a:off x="10590934" y="6330522"/>
            <a:ext cx="1499906" cy="585000"/>
          </a:xfrm>
          <a:prstGeom prst="rect">
            <a:avLst/>
          </a:prstGeom>
          <a:noFill/>
          <a:ln>
            <a:noFill/>
          </a:ln>
        </p:spPr>
      </p:pic>
      <p:sp>
        <p:nvSpPr>
          <p:cNvPr id="2041" name="Google Shape;2041;g3d1afc4545f_0_749"/>
          <p:cNvSpPr txBox="1"/>
          <p:nvPr/>
        </p:nvSpPr>
        <p:spPr>
          <a:xfrm>
            <a:off x="-1" y="6288587"/>
            <a:ext cx="5981100" cy="3693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chemeClr val="dk1"/>
              </a:buClr>
              <a:buSzPts val="1800"/>
              <a:buFont typeface="Arial"/>
              <a:buNone/>
            </a:pPr>
            <a:r>
              <a:rPr b="0" i="0" lang="en-US" sz="1800" u="none" cap="none" strike="noStrike">
                <a:solidFill>
                  <a:schemeClr val="lt1"/>
                </a:solidFill>
                <a:latin typeface="Times New Roman"/>
                <a:ea typeface="Times New Roman"/>
                <a:cs typeface="Times New Roman"/>
                <a:sym typeface="Times New Roman"/>
              </a:rPr>
              <a:t>Term Paper Presentation | Ronit Dutta</a:t>
            </a:r>
            <a:endParaRPr b="0" i="0" sz="1800" u="none" cap="none" strike="noStrike">
              <a:solidFill>
                <a:schemeClr val="lt1"/>
              </a:solidFill>
              <a:latin typeface="Times New Roman"/>
              <a:ea typeface="Times New Roman"/>
              <a:cs typeface="Times New Roman"/>
              <a:sym typeface="Times New Roman"/>
            </a:endParaRPr>
          </a:p>
        </p:txBody>
      </p:sp>
      <p:pic>
        <p:nvPicPr>
          <p:cNvPr id="2042" name="Google Shape;2042;g3d1afc4545f_0_749"/>
          <p:cNvPicPr preferRelativeResize="0"/>
          <p:nvPr/>
        </p:nvPicPr>
        <p:blipFill rotWithShape="1">
          <a:blip r:embed="rId4">
            <a:alphaModFix/>
          </a:blip>
          <a:srcRect b="0" l="0" r="0" t="0"/>
          <a:stretch/>
        </p:blipFill>
        <p:spPr>
          <a:xfrm>
            <a:off x="10590934" y="6330522"/>
            <a:ext cx="1499906" cy="585000"/>
          </a:xfrm>
          <a:prstGeom prst="rect">
            <a:avLst/>
          </a:prstGeom>
          <a:noFill/>
          <a:ln>
            <a:noFill/>
          </a:ln>
        </p:spPr>
      </p:pic>
      <p:sp>
        <p:nvSpPr>
          <p:cNvPr id="2043" name="Google Shape;2043;g3d1afc4545f_0_749"/>
          <p:cNvSpPr txBox="1"/>
          <p:nvPr/>
        </p:nvSpPr>
        <p:spPr>
          <a:xfrm>
            <a:off x="-1" y="6288587"/>
            <a:ext cx="5981100" cy="6465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chemeClr val="dk1"/>
              </a:buClr>
              <a:buSzPts val="1800"/>
              <a:buFont typeface="Arial"/>
              <a:buNone/>
            </a:pPr>
            <a:r>
              <a:rPr b="0" i="0" lang="en-US" sz="1800" u="none" cap="none" strike="noStrike">
                <a:solidFill>
                  <a:schemeClr val="lt1"/>
                </a:solidFill>
                <a:latin typeface="Times New Roman"/>
                <a:ea typeface="Times New Roman"/>
                <a:cs typeface="Times New Roman"/>
                <a:sym typeface="Times New Roman"/>
              </a:rPr>
              <a:t>Machine Learning Professional</a:t>
            </a:r>
            <a:br>
              <a:rPr b="0" i="0" lang="en-US" sz="1800" u="none" cap="none" strike="noStrike">
                <a:solidFill>
                  <a:schemeClr val="lt1"/>
                </a:solidFill>
                <a:latin typeface="Times New Roman"/>
                <a:ea typeface="Times New Roman"/>
                <a:cs typeface="Times New Roman"/>
                <a:sym typeface="Times New Roman"/>
              </a:rPr>
            </a:br>
            <a:r>
              <a:rPr b="0" i="0" lang="en-US" sz="1800" u="none" cap="none" strike="noStrike">
                <a:solidFill>
                  <a:schemeClr val="lt1"/>
                </a:solidFill>
                <a:latin typeface="Times New Roman"/>
                <a:ea typeface="Times New Roman"/>
                <a:cs typeface="Times New Roman"/>
                <a:sym typeface="Times New Roman"/>
              </a:rPr>
              <a:t>Project Presentation</a:t>
            </a:r>
            <a:endParaRPr b="0" i="0" sz="1800" u="none" cap="none" strike="noStrike">
              <a:solidFill>
                <a:schemeClr val="lt1"/>
              </a:solidFill>
              <a:latin typeface="Times New Roman"/>
              <a:ea typeface="Times New Roman"/>
              <a:cs typeface="Times New Roman"/>
              <a:sym typeface="Times New Roman"/>
            </a:endParaRPr>
          </a:p>
        </p:txBody>
      </p:sp>
      <p:pic>
        <p:nvPicPr>
          <p:cNvPr id="2044" name="Google Shape;2044;g3d1afc4545f_0_749"/>
          <p:cNvPicPr preferRelativeResize="0"/>
          <p:nvPr/>
        </p:nvPicPr>
        <p:blipFill rotWithShape="1">
          <a:blip r:embed="rId6">
            <a:alphaModFix/>
          </a:blip>
          <a:srcRect b="0" l="0" r="0" t="0"/>
          <a:stretch/>
        </p:blipFill>
        <p:spPr>
          <a:xfrm>
            <a:off x="10590875" y="6341462"/>
            <a:ext cx="1500023" cy="585000"/>
          </a:xfrm>
          <a:prstGeom prst="rect">
            <a:avLst/>
          </a:prstGeom>
          <a:noFill/>
          <a:ln>
            <a:noFill/>
          </a:ln>
        </p:spPr>
      </p:pic>
      <p:sp>
        <p:nvSpPr>
          <p:cNvPr id="2045" name="Google Shape;2045;g3d1afc4545f_0_749"/>
          <p:cNvSpPr txBox="1"/>
          <p:nvPr/>
        </p:nvSpPr>
        <p:spPr>
          <a:xfrm>
            <a:off x="-1" y="6288587"/>
            <a:ext cx="5981100" cy="6465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chemeClr val="dk1"/>
              </a:buClr>
              <a:buSzPts val="1800"/>
              <a:buFont typeface="Arial"/>
              <a:buNone/>
            </a:pPr>
            <a:r>
              <a:rPr b="0" i="0" lang="en-US" sz="1800" u="none" cap="none" strike="noStrike">
                <a:solidFill>
                  <a:schemeClr val="lt1"/>
                </a:solidFill>
                <a:latin typeface="Times New Roman"/>
                <a:ea typeface="Times New Roman"/>
                <a:cs typeface="Times New Roman"/>
                <a:sym typeface="Times New Roman"/>
              </a:rPr>
              <a:t>Machine Learning Professional</a:t>
            </a:r>
            <a:br>
              <a:rPr b="0" i="0" lang="en-US" sz="1800" u="none" cap="none" strike="noStrike">
                <a:solidFill>
                  <a:schemeClr val="lt1"/>
                </a:solidFill>
                <a:latin typeface="Times New Roman"/>
                <a:ea typeface="Times New Roman"/>
                <a:cs typeface="Times New Roman"/>
                <a:sym typeface="Times New Roman"/>
              </a:rPr>
            </a:br>
            <a:r>
              <a:rPr b="0" i="0" lang="en-US" sz="1800" u="none" cap="none" strike="noStrike">
                <a:solidFill>
                  <a:schemeClr val="lt1"/>
                </a:solidFill>
                <a:latin typeface="Times New Roman"/>
                <a:ea typeface="Times New Roman"/>
                <a:cs typeface="Times New Roman"/>
                <a:sym typeface="Times New Roman"/>
              </a:rPr>
              <a:t>Project Presentation</a:t>
            </a:r>
            <a:endParaRPr b="0" i="0" sz="1800" u="none" cap="none" strike="noStrike">
              <a:solidFill>
                <a:schemeClr val="lt1"/>
              </a:solidFill>
              <a:latin typeface="Times New Roman"/>
              <a:ea typeface="Times New Roman"/>
              <a:cs typeface="Times New Roman"/>
              <a:sym typeface="Times New Roman"/>
            </a:endParaRPr>
          </a:p>
        </p:txBody>
      </p:sp>
      <p:pic>
        <p:nvPicPr>
          <p:cNvPr id="2046" name="Google Shape;2046;g3d1afc4545f_0_749"/>
          <p:cNvPicPr preferRelativeResize="0"/>
          <p:nvPr/>
        </p:nvPicPr>
        <p:blipFill rotWithShape="1">
          <a:blip r:embed="rId6">
            <a:alphaModFix/>
          </a:blip>
          <a:srcRect b="0" l="0" r="0" t="0"/>
          <a:stretch/>
        </p:blipFill>
        <p:spPr>
          <a:xfrm>
            <a:off x="10590875" y="6330524"/>
            <a:ext cx="1500023" cy="585000"/>
          </a:xfrm>
          <a:prstGeom prst="rect">
            <a:avLst/>
          </a:prstGeom>
          <a:noFill/>
          <a:ln>
            <a:noFill/>
          </a:ln>
        </p:spPr>
      </p:pic>
      <p:sp>
        <p:nvSpPr>
          <p:cNvPr id="2047" name="Google Shape;2047;g3d1afc4545f_0_749"/>
          <p:cNvSpPr txBox="1"/>
          <p:nvPr/>
        </p:nvSpPr>
        <p:spPr>
          <a:xfrm>
            <a:off x="-1" y="6234672"/>
            <a:ext cx="5981100" cy="6465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chemeClr val="dk1"/>
              </a:buClr>
              <a:buSzPts val="1800"/>
              <a:buFont typeface="Arial"/>
              <a:buNone/>
            </a:pPr>
            <a:r>
              <a:rPr b="0" i="0" lang="en-US" sz="1800" u="none" cap="none" strike="noStrike">
                <a:solidFill>
                  <a:schemeClr val="lt1"/>
                </a:solidFill>
                <a:latin typeface="Times New Roman"/>
                <a:ea typeface="Times New Roman"/>
                <a:cs typeface="Times New Roman"/>
                <a:sym typeface="Times New Roman"/>
              </a:rPr>
              <a:t>Machine Learning Professional</a:t>
            </a:r>
            <a:br>
              <a:rPr b="0" i="0" lang="en-US" sz="1800" u="none" cap="none" strike="noStrike">
                <a:solidFill>
                  <a:schemeClr val="lt1"/>
                </a:solidFill>
                <a:latin typeface="Times New Roman"/>
                <a:ea typeface="Times New Roman"/>
                <a:cs typeface="Times New Roman"/>
                <a:sym typeface="Times New Roman"/>
              </a:rPr>
            </a:br>
            <a:r>
              <a:rPr b="0" i="0" lang="en-US" sz="1800" u="none" cap="none" strike="noStrike">
                <a:solidFill>
                  <a:schemeClr val="lt1"/>
                </a:solidFill>
                <a:latin typeface="Times New Roman"/>
                <a:ea typeface="Times New Roman"/>
                <a:cs typeface="Times New Roman"/>
                <a:sym typeface="Times New Roman"/>
              </a:rPr>
              <a:t>Project Presentation</a:t>
            </a:r>
            <a:endParaRPr b="0" i="0" sz="1800" u="none" cap="none" strike="noStrike">
              <a:solidFill>
                <a:schemeClr val="lt1"/>
              </a:solidFill>
              <a:latin typeface="Times New Roman"/>
              <a:ea typeface="Times New Roman"/>
              <a:cs typeface="Times New Roman"/>
              <a:sym typeface="Times New Roman"/>
            </a:endParaRPr>
          </a:p>
        </p:txBody>
      </p:sp>
      <p:pic>
        <p:nvPicPr>
          <p:cNvPr id="2048" name="Google Shape;2048;g3d1afc4545f_0_749"/>
          <p:cNvPicPr preferRelativeResize="0"/>
          <p:nvPr/>
        </p:nvPicPr>
        <p:blipFill rotWithShape="1">
          <a:blip r:embed="rId6">
            <a:alphaModFix/>
          </a:blip>
          <a:srcRect b="0" l="0" r="0" t="0"/>
          <a:stretch/>
        </p:blipFill>
        <p:spPr>
          <a:xfrm>
            <a:off x="10590875" y="6330524"/>
            <a:ext cx="1500023" cy="585000"/>
          </a:xfrm>
          <a:prstGeom prst="rect">
            <a:avLst/>
          </a:prstGeom>
          <a:noFill/>
          <a:ln>
            <a:noFill/>
          </a:ln>
        </p:spPr>
      </p:pic>
      <p:sp>
        <p:nvSpPr>
          <p:cNvPr id="2049" name="Google Shape;2049;g3d1afc4545f_0_749"/>
          <p:cNvSpPr txBox="1"/>
          <p:nvPr/>
        </p:nvSpPr>
        <p:spPr>
          <a:xfrm>
            <a:off x="-1" y="6234672"/>
            <a:ext cx="5981100" cy="6465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chemeClr val="dk1"/>
              </a:buClr>
              <a:buSzPts val="1800"/>
              <a:buFont typeface="Arial"/>
              <a:buNone/>
            </a:pPr>
            <a:r>
              <a:rPr b="0" i="0" lang="en-US" sz="1800" u="none" cap="none" strike="noStrike">
                <a:solidFill>
                  <a:schemeClr val="lt1"/>
                </a:solidFill>
                <a:latin typeface="Times New Roman"/>
                <a:ea typeface="Times New Roman"/>
                <a:cs typeface="Times New Roman"/>
                <a:sym typeface="Times New Roman"/>
              </a:rPr>
              <a:t>Machine Learning Professional</a:t>
            </a:r>
            <a:br>
              <a:rPr b="0" i="0" lang="en-US" sz="1800" u="none" cap="none" strike="noStrike">
                <a:solidFill>
                  <a:schemeClr val="lt1"/>
                </a:solidFill>
                <a:latin typeface="Times New Roman"/>
                <a:ea typeface="Times New Roman"/>
                <a:cs typeface="Times New Roman"/>
                <a:sym typeface="Times New Roman"/>
              </a:rPr>
            </a:br>
            <a:r>
              <a:rPr b="0" i="0" lang="en-US" sz="1800" u="none" cap="none" strike="noStrike">
                <a:solidFill>
                  <a:schemeClr val="lt1"/>
                </a:solidFill>
                <a:latin typeface="Times New Roman"/>
                <a:ea typeface="Times New Roman"/>
                <a:cs typeface="Times New Roman"/>
                <a:sym typeface="Times New Roman"/>
              </a:rPr>
              <a:t>Project Presentation</a:t>
            </a:r>
            <a:endParaRPr b="0" i="0" sz="1800" u="none" cap="none" strike="noStrike">
              <a:solidFill>
                <a:schemeClr val="lt1"/>
              </a:solidFill>
              <a:latin typeface="Times New Roman"/>
              <a:ea typeface="Times New Roman"/>
              <a:cs typeface="Times New Roman"/>
              <a:sym typeface="Times New Roman"/>
            </a:endParaRPr>
          </a:p>
        </p:txBody>
      </p:sp>
      <p:pic>
        <p:nvPicPr>
          <p:cNvPr id="2050" name="Google Shape;2050;g3d1afc4545f_0_749"/>
          <p:cNvPicPr preferRelativeResize="0"/>
          <p:nvPr/>
        </p:nvPicPr>
        <p:blipFill rotWithShape="1">
          <a:blip r:embed="rId6">
            <a:alphaModFix/>
          </a:blip>
          <a:srcRect b="0" l="0" r="0" t="0"/>
          <a:stretch/>
        </p:blipFill>
        <p:spPr>
          <a:xfrm>
            <a:off x="10590875" y="6330524"/>
            <a:ext cx="1500023" cy="585000"/>
          </a:xfrm>
          <a:prstGeom prst="rect">
            <a:avLst/>
          </a:prstGeom>
          <a:noFill/>
          <a:ln>
            <a:noFill/>
          </a:ln>
        </p:spPr>
      </p:pic>
      <p:sp>
        <p:nvSpPr>
          <p:cNvPr id="2051" name="Google Shape;2051;g3d1afc4545f_0_749"/>
          <p:cNvSpPr txBox="1"/>
          <p:nvPr/>
        </p:nvSpPr>
        <p:spPr>
          <a:xfrm>
            <a:off x="-1" y="6234672"/>
            <a:ext cx="5981100" cy="6465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chemeClr val="dk1"/>
              </a:buClr>
              <a:buSzPts val="1800"/>
              <a:buFont typeface="Arial"/>
              <a:buNone/>
            </a:pPr>
            <a:r>
              <a:rPr b="0" i="0" lang="en-US" sz="1800" u="none" cap="none" strike="noStrike">
                <a:solidFill>
                  <a:schemeClr val="lt1"/>
                </a:solidFill>
                <a:latin typeface="Times New Roman"/>
                <a:ea typeface="Times New Roman"/>
                <a:cs typeface="Times New Roman"/>
                <a:sym typeface="Times New Roman"/>
              </a:rPr>
              <a:t>Nanoelectronics - Seminar Presentation</a:t>
            </a:r>
            <a:br>
              <a:rPr b="0" i="0" lang="en-US" sz="1800" u="none" cap="none" strike="noStrike">
                <a:solidFill>
                  <a:schemeClr val="lt1"/>
                </a:solidFill>
                <a:latin typeface="Times New Roman"/>
                <a:ea typeface="Times New Roman"/>
                <a:cs typeface="Times New Roman"/>
                <a:sym typeface="Times New Roman"/>
              </a:rPr>
            </a:br>
            <a:r>
              <a:rPr b="0" i="0" lang="en-US" sz="1800" u="none" cap="none" strike="noStrike">
                <a:solidFill>
                  <a:schemeClr val="lt1"/>
                </a:solidFill>
                <a:latin typeface="Times New Roman"/>
                <a:ea typeface="Times New Roman"/>
                <a:cs typeface="Times New Roman"/>
                <a:sym typeface="Times New Roman"/>
              </a:rPr>
              <a:t>Ronit Dutta</a:t>
            </a:r>
            <a:endParaRPr b="0" i="0" sz="1800" u="none" cap="none" strike="noStrike">
              <a:solidFill>
                <a:schemeClr val="lt1"/>
              </a:solidFill>
              <a:latin typeface="Times New Roman"/>
              <a:ea typeface="Times New Roman"/>
              <a:cs typeface="Times New Roman"/>
              <a:sym typeface="Times New Roman"/>
            </a:endParaRPr>
          </a:p>
        </p:txBody>
      </p:sp>
      <p:pic>
        <p:nvPicPr>
          <p:cNvPr id="2052" name="Google Shape;2052;g3d1afc4545f_0_749"/>
          <p:cNvPicPr preferRelativeResize="0"/>
          <p:nvPr/>
        </p:nvPicPr>
        <p:blipFill rotWithShape="1">
          <a:blip r:embed="rId6">
            <a:alphaModFix/>
          </a:blip>
          <a:srcRect b="0" l="0" r="0" t="0"/>
          <a:stretch/>
        </p:blipFill>
        <p:spPr>
          <a:xfrm>
            <a:off x="10590875" y="6330524"/>
            <a:ext cx="1500023" cy="585000"/>
          </a:xfrm>
          <a:prstGeom prst="rect">
            <a:avLst/>
          </a:prstGeom>
          <a:noFill/>
          <a:ln>
            <a:noFill/>
          </a:ln>
        </p:spPr>
      </p:pic>
      <p:pic>
        <p:nvPicPr>
          <p:cNvPr id="2053" name="Google Shape;2053;g3d1afc4545f_0_749"/>
          <p:cNvPicPr preferRelativeResize="0"/>
          <p:nvPr/>
        </p:nvPicPr>
        <p:blipFill rotWithShape="1">
          <a:blip r:embed="rId9">
            <a:alphaModFix/>
          </a:blip>
          <a:srcRect b="0" l="0" r="0" t="0"/>
          <a:stretch/>
        </p:blipFill>
        <p:spPr>
          <a:xfrm>
            <a:off x="0" y="6234674"/>
            <a:ext cx="12192000" cy="1165875"/>
          </a:xfrm>
          <a:prstGeom prst="rect">
            <a:avLst/>
          </a:prstGeom>
          <a:noFill/>
          <a:ln>
            <a:noFill/>
          </a:ln>
        </p:spPr>
      </p:pic>
      <p:sp>
        <p:nvSpPr>
          <p:cNvPr id="2054" name="Google Shape;2054;g3d1afc4545f_0_749"/>
          <p:cNvSpPr txBox="1"/>
          <p:nvPr/>
        </p:nvSpPr>
        <p:spPr>
          <a:xfrm>
            <a:off x="-1" y="6310697"/>
            <a:ext cx="5981100" cy="6465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chemeClr val="dk1"/>
              </a:buClr>
              <a:buSzPts val="1800"/>
              <a:buFont typeface="Arial"/>
              <a:buNone/>
            </a:pPr>
            <a:r>
              <a:rPr lang="en-US" sz="1800">
                <a:solidFill>
                  <a:schemeClr val="lt1"/>
                </a:solidFill>
                <a:latin typeface="Times New Roman"/>
                <a:ea typeface="Times New Roman"/>
                <a:cs typeface="Times New Roman"/>
                <a:sym typeface="Times New Roman"/>
              </a:rPr>
              <a:t>Applied Mathematics for Engineering [MIDTERM PROJECT]</a:t>
            </a:r>
            <a:br>
              <a:rPr b="0" i="0" lang="en-US" sz="1800" u="none" cap="none" strike="noStrike">
                <a:solidFill>
                  <a:schemeClr val="lt1"/>
                </a:solidFill>
                <a:latin typeface="Times New Roman"/>
                <a:ea typeface="Times New Roman"/>
                <a:cs typeface="Times New Roman"/>
                <a:sym typeface="Times New Roman"/>
              </a:rPr>
            </a:br>
            <a:r>
              <a:rPr b="0" i="0" lang="en-US" sz="1800" u="none" cap="none" strike="noStrike">
                <a:solidFill>
                  <a:schemeClr val="lt1"/>
                </a:solidFill>
                <a:latin typeface="Times New Roman"/>
                <a:ea typeface="Times New Roman"/>
                <a:cs typeface="Times New Roman"/>
                <a:sym typeface="Times New Roman"/>
              </a:rPr>
              <a:t>Ronit Dutta</a:t>
            </a:r>
            <a:endParaRPr b="0" i="0" sz="1800" u="none" cap="none" strike="noStrike">
              <a:solidFill>
                <a:schemeClr val="lt1"/>
              </a:solidFill>
              <a:latin typeface="Times New Roman"/>
              <a:ea typeface="Times New Roman"/>
              <a:cs typeface="Times New Roman"/>
              <a:sym typeface="Times New Roman"/>
            </a:endParaRPr>
          </a:p>
        </p:txBody>
      </p:sp>
      <p:pic>
        <p:nvPicPr>
          <p:cNvPr id="2055" name="Google Shape;2055;g3d1afc4545f_0_749"/>
          <p:cNvPicPr preferRelativeResize="0"/>
          <p:nvPr/>
        </p:nvPicPr>
        <p:blipFill rotWithShape="1">
          <a:blip r:embed="rId6">
            <a:alphaModFix/>
          </a:blip>
          <a:srcRect b="0" l="0" r="0" t="0"/>
          <a:stretch/>
        </p:blipFill>
        <p:spPr>
          <a:xfrm>
            <a:off x="10579375" y="6341449"/>
            <a:ext cx="1500023" cy="585000"/>
          </a:xfrm>
          <a:prstGeom prst="rect">
            <a:avLst/>
          </a:prstGeom>
          <a:noFill/>
          <a:ln>
            <a:noFill/>
          </a:ln>
        </p:spPr>
      </p:pic>
      <p:pic>
        <p:nvPicPr>
          <p:cNvPr id="2056" name="Google Shape;2056;g3d1afc4545f_0_749"/>
          <p:cNvPicPr preferRelativeResize="0"/>
          <p:nvPr/>
        </p:nvPicPr>
        <p:blipFill rotWithShape="1">
          <a:blip r:embed="rId9">
            <a:alphaModFix/>
          </a:blip>
          <a:srcRect b="0" l="0" r="0" t="0"/>
          <a:stretch/>
        </p:blipFill>
        <p:spPr>
          <a:xfrm>
            <a:off x="0" y="6330524"/>
            <a:ext cx="12192000" cy="1165875"/>
          </a:xfrm>
          <a:prstGeom prst="rect">
            <a:avLst/>
          </a:prstGeom>
          <a:noFill/>
          <a:ln>
            <a:noFill/>
          </a:ln>
        </p:spPr>
      </p:pic>
      <p:sp>
        <p:nvSpPr>
          <p:cNvPr id="2057" name="Google Shape;2057;g3d1afc4545f_0_749"/>
          <p:cNvSpPr txBox="1"/>
          <p:nvPr/>
        </p:nvSpPr>
        <p:spPr>
          <a:xfrm>
            <a:off x="-1" y="6445547"/>
            <a:ext cx="5981100" cy="6465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chemeClr val="dk1"/>
              </a:buClr>
              <a:buSzPts val="1800"/>
              <a:buFont typeface="Arial"/>
              <a:buNone/>
            </a:pPr>
            <a:r>
              <a:rPr lang="en-US" sz="1800">
                <a:solidFill>
                  <a:schemeClr val="lt1"/>
                </a:solidFill>
                <a:latin typeface="Times New Roman"/>
                <a:ea typeface="Times New Roman"/>
                <a:cs typeface="Times New Roman"/>
                <a:sym typeface="Times New Roman"/>
              </a:rPr>
              <a:t>Applied Mathematics for Engineering [MIDTERM PROJECT]</a:t>
            </a:r>
            <a:br>
              <a:rPr b="0" i="0" lang="en-US" sz="1800" u="none" cap="none" strike="noStrike">
                <a:solidFill>
                  <a:schemeClr val="lt1"/>
                </a:solidFill>
                <a:latin typeface="Times New Roman"/>
                <a:ea typeface="Times New Roman"/>
                <a:cs typeface="Times New Roman"/>
                <a:sym typeface="Times New Roman"/>
              </a:rPr>
            </a:br>
            <a:r>
              <a:rPr b="0" i="0" lang="en-US" sz="1800" u="none" cap="none" strike="noStrike">
                <a:solidFill>
                  <a:schemeClr val="lt1"/>
                </a:solidFill>
                <a:latin typeface="Times New Roman"/>
                <a:ea typeface="Times New Roman"/>
                <a:cs typeface="Times New Roman"/>
                <a:sym typeface="Times New Roman"/>
              </a:rPr>
              <a:t>Ronit Dutta</a:t>
            </a:r>
            <a:endParaRPr b="0" i="0" sz="1800" u="none" cap="none" strike="noStrike">
              <a:solidFill>
                <a:schemeClr val="lt1"/>
              </a:solidFill>
              <a:latin typeface="Times New Roman"/>
              <a:ea typeface="Times New Roman"/>
              <a:cs typeface="Times New Roman"/>
              <a:sym typeface="Times New Roman"/>
            </a:endParaRPr>
          </a:p>
        </p:txBody>
      </p:sp>
      <p:pic>
        <p:nvPicPr>
          <p:cNvPr id="2058" name="Google Shape;2058;g3d1afc4545f_0_749"/>
          <p:cNvPicPr preferRelativeResize="0"/>
          <p:nvPr/>
        </p:nvPicPr>
        <p:blipFill rotWithShape="1">
          <a:blip r:embed="rId6">
            <a:alphaModFix/>
          </a:blip>
          <a:srcRect b="0" l="0" r="0" t="0"/>
          <a:stretch/>
        </p:blipFill>
        <p:spPr>
          <a:xfrm>
            <a:off x="10579375" y="6476299"/>
            <a:ext cx="1500023" cy="585000"/>
          </a:xfrm>
          <a:prstGeom prst="rect">
            <a:avLst/>
          </a:prstGeom>
          <a:noFill/>
          <a:ln>
            <a:noFill/>
          </a:ln>
        </p:spPr>
      </p:pic>
      <p:pic>
        <p:nvPicPr>
          <p:cNvPr id="2059" name="Google Shape;2059;g3d1afc4545f_0_749"/>
          <p:cNvPicPr preferRelativeResize="0"/>
          <p:nvPr/>
        </p:nvPicPr>
        <p:blipFill rotWithShape="1">
          <a:blip r:embed="rId4">
            <a:alphaModFix/>
          </a:blip>
          <a:srcRect b="0" l="0" r="0" t="0"/>
          <a:stretch/>
        </p:blipFill>
        <p:spPr>
          <a:xfrm>
            <a:off x="10590934" y="6330522"/>
            <a:ext cx="1499906" cy="585000"/>
          </a:xfrm>
          <a:prstGeom prst="rect">
            <a:avLst/>
          </a:prstGeom>
          <a:noFill/>
          <a:ln>
            <a:noFill/>
          </a:ln>
        </p:spPr>
      </p:pic>
      <p:sp>
        <p:nvSpPr>
          <p:cNvPr id="2060" name="Google Shape;2060;g3d1afc4545f_0_749"/>
          <p:cNvSpPr txBox="1"/>
          <p:nvPr/>
        </p:nvSpPr>
        <p:spPr>
          <a:xfrm>
            <a:off x="-1" y="6288587"/>
            <a:ext cx="5981100" cy="3693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chemeClr val="dk1"/>
              </a:buClr>
              <a:buSzPts val="1800"/>
              <a:buFont typeface="Arial"/>
              <a:buNone/>
            </a:pPr>
            <a:r>
              <a:rPr b="0" i="0" lang="en-US" sz="1800" u="none" cap="none" strike="noStrike">
                <a:solidFill>
                  <a:schemeClr val="lt1"/>
                </a:solidFill>
                <a:latin typeface="Times New Roman"/>
                <a:ea typeface="Times New Roman"/>
                <a:cs typeface="Times New Roman"/>
                <a:sym typeface="Times New Roman"/>
              </a:rPr>
              <a:t>Term Paper Presentation | Ronit Dutta</a:t>
            </a:r>
            <a:endParaRPr b="0" i="0" sz="1800" u="none" cap="none" strike="noStrike">
              <a:solidFill>
                <a:schemeClr val="lt1"/>
              </a:solidFill>
              <a:latin typeface="Times New Roman"/>
              <a:ea typeface="Times New Roman"/>
              <a:cs typeface="Times New Roman"/>
              <a:sym typeface="Times New Roman"/>
            </a:endParaRPr>
          </a:p>
        </p:txBody>
      </p:sp>
      <p:pic>
        <p:nvPicPr>
          <p:cNvPr id="2061" name="Google Shape;2061;g3d1afc4545f_0_749"/>
          <p:cNvPicPr preferRelativeResize="0"/>
          <p:nvPr/>
        </p:nvPicPr>
        <p:blipFill rotWithShape="1">
          <a:blip r:embed="rId4">
            <a:alphaModFix/>
          </a:blip>
          <a:srcRect b="0" l="0" r="0" t="0"/>
          <a:stretch/>
        </p:blipFill>
        <p:spPr>
          <a:xfrm>
            <a:off x="10590934" y="6330522"/>
            <a:ext cx="1499906" cy="585000"/>
          </a:xfrm>
          <a:prstGeom prst="rect">
            <a:avLst/>
          </a:prstGeom>
          <a:noFill/>
          <a:ln>
            <a:noFill/>
          </a:ln>
        </p:spPr>
      </p:pic>
      <p:sp>
        <p:nvSpPr>
          <p:cNvPr id="2062" name="Google Shape;2062;g3d1afc4545f_0_749"/>
          <p:cNvSpPr txBox="1"/>
          <p:nvPr/>
        </p:nvSpPr>
        <p:spPr>
          <a:xfrm>
            <a:off x="-1" y="6288587"/>
            <a:ext cx="5981100" cy="3693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chemeClr val="dk1"/>
              </a:buClr>
              <a:buSzPts val="1800"/>
              <a:buFont typeface="Arial"/>
              <a:buNone/>
            </a:pPr>
            <a:r>
              <a:rPr b="0" i="0" lang="en-US" sz="1800" u="none" cap="none" strike="noStrike">
                <a:solidFill>
                  <a:schemeClr val="lt1"/>
                </a:solidFill>
                <a:latin typeface="Times New Roman"/>
                <a:ea typeface="Times New Roman"/>
                <a:cs typeface="Times New Roman"/>
                <a:sym typeface="Times New Roman"/>
              </a:rPr>
              <a:t>Term Paper Presentation | Ronit Dutta</a:t>
            </a:r>
            <a:endParaRPr b="0" i="0" sz="1800" u="none" cap="none" strike="noStrike">
              <a:solidFill>
                <a:schemeClr val="lt1"/>
              </a:solidFill>
              <a:latin typeface="Times New Roman"/>
              <a:ea typeface="Times New Roman"/>
              <a:cs typeface="Times New Roman"/>
              <a:sym typeface="Times New Roman"/>
            </a:endParaRPr>
          </a:p>
        </p:txBody>
      </p:sp>
      <p:pic>
        <p:nvPicPr>
          <p:cNvPr id="2063" name="Google Shape;2063;g3d1afc4545f_0_749"/>
          <p:cNvPicPr preferRelativeResize="0"/>
          <p:nvPr/>
        </p:nvPicPr>
        <p:blipFill rotWithShape="1">
          <a:blip r:embed="rId4">
            <a:alphaModFix/>
          </a:blip>
          <a:srcRect b="0" l="0" r="0" t="0"/>
          <a:stretch/>
        </p:blipFill>
        <p:spPr>
          <a:xfrm>
            <a:off x="10590934" y="6330522"/>
            <a:ext cx="1499906" cy="585000"/>
          </a:xfrm>
          <a:prstGeom prst="rect">
            <a:avLst/>
          </a:prstGeom>
          <a:noFill/>
          <a:ln>
            <a:noFill/>
          </a:ln>
        </p:spPr>
      </p:pic>
      <p:sp>
        <p:nvSpPr>
          <p:cNvPr id="2064" name="Google Shape;2064;g3d1afc4545f_0_749"/>
          <p:cNvSpPr txBox="1"/>
          <p:nvPr/>
        </p:nvSpPr>
        <p:spPr>
          <a:xfrm>
            <a:off x="-1" y="6288587"/>
            <a:ext cx="5981100" cy="6465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chemeClr val="dk1"/>
              </a:buClr>
              <a:buSzPts val="1800"/>
              <a:buFont typeface="Arial"/>
              <a:buNone/>
            </a:pPr>
            <a:r>
              <a:rPr b="0" i="0" lang="en-US" sz="1800" u="none" cap="none" strike="noStrike">
                <a:solidFill>
                  <a:schemeClr val="lt1"/>
                </a:solidFill>
                <a:latin typeface="Times New Roman"/>
                <a:ea typeface="Times New Roman"/>
                <a:cs typeface="Times New Roman"/>
                <a:sym typeface="Times New Roman"/>
              </a:rPr>
              <a:t>Machine Learning Professional</a:t>
            </a:r>
            <a:br>
              <a:rPr b="0" i="0" lang="en-US" sz="1800" u="none" cap="none" strike="noStrike">
                <a:solidFill>
                  <a:schemeClr val="lt1"/>
                </a:solidFill>
                <a:latin typeface="Times New Roman"/>
                <a:ea typeface="Times New Roman"/>
                <a:cs typeface="Times New Roman"/>
                <a:sym typeface="Times New Roman"/>
              </a:rPr>
            </a:br>
            <a:r>
              <a:rPr b="0" i="0" lang="en-US" sz="1800" u="none" cap="none" strike="noStrike">
                <a:solidFill>
                  <a:schemeClr val="lt1"/>
                </a:solidFill>
                <a:latin typeface="Times New Roman"/>
                <a:ea typeface="Times New Roman"/>
                <a:cs typeface="Times New Roman"/>
                <a:sym typeface="Times New Roman"/>
              </a:rPr>
              <a:t>Project Presentation</a:t>
            </a:r>
            <a:endParaRPr b="0" i="0" sz="1800" u="none" cap="none" strike="noStrike">
              <a:solidFill>
                <a:schemeClr val="lt1"/>
              </a:solidFill>
              <a:latin typeface="Times New Roman"/>
              <a:ea typeface="Times New Roman"/>
              <a:cs typeface="Times New Roman"/>
              <a:sym typeface="Times New Roman"/>
            </a:endParaRPr>
          </a:p>
        </p:txBody>
      </p:sp>
      <p:pic>
        <p:nvPicPr>
          <p:cNvPr id="2065" name="Google Shape;2065;g3d1afc4545f_0_749"/>
          <p:cNvPicPr preferRelativeResize="0"/>
          <p:nvPr/>
        </p:nvPicPr>
        <p:blipFill rotWithShape="1">
          <a:blip r:embed="rId6">
            <a:alphaModFix/>
          </a:blip>
          <a:srcRect b="0" l="0" r="0" t="0"/>
          <a:stretch/>
        </p:blipFill>
        <p:spPr>
          <a:xfrm>
            <a:off x="10590875" y="6341462"/>
            <a:ext cx="1500023" cy="585000"/>
          </a:xfrm>
          <a:prstGeom prst="rect">
            <a:avLst/>
          </a:prstGeom>
          <a:noFill/>
          <a:ln>
            <a:noFill/>
          </a:ln>
        </p:spPr>
      </p:pic>
      <p:sp>
        <p:nvSpPr>
          <p:cNvPr id="2066" name="Google Shape;2066;g3d1afc4545f_0_749"/>
          <p:cNvSpPr txBox="1"/>
          <p:nvPr/>
        </p:nvSpPr>
        <p:spPr>
          <a:xfrm>
            <a:off x="-1" y="6288587"/>
            <a:ext cx="5981100" cy="6465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chemeClr val="dk1"/>
              </a:buClr>
              <a:buSzPts val="1800"/>
              <a:buFont typeface="Arial"/>
              <a:buNone/>
            </a:pPr>
            <a:r>
              <a:rPr b="0" i="0" lang="en-US" sz="1800" u="none" cap="none" strike="noStrike">
                <a:solidFill>
                  <a:schemeClr val="lt1"/>
                </a:solidFill>
                <a:latin typeface="Times New Roman"/>
                <a:ea typeface="Times New Roman"/>
                <a:cs typeface="Times New Roman"/>
                <a:sym typeface="Times New Roman"/>
              </a:rPr>
              <a:t>Machine Learning Professional</a:t>
            </a:r>
            <a:br>
              <a:rPr b="0" i="0" lang="en-US" sz="1800" u="none" cap="none" strike="noStrike">
                <a:solidFill>
                  <a:schemeClr val="lt1"/>
                </a:solidFill>
                <a:latin typeface="Times New Roman"/>
                <a:ea typeface="Times New Roman"/>
                <a:cs typeface="Times New Roman"/>
                <a:sym typeface="Times New Roman"/>
              </a:rPr>
            </a:br>
            <a:r>
              <a:rPr b="0" i="0" lang="en-US" sz="1800" u="none" cap="none" strike="noStrike">
                <a:solidFill>
                  <a:schemeClr val="lt1"/>
                </a:solidFill>
                <a:latin typeface="Times New Roman"/>
                <a:ea typeface="Times New Roman"/>
                <a:cs typeface="Times New Roman"/>
                <a:sym typeface="Times New Roman"/>
              </a:rPr>
              <a:t>Project Presentation</a:t>
            </a:r>
            <a:endParaRPr b="0" i="0" sz="1800" u="none" cap="none" strike="noStrike">
              <a:solidFill>
                <a:schemeClr val="lt1"/>
              </a:solidFill>
              <a:latin typeface="Times New Roman"/>
              <a:ea typeface="Times New Roman"/>
              <a:cs typeface="Times New Roman"/>
              <a:sym typeface="Times New Roman"/>
            </a:endParaRPr>
          </a:p>
        </p:txBody>
      </p:sp>
      <p:pic>
        <p:nvPicPr>
          <p:cNvPr id="2067" name="Google Shape;2067;g3d1afc4545f_0_749"/>
          <p:cNvPicPr preferRelativeResize="0"/>
          <p:nvPr/>
        </p:nvPicPr>
        <p:blipFill rotWithShape="1">
          <a:blip r:embed="rId6">
            <a:alphaModFix/>
          </a:blip>
          <a:srcRect b="0" l="0" r="0" t="0"/>
          <a:stretch/>
        </p:blipFill>
        <p:spPr>
          <a:xfrm>
            <a:off x="10590875" y="6330524"/>
            <a:ext cx="1500023" cy="585000"/>
          </a:xfrm>
          <a:prstGeom prst="rect">
            <a:avLst/>
          </a:prstGeom>
          <a:noFill/>
          <a:ln>
            <a:noFill/>
          </a:ln>
        </p:spPr>
      </p:pic>
      <p:sp>
        <p:nvSpPr>
          <p:cNvPr id="2068" name="Google Shape;2068;g3d1afc4545f_0_749"/>
          <p:cNvSpPr txBox="1"/>
          <p:nvPr/>
        </p:nvSpPr>
        <p:spPr>
          <a:xfrm>
            <a:off x="-1" y="6234672"/>
            <a:ext cx="5981100" cy="6465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chemeClr val="dk1"/>
              </a:buClr>
              <a:buSzPts val="1800"/>
              <a:buFont typeface="Arial"/>
              <a:buNone/>
            </a:pPr>
            <a:r>
              <a:rPr b="0" i="0" lang="en-US" sz="1800" u="none" cap="none" strike="noStrike">
                <a:solidFill>
                  <a:schemeClr val="lt1"/>
                </a:solidFill>
                <a:latin typeface="Times New Roman"/>
                <a:ea typeface="Times New Roman"/>
                <a:cs typeface="Times New Roman"/>
                <a:sym typeface="Times New Roman"/>
              </a:rPr>
              <a:t>Machine Learning Professional</a:t>
            </a:r>
            <a:br>
              <a:rPr b="0" i="0" lang="en-US" sz="1800" u="none" cap="none" strike="noStrike">
                <a:solidFill>
                  <a:schemeClr val="lt1"/>
                </a:solidFill>
                <a:latin typeface="Times New Roman"/>
                <a:ea typeface="Times New Roman"/>
                <a:cs typeface="Times New Roman"/>
                <a:sym typeface="Times New Roman"/>
              </a:rPr>
            </a:br>
            <a:r>
              <a:rPr b="0" i="0" lang="en-US" sz="1800" u="none" cap="none" strike="noStrike">
                <a:solidFill>
                  <a:schemeClr val="lt1"/>
                </a:solidFill>
                <a:latin typeface="Times New Roman"/>
                <a:ea typeface="Times New Roman"/>
                <a:cs typeface="Times New Roman"/>
                <a:sym typeface="Times New Roman"/>
              </a:rPr>
              <a:t>Project Presentation</a:t>
            </a:r>
            <a:endParaRPr b="0" i="0" sz="1800" u="none" cap="none" strike="noStrike">
              <a:solidFill>
                <a:schemeClr val="lt1"/>
              </a:solidFill>
              <a:latin typeface="Times New Roman"/>
              <a:ea typeface="Times New Roman"/>
              <a:cs typeface="Times New Roman"/>
              <a:sym typeface="Times New Roman"/>
            </a:endParaRPr>
          </a:p>
        </p:txBody>
      </p:sp>
      <p:pic>
        <p:nvPicPr>
          <p:cNvPr id="2069" name="Google Shape;2069;g3d1afc4545f_0_749"/>
          <p:cNvPicPr preferRelativeResize="0"/>
          <p:nvPr/>
        </p:nvPicPr>
        <p:blipFill rotWithShape="1">
          <a:blip r:embed="rId6">
            <a:alphaModFix/>
          </a:blip>
          <a:srcRect b="0" l="0" r="0" t="0"/>
          <a:stretch/>
        </p:blipFill>
        <p:spPr>
          <a:xfrm>
            <a:off x="10590875" y="6330524"/>
            <a:ext cx="1500023" cy="585000"/>
          </a:xfrm>
          <a:prstGeom prst="rect">
            <a:avLst/>
          </a:prstGeom>
          <a:noFill/>
          <a:ln>
            <a:noFill/>
          </a:ln>
        </p:spPr>
      </p:pic>
      <p:sp>
        <p:nvSpPr>
          <p:cNvPr id="2070" name="Google Shape;2070;g3d1afc4545f_0_749"/>
          <p:cNvSpPr txBox="1"/>
          <p:nvPr/>
        </p:nvSpPr>
        <p:spPr>
          <a:xfrm>
            <a:off x="-1" y="6234672"/>
            <a:ext cx="5981100" cy="6465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chemeClr val="dk1"/>
              </a:buClr>
              <a:buSzPts val="1800"/>
              <a:buFont typeface="Arial"/>
              <a:buNone/>
            </a:pPr>
            <a:r>
              <a:rPr b="0" i="0" lang="en-US" sz="1800" u="none" cap="none" strike="noStrike">
                <a:solidFill>
                  <a:schemeClr val="lt1"/>
                </a:solidFill>
                <a:latin typeface="Times New Roman"/>
                <a:ea typeface="Times New Roman"/>
                <a:cs typeface="Times New Roman"/>
                <a:sym typeface="Times New Roman"/>
              </a:rPr>
              <a:t>Machine Learning Professional</a:t>
            </a:r>
            <a:br>
              <a:rPr b="0" i="0" lang="en-US" sz="1800" u="none" cap="none" strike="noStrike">
                <a:solidFill>
                  <a:schemeClr val="lt1"/>
                </a:solidFill>
                <a:latin typeface="Times New Roman"/>
                <a:ea typeface="Times New Roman"/>
                <a:cs typeface="Times New Roman"/>
                <a:sym typeface="Times New Roman"/>
              </a:rPr>
            </a:br>
            <a:r>
              <a:rPr b="0" i="0" lang="en-US" sz="1800" u="none" cap="none" strike="noStrike">
                <a:solidFill>
                  <a:schemeClr val="lt1"/>
                </a:solidFill>
                <a:latin typeface="Times New Roman"/>
                <a:ea typeface="Times New Roman"/>
                <a:cs typeface="Times New Roman"/>
                <a:sym typeface="Times New Roman"/>
              </a:rPr>
              <a:t>Project Presentation</a:t>
            </a:r>
            <a:endParaRPr b="0" i="0" sz="1800" u="none" cap="none" strike="noStrike">
              <a:solidFill>
                <a:schemeClr val="lt1"/>
              </a:solidFill>
              <a:latin typeface="Times New Roman"/>
              <a:ea typeface="Times New Roman"/>
              <a:cs typeface="Times New Roman"/>
              <a:sym typeface="Times New Roman"/>
            </a:endParaRPr>
          </a:p>
        </p:txBody>
      </p:sp>
      <p:pic>
        <p:nvPicPr>
          <p:cNvPr id="2071" name="Google Shape;2071;g3d1afc4545f_0_749"/>
          <p:cNvPicPr preferRelativeResize="0"/>
          <p:nvPr/>
        </p:nvPicPr>
        <p:blipFill rotWithShape="1">
          <a:blip r:embed="rId6">
            <a:alphaModFix/>
          </a:blip>
          <a:srcRect b="0" l="0" r="0" t="0"/>
          <a:stretch/>
        </p:blipFill>
        <p:spPr>
          <a:xfrm>
            <a:off x="10590875" y="6330524"/>
            <a:ext cx="1500023" cy="585000"/>
          </a:xfrm>
          <a:prstGeom prst="rect">
            <a:avLst/>
          </a:prstGeom>
          <a:noFill/>
          <a:ln>
            <a:noFill/>
          </a:ln>
        </p:spPr>
      </p:pic>
      <p:sp>
        <p:nvSpPr>
          <p:cNvPr id="2072" name="Google Shape;2072;g3d1afc4545f_0_749"/>
          <p:cNvSpPr txBox="1"/>
          <p:nvPr/>
        </p:nvSpPr>
        <p:spPr>
          <a:xfrm>
            <a:off x="-1" y="6234672"/>
            <a:ext cx="5981100" cy="6465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chemeClr val="dk1"/>
              </a:buClr>
              <a:buSzPts val="1800"/>
              <a:buFont typeface="Arial"/>
              <a:buNone/>
            </a:pPr>
            <a:r>
              <a:rPr b="0" i="0" lang="en-US" sz="1800" u="none" cap="none" strike="noStrike">
                <a:solidFill>
                  <a:schemeClr val="lt1"/>
                </a:solidFill>
                <a:latin typeface="Times New Roman"/>
                <a:ea typeface="Times New Roman"/>
                <a:cs typeface="Times New Roman"/>
                <a:sym typeface="Times New Roman"/>
              </a:rPr>
              <a:t>Nanoelectronics - Seminar Presentation</a:t>
            </a:r>
            <a:br>
              <a:rPr b="0" i="0" lang="en-US" sz="1800" u="none" cap="none" strike="noStrike">
                <a:solidFill>
                  <a:schemeClr val="lt1"/>
                </a:solidFill>
                <a:latin typeface="Times New Roman"/>
                <a:ea typeface="Times New Roman"/>
                <a:cs typeface="Times New Roman"/>
                <a:sym typeface="Times New Roman"/>
              </a:rPr>
            </a:br>
            <a:r>
              <a:rPr b="0" i="0" lang="en-US" sz="1800" u="none" cap="none" strike="noStrike">
                <a:solidFill>
                  <a:schemeClr val="lt1"/>
                </a:solidFill>
                <a:latin typeface="Times New Roman"/>
                <a:ea typeface="Times New Roman"/>
                <a:cs typeface="Times New Roman"/>
                <a:sym typeface="Times New Roman"/>
              </a:rPr>
              <a:t>Ronit Dutta</a:t>
            </a:r>
            <a:endParaRPr b="0" i="0" sz="1800" u="none" cap="none" strike="noStrike">
              <a:solidFill>
                <a:schemeClr val="lt1"/>
              </a:solidFill>
              <a:latin typeface="Times New Roman"/>
              <a:ea typeface="Times New Roman"/>
              <a:cs typeface="Times New Roman"/>
              <a:sym typeface="Times New Roman"/>
            </a:endParaRPr>
          </a:p>
        </p:txBody>
      </p:sp>
      <p:pic>
        <p:nvPicPr>
          <p:cNvPr id="2073" name="Google Shape;2073;g3d1afc4545f_0_749"/>
          <p:cNvPicPr preferRelativeResize="0"/>
          <p:nvPr/>
        </p:nvPicPr>
        <p:blipFill rotWithShape="1">
          <a:blip r:embed="rId6">
            <a:alphaModFix/>
          </a:blip>
          <a:srcRect b="0" l="0" r="0" t="0"/>
          <a:stretch/>
        </p:blipFill>
        <p:spPr>
          <a:xfrm>
            <a:off x="10590875" y="6330524"/>
            <a:ext cx="1500023" cy="585000"/>
          </a:xfrm>
          <a:prstGeom prst="rect">
            <a:avLst/>
          </a:prstGeom>
          <a:noFill/>
          <a:ln>
            <a:noFill/>
          </a:ln>
        </p:spPr>
      </p:pic>
      <p:pic>
        <p:nvPicPr>
          <p:cNvPr id="2074" name="Google Shape;2074;g3d1afc4545f_0_749"/>
          <p:cNvPicPr preferRelativeResize="0"/>
          <p:nvPr/>
        </p:nvPicPr>
        <p:blipFill rotWithShape="1">
          <a:blip r:embed="rId4">
            <a:alphaModFix/>
          </a:blip>
          <a:srcRect b="0" l="0" r="0" t="0"/>
          <a:stretch/>
        </p:blipFill>
        <p:spPr>
          <a:xfrm>
            <a:off x="10590934" y="6330522"/>
            <a:ext cx="1499906" cy="585000"/>
          </a:xfrm>
          <a:prstGeom prst="rect">
            <a:avLst/>
          </a:prstGeom>
          <a:noFill/>
          <a:ln>
            <a:noFill/>
          </a:ln>
        </p:spPr>
      </p:pic>
      <p:sp>
        <p:nvSpPr>
          <p:cNvPr id="2075" name="Google Shape;2075;g3d1afc4545f_0_749"/>
          <p:cNvSpPr txBox="1"/>
          <p:nvPr/>
        </p:nvSpPr>
        <p:spPr>
          <a:xfrm>
            <a:off x="-1" y="6288587"/>
            <a:ext cx="5981100" cy="3693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chemeClr val="dk1"/>
              </a:buClr>
              <a:buSzPts val="1800"/>
              <a:buFont typeface="Arial"/>
              <a:buNone/>
            </a:pPr>
            <a:r>
              <a:rPr b="0" i="0" lang="en-US" sz="1800" u="none" cap="none" strike="noStrike">
                <a:solidFill>
                  <a:schemeClr val="lt1"/>
                </a:solidFill>
                <a:latin typeface="Times New Roman"/>
                <a:ea typeface="Times New Roman"/>
                <a:cs typeface="Times New Roman"/>
                <a:sym typeface="Times New Roman"/>
              </a:rPr>
              <a:t>Term Paper Presentation | Ronit Dutta</a:t>
            </a:r>
            <a:endParaRPr b="0" i="0" sz="1800" u="none" cap="none" strike="noStrike">
              <a:solidFill>
                <a:schemeClr val="lt1"/>
              </a:solidFill>
              <a:latin typeface="Times New Roman"/>
              <a:ea typeface="Times New Roman"/>
              <a:cs typeface="Times New Roman"/>
              <a:sym typeface="Times New Roman"/>
            </a:endParaRPr>
          </a:p>
        </p:txBody>
      </p:sp>
      <p:pic>
        <p:nvPicPr>
          <p:cNvPr id="2076" name="Google Shape;2076;g3d1afc4545f_0_749"/>
          <p:cNvPicPr preferRelativeResize="0"/>
          <p:nvPr/>
        </p:nvPicPr>
        <p:blipFill rotWithShape="1">
          <a:blip r:embed="rId4">
            <a:alphaModFix/>
          </a:blip>
          <a:srcRect b="0" l="0" r="0" t="0"/>
          <a:stretch/>
        </p:blipFill>
        <p:spPr>
          <a:xfrm>
            <a:off x="10590934" y="6330522"/>
            <a:ext cx="1499906" cy="585000"/>
          </a:xfrm>
          <a:prstGeom prst="rect">
            <a:avLst/>
          </a:prstGeom>
          <a:noFill/>
          <a:ln>
            <a:noFill/>
          </a:ln>
        </p:spPr>
      </p:pic>
      <p:sp>
        <p:nvSpPr>
          <p:cNvPr id="2077" name="Google Shape;2077;g3d1afc4545f_0_749"/>
          <p:cNvSpPr txBox="1"/>
          <p:nvPr/>
        </p:nvSpPr>
        <p:spPr>
          <a:xfrm>
            <a:off x="-1" y="6288587"/>
            <a:ext cx="5981100" cy="3693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chemeClr val="dk1"/>
              </a:buClr>
              <a:buSzPts val="1800"/>
              <a:buFont typeface="Arial"/>
              <a:buNone/>
            </a:pPr>
            <a:r>
              <a:rPr b="0" i="0" lang="en-US" sz="1800" u="none" cap="none" strike="noStrike">
                <a:solidFill>
                  <a:schemeClr val="lt1"/>
                </a:solidFill>
                <a:latin typeface="Times New Roman"/>
                <a:ea typeface="Times New Roman"/>
                <a:cs typeface="Times New Roman"/>
                <a:sym typeface="Times New Roman"/>
              </a:rPr>
              <a:t>Term Paper Presentation | Ronit Dutta</a:t>
            </a:r>
            <a:endParaRPr b="0" i="0" sz="1800" u="none" cap="none" strike="noStrike">
              <a:solidFill>
                <a:schemeClr val="lt1"/>
              </a:solidFill>
              <a:latin typeface="Times New Roman"/>
              <a:ea typeface="Times New Roman"/>
              <a:cs typeface="Times New Roman"/>
              <a:sym typeface="Times New Roman"/>
            </a:endParaRPr>
          </a:p>
        </p:txBody>
      </p:sp>
      <p:pic>
        <p:nvPicPr>
          <p:cNvPr id="2078" name="Google Shape;2078;g3d1afc4545f_0_749"/>
          <p:cNvPicPr preferRelativeResize="0"/>
          <p:nvPr/>
        </p:nvPicPr>
        <p:blipFill rotWithShape="1">
          <a:blip r:embed="rId4">
            <a:alphaModFix/>
          </a:blip>
          <a:srcRect b="0" l="0" r="0" t="0"/>
          <a:stretch/>
        </p:blipFill>
        <p:spPr>
          <a:xfrm>
            <a:off x="10590934" y="6330522"/>
            <a:ext cx="1499906" cy="585000"/>
          </a:xfrm>
          <a:prstGeom prst="rect">
            <a:avLst/>
          </a:prstGeom>
          <a:noFill/>
          <a:ln>
            <a:noFill/>
          </a:ln>
        </p:spPr>
      </p:pic>
      <p:sp>
        <p:nvSpPr>
          <p:cNvPr id="2079" name="Google Shape;2079;g3d1afc4545f_0_749"/>
          <p:cNvSpPr txBox="1"/>
          <p:nvPr/>
        </p:nvSpPr>
        <p:spPr>
          <a:xfrm>
            <a:off x="-1" y="6288587"/>
            <a:ext cx="5981100" cy="6465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chemeClr val="dk1"/>
              </a:buClr>
              <a:buSzPts val="1800"/>
              <a:buFont typeface="Arial"/>
              <a:buNone/>
            </a:pPr>
            <a:r>
              <a:rPr b="0" i="0" lang="en-US" sz="1800" u="none" cap="none" strike="noStrike">
                <a:solidFill>
                  <a:schemeClr val="lt1"/>
                </a:solidFill>
                <a:latin typeface="Times New Roman"/>
                <a:ea typeface="Times New Roman"/>
                <a:cs typeface="Times New Roman"/>
                <a:sym typeface="Times New Roman"/>
              </a:rPr>
              <a:t>Machine Learning Professional</a:t>
            </a:r>
            <a:br>
              <a:rPr b="0" i="0" lang="en-US" sz="1800" u="none" cap="none" strike="noStrike">
                <a:solidFill>
                  <a:schemeClr val="lt1"/>
                </a:solidFill>
                <a:latin typeface="Times New Roman"/>
                <a:ea typeface="Times New Roman"/>
                <a:cs typeface="Times New Roman"/>
                <a:sym typeface="Times New Roman"/>
              </a:rPr>
            </a:br>
            <a:r>
              <a:rPr b="0" i="0" lang="en-US" sz="1800" u="none" cap="none" strike="noStrike">
                <a:solidFill>
                  <a:schemeClr val="lt1"/>
                </a:solidFill>
                <a:latin typeface="Times New Roman"/>
                <a:ea typeface="Times New Roman"/>
                <a:cs typeface="Times New Roman"/>
                <a:sym typeface="Times New Roman"/>
              </a:rPr>
              <a:t>Project Presentation</a:t>
            </a:r>
            <a:endParaRPr b="0" i="0" sz="1800" u="none" cap="none" strike="noStrike">
              <a:solidFill>
                <a:schemeClr val="lt1"/>
              </a:solidFill>
              <a:latin typeface="Times New Roman"/>
              <a:ea typeface="Times New Roman"/>
              <a:cs typeface="Times New Roman"/>
              <a:sym typeface="Times New Roman"/>
            </a:endParaRPr>
          </a:p>
        </p:txBody>
      </p:sp>
      <p:pic>
        <p:nvPicPr>
          <p:cNvPr id="2080" name="Google Shape;2080;g3d1afc4545f_0_749"/>
          <p:cNvPicPr preferRelativeResize="0"/>
          <p:nvPr/>
        </p:nvPicPr>
        <p:blipFill rotWithShape="1">
          <a:blip r:embed="rId6">
            <a:alphaModFix/>
          </a:blip>
          <a:srcRect b="0" l="0" r="0" t="0"/>
          <a:stretch/>
        </p:blipFill>
        <p:spPr>
          <a:xfrm>
            <a:off x="10590875" y="6341462"/>
            <a:ext cx="1500023" cy="585000"/>
          </a:xfrm>
          <a:prstGeom prst="rect">
            <a:avLst/>
          </a:prstGeom>
          <a:noFill/>
          <a:ln>
            <a:noFill/>
          </a:ln>
        </p:spPr>
      </p:pic>
      <p:sp>
        <p:nvSpPr>
          <p:cNvPr id="2081" name="Google Shape;2081;g3d1afc4545f_0_749"/>
          <p:cNvSpPr txBox="1"/>
          <p:nvPr/>
        </p:nvSpPr>
        <p:spPr>
          <a:xfrm>
            <a:off x="-1" y="6288587"/>
            <a:ext cx="5981100" cy="6465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chemeClr val="dk1"/>
              </a:buClr>
              <a:buSzPts val="1800"/>
              <a:buFont typeface="Arial"/>
              <a:buNone/>
            </a:pPr>
            <a:r>
              <a:rPr b="0" i="0" lang="en-US" sz="1800" u="none" cap="none" strike="noStrike">
                <a:solidFill>
                  <a:schemeClr val="lt1"/>
                </a:solidFill>
                <a:latin typeface="Times New Roman"/>
                <a:ea typeface="Times New Roman"/>
                <a:cs typeface="Times New Roman"/>
                <a:sym typeface="Times New Roman"/>
              </a:rPr>
              <a:t>Machine Learning Professional</a:t>
            </a:r>
            <a:br>
              <a:rPr b="0" i="0" lang="en-US" sz="1800" u="none" cap="none" strike="noStrike">
                <a:solidFill>
                  <a:schemeClr val="lt1"/>
                </a:solidFill>
                <a:latin typeface="Times New Roman"/>
                <a:ea typeface="Times New Roman"/>
                <a:cs typeface="Times New Roman"/>
                <a:sym typeface="Times New Roman"/>
              </a:rPr>
            </a:br>
            <a:r>
              <a:rPr b="0" i="0" lang="en-US" sz="1800" u="none" cap="none" strike="noStrike">
                <a:solidFill>
                  <a:schemeClr val="lt1"/>
                </a:solidFill>
                <a:latin typeface="Times New Roman"/>
                <a:ea typeface="Times New Roman"/>
                <a:cs typeface="Times New Roman"/>
                <a:sym typeface="Times New Roman"/>
              </a:rPr>
              <a:t>Project Presentation</a:t>
            </a:r>
            <a:endParaRPr b="0" i="0" sz="1800" u="none" cap="none" strike="noStrike">
              <a:solidFill>
                <a:schemeClr val="lt1"/>
              </a:solidFill>
              <a:latin typeface="Times New Roman"/>
              <a:ea typeface="Times New Roman"/>
              <a:cs typeface="Times New Roman"/>
              <a:sym typeface="Times New Roman"/>
            </a:endParaRPr>
          </a:p>
        </p:txBody>
      </p:sp>
      <p:pic>
        <p:nvPicPr>
          <p:cNvPr id="2082" name="Google Shape;2082;g3d1afc4545f_0_749"/>
          <p:cNvPicPr preferRelativeResize="0"/>
          <p:nvPr/>
        </p:nvPicPr>
        <p:blipFill rotWithShape="1">
          <a:blip r:embed="rId6">
            <a:alphaModFix/>
          </a:blip>
          <a:srcRect b="0" l="0" r="0" t="0"/>
          <a:stretch/>
        </p:blipFill>
        <p:spPr>
          <a:xfrm>
            <a:off x="10590875" y="6330524"/>
            <a:ext cx="1500023" cy="585000"/>
          </a:xfrm>
          <a:prstGeom prst="rect">
            <a:avLst/>
          </a:prstGeom>
          <a:noFill/>
          <a:ln>
            <a:noFill/>
          </a:ln>
        </p:spPr>
      </p:pic>
      <p:sp>
        <p:nvSpPr>
          <p:cNvPr id="2083" name="Google Shape;2083;g3d1afc4545f_0_749"/>
          <p:cNvSpPr txBox="1"/>
          <p:nvPr/>
        </p:nvSpPr>
        <p:spPr>
          <a:xfrm>
            <a:off x="-1" y="6234672"/>
            <a:ext cx="5981100" cy="6465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chemeClr val="dk1"/>
              </a:buClr>
              <a:buSzPts val="1800"/>
              <a:buFont typeface="Arial"/>
              <a:buNone/>
            </a:pPr>
            <a:r>
              <a:rPr b="0" i="0" lang="en-US" sz="1800" u="none" cap="none" strike="noStrike">
                <a:solidFill>
                  <a:schemeClr val="lt1"/>
                </a:solidFill>
                <a:latin typeface="Times New Roman"/>
                <a:ea typeface="Times New Roman"/>
                <a:cs typeface="Times New Roman"/>
                <a:sym typeface="Times New Roman"/>
              </a:rPr>
              <a:t>Machine Learning Professional</a:t>
            </a:r>
            <a:br>
              <a:rPr b="0" i="0" lang="en-US" sz="1800" u="none" cap="none" strike="noStrike">
                <a:solidFill>
                  <a:schemeClr val="lt1"/>
                </a:solidFill>
                <a:latin typeface="Times New Roman"/>
                <a:ea typeface="Times New Roman"/>
                <a:cs typeface="Times New Roman"/>
                <a:sym typeface="Times New Roman"/>
              </a:rPr>
            </a:br>
            <a:r>
              <a:rPr b="0" i="0" lang="en-US" sz="1800" u="none" cap="none" strike="noStrike">
                <a:solidFill>
                  <a:schemeClr val="lt1"/>
                </a:solidFill>
                <a:latin typeface="Times New Roman"/>
                <a:ea typeface="Times New Roman"/>
                <a:cs typeface="Times New Roman"/>
                <a:sym typeface="Times New Roman"/>
              </a:rPr>
              <a:t>Project Presentation</a:t>
            </a:r>
            <a:endParaRPr b="0" i="0" sz="1800" u="none" cap="none" strike="noStrike">
              <a:solidFill>
                <a:schemeClr val="lt1"/>
              </a:solidFill>
              <a:latin typeface="Times New Roman"/>
              <a:ea typeface="Times New Roman"/>
              <a:cs typeface="Times New Roman"/>
              <a:sym typeface="Times New Roman"/>
            </a:endParaRPr>
          </a:p>
        </p:txBody>
      </p:sp>
      <p:pic>
        <p:nvPicPr>
          <p:cNvPr id="2084" name="Google Shape;2084;g3d1afc4545f_0_749"/>
          <p:cNvPicPr preferRelativeResize="0"/>
          <p:nvPr/>
        </p:nvPicPr>
        <p:blipFill rotWithShape="1">
          <a:blip r:embed="rId6">
            <a:alphaModFix/>
          </a:blip>
          <a:srcRect b="0" l="0" r="0" t="0"/>
          <a:stretch/>
        </p:blipFill>
        <p:spPr>
          <a:xfrm>
            <a:off x="10590875" y="6330524"/>
            <a:ext cx="1500023" cy="585000"/>
          </a:xfrm>
          <a:prstGeom prst="rect">
            <a:avLst/>
          </a:prstGeom>
          <a:noFill/>
          <a:ln>
            <a:noFill/>
          </a:ln>
        </p:spPr>
      </p:pic>
      <p:sp>
        <p:nvSpPr>
          <p:cNvPr id="2085" name="Google Shape;2085;g3d1afc4545f_0_749"/>
          <p:cNvSpPr txBox="1"/>
          <p:nvPr/>
        </p:nvSpPr>
        <p:spPr>
          <a:xfrm>
            <a:off x="-1" y="6234672"/>
            <a:ext cx="5981100" cy="6465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chemeClr val="dk1"/>
              </a:buClr>
              <a:buSzPts val="1800"/>
              <a:buFont typeface="Arial"/>
              <a:buNone/>
            </a:pPr>
            <a:r>
              <a:rPr b="0" i="0" lang="en-US" sz="1800" u="none" cap="none" strike="noStrike">
                <a:solidFill>
                  <a:schemeClr val="lt1"/>
                </a:solidFill>
                <a:latin typeface="Times New Roman"/>
                <a:ea typeface="Times New Roman"/>
                <a:cs typeface="Times New Roman"/>
                <a:sym typeface="Times New Roman"/>
              </a:rPr>
              <a:t>Machine Learning Professional</a:t>
            </a:r>
            <a:br>
              <a:rPr b="0" i="0" lang="en-US" sz="1800" u="none" cap="none" strike="noStrike">
                <a:solidFill>
                  <a:schemeClr val="lt1"/>
                </a:solidFill>
                <a:latin typeface="Times New Roman"/>
                <a:ea typeface="Times New Roman"/>
                <a:cs typeface="Times New Roman"/>
                <a:sym typeface="Times New Roman"/>
              </a:rPr>
            </a:br>
            <a:r>
              <a:rPr b="0" i="0" lang="en-US" sz="1800" u="none" cap="none" strike="noStrike">
                <a:solidFill>
                  <a:schemeClr val="lt1"/>
                </a:solidFill>
                <a:latin typeface="Times New Roman"/>
                <a:ea typeface="Times New Roman"/>
                <a:cs typeface="Times New Roman"/>
                <a:sym typeface="Times New Roman"/>
              </a:rPr>
              <a:t>Project Presentation</a:t>
            </a:r>
            <a:endParaRPr b="0" i="0" sz="1800" u="none" cap="none" strike="noStrike">
              <a:solidFill>
                <a:schemeClr val="lt1"/>
              </a:solidFill>
              <a:latin typeface="Times New Roman"/>
              <a:ea typeface="Times New Roman"/>
              <a:cs typeface="Times New Roman"/>
              <a:sym typeface="Times New Roman"/>
            </a:endParaRPr>
          </a:p>
        </p:txBody>
      </p:sp>
      <p:pic>
        <p:nvPicPr>
          <p:cNvPr id="2086" name="Google Shape;2086;g3d1afc4545f_0_749"/>
          <p:cNvPicPr preferRelativeResize="0"/>
          <p:nvPr/>
        </p:nvPicPr>
        <p:blipFill rotWithShape="1">
          <a:blip r:embed="rId6">
            <a:alphaModFix/>
          </a:blip>
          <a:srcRect b="0" l="0" r="0" t="0"/>
          <a:stretch/>
        </p:blipFill>
        <p:spPr>
          <a:xfrm>
            <a:off x="10590875" y="6330524"/>
            <a:ext cx="1500023" cy="585000"/>
          </a:xfrm>
          <a:prstGeom prst="rect">
            <a:avLst/>
          </a:prstGeom>
          <a:noFill/>
          <a:ln>
            <a:noFill/>
          </a:ln>
        </p:spPr>
      </p:pic>
      <p:sp>
        <p:nvSpPr>
          <p:cNvPr id="2087" name="Google Shape;2087;g3d1afc4545f_0_749"/>
          <p:cNvSpPr txBox="1"/>
          <p:nvPr/>
        </p:nvSpPr>
        <p:spPr>
          <a:xfrm>
            <a:off x="-1" y="6234672"/>
            <a:ext cx="5981100" cy="6465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chemeClr val="dk1"/>
              </a:buClr>
              <a:buSzPts val="1800"/>
              <a:buFont typeface="Arial"/>
              <a:buNone/>
            </a:pPr>
            <a:r>
              <a:rPr b="0" i="0" lang="en-US" sz="1800" u="none" cap="none" strike="noStrike">
                <a:solidFill>
                  <a:schemeClr val="lt1"/>
                </a:solidFill>
                <a:latin typeface="Times New Roman"/>
                <a:ea typeface="Times New Roman"/>
                <a:cs typeface="Times New Roman"/>
                <a:sym typeface="Times New Roman"/>
              </a:rPr>
              <a:t>Nanoelectronics - Seminar Presentation</a:t>
            </a:r>
            <a:br>
              <a:rPr b="0" i="0" lang="en-US" sz="1800" u="none" cap="none" strike="noStrike">
                <a:solidFill>
                  <a:schemeClr val="lt1"/>
                </a:solidFill>
                <a:latin typeface="Times New Roman"/>
                <a:ea typeface="Times New Roman"/>
                <a:cs typeface="Times New Roman"/>
                <a:sym typeface="Times New Roman"/>
              </a:rPr>
            </a:br>
            <a:r>
              <a:rPr b="0" i="0" lang="en-US" sz="1800" u="none" cap="none" strike="noStrike">
                <a:solidFill>
                  <a:schemeClr val="lt1"/>
                </a:solidFill>
                <a:latin typeface="Times New Roman"/>
                <a:ea typeface="Times New Roman"/>
                <a:cs typeface="Times New Roman"/>
                <a:sym typeface="Times New Roman"/>
              </a:rPr>
              <a:t>Ronit Dutta</a:t>
            </a:r>
            <a:endParaRPr b="0" i="0" sz="1800" u="none" cap="none" strike="noStrike">
              <a:solidFill>
                <a:schemeClr val="lt1"/>
              </a:solidFill>
              <a:latin typeface="Times New Roman"/>
              <a:ea typeface="Times New Roman"/>
              <a:cs typeface="Times New Roman"/>
              <a:sym typeface="Times New Roman"/>
            </a:endParaRPr>
          </a:p>
        </p:txBody>
      </p:sp>
      <p:pic>
        <p:nvPicPr>
          <p:cNvPr id="2088" name="Google Shape;2088;g3d1afc4545f_0_749"/>
          <p:cNvPicPr preferRelativeResize="0"/>
          <p:nvPr/>
        </p:nvPicPr>
        <p:blipFill rotWithShape="1">
          <a:blip r:embed="rId6">
            <a:alphaModFix/>
          </a:blip>
          <a:srcRect b="0" l="0" r="0" t="0"/>
          <a:stretch/>
        </p:blipFill>
        <p:spPr>
          <a:xfrm>
            <a:off x="10590875" y="6330524"/>
            <a:ext cx="1500023" cy="585000"/>
          </a:xfrm>
          <a:prstGeom prst="rect">
            <a:avLst/>
          </a:prstGeom>
          <a:noFill/>
          <a:ln>
            <a:noFill/>
          </a:ln>
        </p:spPr>
      </p:pic>
      <p:pic>
        <p:nvPicPr>
          <p:cNvPr id="2089" name="Google Shape;2089;g3d1afc4545f_0_749"/>
          <p:cNvPicPr preferRelativeResize="0"/>
          <p:nvPr/>
        </p:nvPicPr>
        <p:blipFill rotWithShape="1">
          <a:blip r:embed="rId10">
            <a:alphaModFix/>
          </a:blip>
          <a:srcRect b="0" l="0" r="0" t="0"/>
          <a:stretch/>
        </p:blipFill>
        <p:spPr>
          <a:xfrm>
            <a:off x="0" y="6234674"/>
            <a:ext cx="12192000" cy="1165875"/>
          </a:xfrm>
          <a:prstGeom prst="rect">
            <a:avLst/>
          </a:prstGeom>
          <a:noFill/>
          <a:ln>
            <a:noFill/>
          </a:ln>
        </p:spPr>
      </p:pic>
      <p:sp>
        <p:nvSpPr>
          <p:cNvPr id="2090" name="Google Shape;2090;g3d1afc4545f_0_749"/>
          <p:cNvSpPr txBox="1"/>
          <p:nvPr/>
        </p:nvSpPr>
        <p:spPr>
          <a:xfrm>
            <a:off x="-1" y="6310697"/>
            <a:ext cx="5981100" cy="6465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chemeClr val="dk1"/>
              </a:buClr>
              <a:buSzPts val="1800"/>
              <a:buFont typeface="Arial"/>
              <a:buNone/>
            </a:pPr>
            <a:r>
              <a:rPr lang="en-US" sz="1800">
                <a:solidFill>
                  <a:schemeClr val="lt1"/>
                </a:solidFill>
                <a:latin typeface="Times New Roman"/>
                <a:ea typeface="Times New Roman"/>
                <a:cs typeface="Times New Roman"/>
                <a:sym typeface="Times New Roman"/>
              </a:rPr>
              <a:t>Applied Mathematics for Engineering [MIDTERM PROJECT]</a:t>
            </a:r>
            <a:br>
              <a:rPr b="0" i="0" lang="en-US" sz="1800" u="none" cap="none" strike="noStrike">
                <a:solidFill>
                  <a:schemeClr val="lt1"/>
                </a:solidFill>
                <a:latin typeface="Times New Roman"/>
                <a:ea typeface="Times New Roman"/>
                <a:cs typeface="Times New Roman"/>
                <a:sym typeface="Times New Roman"/>
              </a:rPr>
            </a:br>
            <a:r>
              <a:rPr b="0" i="0" lang="en-US" sz="1800" u="none" cap="none" strike="noStrike">
                <a:solidFill>
                  <a:schemeClr val="lt1"/>
                </a:solidFill>
                <a:latin typeface="Times New Roman"/>
                <a:ea typeface="Times New Roman"/>
                <a:cs typeface="Times New Roman"/>
                <a:sym typeface="Times New Roman"/>
              </a:rPr>
              <a:t>Ronit Dutta</a:t>
            </a:r>
            <a:endParaRPr b="0" i="0" sz="1800" u="none" cap="none" strike="noStrike">
              <a:solidFill>
                <a:schemeClr val="lt1"/>
              </a:solidFill>
              <a:latin typeface="Times New Roman"/>
              <a:ea typeface="Times New Roman"/>
              <a:cs typeface="Times New Roman"/>
              <a:sym typeface="Times New Roman"/>
            </a:endParaRPr>
          </a:p>
        </p:txBody>
      </p:sp>
      <p:pic>
        <p:nvPicPr>
          <p:cNvPr id="2091" name="Google Shape;2091;g3d1afc4545f_0_749"/>
          <p:cNvPicPr preferRelativeResize="0"/>
          <p:nvPr/>
        </p:nvPicPr>
        <p:blipFill rotWithShape="1">
          <a:blip r:embed="rId6">
            <a:alphaModFix/>
          </a:blip>
          <a:srcRect b="0" l="0" r="0" t="0"/>
          <a:stretch/>
        </p:blipFill>
        <p:spPr>
          <a:xfrm>
            <a:off x="10579375" y="6341449"/>
            <a:ext cx="1500023" cy="585000"/>
          </a:xfrm>
          <a:prstGeom prst="rect">
            <a:avLst/>
          </a:prstGeom>
          <a:noFill/>
          <a:ln>
            <a:noFill/>
          </a:ln>
        </p:spPr>
      </p:pic>
      <p:pic>
        <p:nvPicPr>
          <p:cNvPr id="2092" name="Google Shape;2092;g3d1afc4545f_0_749"/>
          <p:cNvPicPr preferRelativeResize="0"/>
          <p:nvPr/>
        </p:nvPicPr>
        <p:blipFill>
          <a:blip r:embed="rId11">
            <a:alphaModFix/>
          </a:blip>
          <a:stretch>
            <a:fillRect/>
          </a:stretch>
        </p:blipFill>
        <p:spPr>
          <a:xfrm>
            <a:off x="164650" y="649375"/>
            <a:ext cx="10624699" cy="5286450"/>
          </a:xfrm>
          <a:prstGeom prst="rect">
            <a:avLst/>
          </a:prstGeom>
          <a:noFill/>
          <a:ln cap="flat" cmpd="sng" w="9250">
            <a:solidFill>
              <a:schemeClr val="dk1"/>
            </a:solidFill>
            <a:prstDash val="solid"/>
            <a:round/>
            <a:headEnd len="sm" w="sm" type="none"/>
            <a:tailEnd len="sm" w="sm" type="none"/>
          </a:ln>
        </p:spPr>
      </p:pic>
      <p:sp>
        <p:nvSpPr>
          <p:cNvPr id="2093" name="Google Shape;2093;g3d1afc4545f_0_749"/>
          <p:cNvSpPr/>
          <p:nvPr/>
        </p:nvSpPr>
        <p:spPr>
          <a:xfrm>
            <a:off x="6064082" y="1361257"/>
            <a:ext cx="876900" cy="248100"/>
          </a:xfrm>
          <a:prstGeom prst="rect">
            <a:avLst/>
          </a:prstGeom>
          <a:noFill/>
          <a:ln cap="flat" cmpd="sng" w="9250">
            <a:solidFill>
              <a:schemeClr val="dk2"/>
            </a:solidFill>
            <a:prstDash val="solid"/>
            <a:round/>
            <a:headEnd len="sm" w="sm" type="none"/>
            <a:tailEnd len="sm" w="sm" type="none"/>
          </a:ln>
        </p:spPr>
        <p:txBody>
          <a:bodyPr anchorCtr="0" anchor="ctr" bIns="89025" lIns="89025" spcFirstLastPara="1" rIns="89025" wrap="square" tIns="89025">
            <a:noAutofit/>
          </a:bodyPr>
          <a:lstStyle/>
          <a:p>
            <a:pPr indent="0" lvl="0" marL="0" rtl="0" algn="ctr">
              <a:spcBef>
                <a:spcPts val="0"/>
              </a:spcBef>
              <a:spcAft>
                <a:spcPts val="0"/>
              </a:spcAft>
              <a:buNone/>
            </a:pPr>
            <a:r>
              <a:t/>
            </a:r>
            <a:endParaRPr sz="1363">
              <a:latin typeface="Calibri"/>
              <a:ea typeface="Calibri"/>
              <a:cs typeface="Calibri"/>
              <a:sym typeface="Calibri"/>
            </a:endParaRPr>
          </a:p>
        </p:txBody>
      </p:sp>
      <p:sp>
        <p:nvSpPr>
          <p:cNvPr id="2094" name="Google Shape;2094;g3d1afc4545f_0_749"/>
          <p:cNvSpPr/>
          <p:nvPr/>
        </p:nvSpPr>
        <p:spPr>
          <a:xfrm>
            <a:off x="1258611" y="1808948"/>
            <a:ext cx="4000200" cy="419400"/>
          </a:xfrm>
          <a:prstGeom prst="rect">
            <a:avLst/>
          </a:prstGeom>
          <a:noFill/>
          <a:ln cap="flat" cmpd="sng" w="9250">
            <a:solidFill>
              <a:schemeClr val="dk2"/>
            </a:solidFill>
            <a:prstDash val="solid"/>
            <a:round/>
            <a:headEnd len="sm" w="sm" type="none"/>
            <a:tailEnd len="sm" w="sm" type="none"/>
          </a:ln>
        </p:spPr>
        <p:txBody>
          <a:bodyPr anchorCtr="0" anchor="ctr" bIns="89025" lIns="89025" spcFirstLastPara="1" rIns="89025" wrap="square" tIns="89025">
            <a:noAutofit/>
          </a:bodyPr>
          <a:lstStyle/>
          <a:p>
            <a:pPr indent="0" lvl="0" marL="0" rtl="0" algn="ctr">
              <a:spcBef>
                <a:spcPts val="0"/>
              </a:spcBef>
              <a:spcAft>
                <a:spcPts val="0"/>
              </a:spcAft>
              <a:buNone/>
            </a:pPr>
            <a:r>
              <a:t/>
            </a:r>
            <a:endParaRPr sz="1363">
              <a:latin typeface="Calibri"/>
              <a:ea typeface="Calibri"/>
              <a:cs typeface="Calibri"/>
              <a:sym typeface="Calibri"/>
            </a:endParaRPr>
          </a:p>
        </p:txBody>
      </p:sp>
      <p:sp>
        <p:nvSpPr>
          <p:cNvPr id="2095" name="Google Shape;2095;g3d1afc4545f_0_749"/>
          <p:cNvSpPr/>
          <p:nvPr/>
        </p:nvSpPr>
        <p:spPr>
          <a:xfrm>
            <a:off x="4059380" y="3856321"/>
            <a:ext cx="2995200" cy="419400"/>
          </a:xfrm>
          <a:prstGeom prst="rect">
            <a:avLst/>
          </a:prstGeom>
          <a:noFill/>
          <a:ln cap="flat" cmpd="sng" w="9250">
            <a:solidFill>
              <a:schemeClr val="dk2"/>
            </a:solidFill>
            <a:prstDash val="solid"/>
            <a:round/>
            <a:headEnd len="sm" w="sm" type="none"/>
            <a:tailEnd len="sm" w="sm" type="none"/>
          </a:ln>
        </p:spPr>
        <p:txBody>
          <a:bodyPr anchorCtr="0" anchor="ctr" bIns="89025" lIns="89025" spcFirstLastPara="1" rIns="89025" wrap="square" tIns="89025">
            <a:noAutofit/>
          </a:bodyPr>
          <a:lstStyle/>
          <a:p>
            <a:pPr indent="0" lvl="0" marL="0" rtl="0" algn="ctr">
              <a:spcBef>
                <a:spcPts val="0"/>
              </a:spcBef>
              <a:spcAft>
                <a:spcPts val="0"/>
              </a:spcAft>
              <a:buNone/>
            </a:pPr>
            <a:r>
              <a:t/>
            </a:r>
            <a:endParaRPr sz="1363">
              <a:latin typeface="Calibri"/>
              <a:ea typeface="Calibri"/>
              <a:cs typeface="Calibri"/>
              <a:sym typeface="Calibri"/>
            </a:endParaRPr>
          </a:p>
        </p:txBody>
      </p:sp>
      <p:sp>
        <p:nvSpPr>
          <p:cNvPr id="2096" name="Google Shape;2096;g3d1afc4545f_0_749"/>
          <p:cNvSpPr/>
          <p:nvPr/>
        </p:nvSpPr>
        <p:spPr>
          <a:xfrm>
            <a:off x="5704240" y="4376233"/>
            <a:ext cx="1990500" cy="419400"/>
          </a:xfrm>
          <a:prstGeom prst="rect">
            <a:avLst/>
          </a:prstGeom>
          <a:noFill/>
          <a:ln cap="flat" cmpd="sng" w="9250">
            <a:solidFill>
              <a:schemeClr val="dk2"/>
            </a:solidFill>
            <a:prstDash val="solid"/>
            <a:round/>
            <a:headEnd len="sm" w="sm" type="none"/>
            <a:tailEnd len="sm" w="sm" type="none"/>
          </a:ln>
        </p:spPr>
        <p:txBody>
          <a:bodyPr anchorCtr="0" anchor="ctr" bIns="89025" lIns="89025" spcFirstLastPara="1" rIns="89025" wrap="square" tIns="89025">
            <a:noAutofit/>
          </a:bodyPr>
          <a:lstStyle/>
          <a:p>
            <a:pPr indent="0" lvl="0" marL="0" rtl="0" algn="ctr">
              <a:spcBef>
                <a:spcPts val="0"/>
              </a:spcBef>
              <a:spcAft>
                <a:spcPts val="0"/>
              </a:spcAft>
              <a:buNone/>
            </a:pPr>
            <a:r>
              <a:t/>
            </a:r>
            <a:endParaRPr sz="1363">
              <a:latin typeface="Calibri"/>
              <a:ea typeface="Calibri"/>
              <a:cs typeface="Calibri"/>
              <a:sym typeface="Calibri"/>
            </a:endParaRPr>
          </a:p>
        </p:txBody>
      </p:sp>
      <p:sp>
        <p:nvSpPr>
          <p:cNvPr id="2097" name="Google Shape;2097;g3d1afc4545f_0_749"/>
          <p:cNvSpPr/>
          <p:nvPr/>
        </p:nvSpPr>
        <p:spPr>
          <a:xfrm>
            <a:off x="8143780" y="4328524"/>
            <a:ext cx="2234400" cy="419400"/>
          </a:xfrm>
          <a:prstGeom prst="rect">
            <a:avLst/>
          </a:prstGeom>
          <a:noFill/>
          <a:ln cap="flat" cmpd="sng" w="9250">
            <a:solidFill>
              <a:schemeClr val="dk2"/>
            </a:solidFill>
            <a:prstDash val="solid"/>
            <a:round/>
            <a:headEnd len="sm" w="sm" type="none"/>
            <a:tailEnd len="sm" w="sm" type="none"/>
          </a:ln>
        </p:spPr>
        <p:txBody>
          <a:bodyPr anchorCtr="0" anchor="ctr" bIns="89025" lIns="89025" spcFirstLastPara="1" rIns="89025" wrap="square" tIns="89025">
            <a:noAutofit/>
          </a:bodyPr>
          <a:lstStyle/>
          <a:p>
            <a:pPr indent="0" lvl="0" marL="0" rtl="0" algn="ctr">
              <a:spcBef>
                <a:spcPts val="0"/>
              </a:spcBef>
              <a:spcAft>
                <a:spcPts val="0"/>
              </a:spcAft>
              <a:buNone/>
            </a:pPr>
            <a:r>
              <a:t/>
            </a:r>
            <a:endParaRPr sz="1363">
              <a:latin typeface="Calibri"/>
              <a:ea typeface="Calibri"/>
              <a:cs typeface="Calibri"/>
              <a:sym typeface="Calibri"/>
            </a:endParaRPr>
          </a:p>
        </p:txBody>
      </p:sp>
      <p:sp>
        <p:nvSpPr>
          <p:cNvPr id="2098" name="Google Shape;2098;g3d1afc4545f_0_749"/>
          <p:cNvSpPr/>
          <p:nvPr/>
        </p:nvSpPr>
        <p:spPr>
          <a:xfrm>
            <a:off x="355683" y="5633964"/>
            <a:ext cx="5595000" cy="301800"/>
          </a:xfrm>
          <a:prstGeom prst="rect">
            <a:avLst/>
          </a:prstGeom>
          <a:noFill/>
          <a:ln cap="flat" cmpd="sng" w="9250">
            <a:solidFill>
              <a:schemeClr val="dk2"/>
            </a:solidFill>
            <a:prstDash val="solid"/>
            <a:round/>
            <a:headEnd len="sm" w="sm" type="none"/>
            <a:tailEnd len="sm" w="sm" type="none"/>
          </a:ln>
        </p:spPr>
        <p:txBody>
          <a:bodyPr anchorCtr="0" anchor="ctr" bIns="89025" lIns="89025" spcFirstLastPara="1" rIns="89025" wrap="square" tIns="89025">
            <a:noAutofit/>
          </a:bodyPr>
          <a:lstStyle/>
          <a:p>
            <a:pPr indent="0" lvl="0" marL="0" rtl="0" algn="ctr">
              <a:spcBef>
                <a:spcPts val="0"/>
              </a:spcBef>
              <a:spcAft>
                <a:spcPts val="0"/>
              </a:spcAft>
              <a:buNone/>
            </a:pPr>
            <a:r>
              <a:t/>
            </a:r>
            <a:endParaRPr sz="1363">
              <a:latin typeface="Calibri"/>
              <a:ea typeface="Calibri"/>
              <a:cs typeface="Calibri"/>
              <a:sym typeface="Calibri"/>
            </a:endParaRPr>
          </a:p>
        </p:txBody>
      </p:sp>
    </p:spTree>
  </p:cSld>
  <p:clrMapOvr>
    <a:masterClrMapping/>
  </p:clrMapOvr>
</p:sld>
</file>

<file path=ppt/slides/slide2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102" name="Shape 2102"/>
        <p:cNvGrpSpPr/>
        <p:nvPr/>
      </p:nvGrpSpPr>
      <p:grpSpPr>
        <a:xfrm>
          <a:off x="0" y="0"/>
          <a:ext cx="0" cy="0"/>
          <a:chOff x="0" y="0"/>
          <a:chExt cx="0" cy="0"/>
        </a:xfrm>
      </p:grpSpPr>
      <p:pic>
        <p:nvPicPr>
          <p:cNvPr id="2103" name="Google Shape;2103;g3d1afc4545f_0_649"/>
          <p:cNvPicPr preferRelativeResize="0"/>
          <p:nvPr/>
        </p:nvPicPr>
        <p:blipFill rotWithShape="1">
          <a:blip r:embed="rId3">
            <a:alphaModFix/>
          </a:blip>
          <a:srcRect b="0" l="0" r="0" t="0"/>
          <a:stretch/>
        </p:blipFill>
        <p:spPr>
          <a:xfrm>
            <a:off x="-4" y="6211289"/>
            <a:ext cx="12192003" cy="1285104"/>
          </a:xfrm>
          <a:prstGeom prst="rect">
            <a:avLst/>
          </a:prstGeom>
          <a:noFill/>
          <a:ln>
            <a:noFill/>
          </a:ln>
        </p:spPr>
      </p:pic>
      <p:pic>
        <p:nvPicPr>
          <p:cNvPr id="2104" name="Google Shape;2104;g3d1afc4545f_0_649"/>
          <p:cNvPicPr preferRelativeResize="0"/>
          <p:nvPr/>
        </p:nvPicPr>
        <p:blipFill rotWithShape="1">
          <a:blip r:embed="rId4">
            <a:alphaModFix/>
          </a:blip>
          <a:srcRect b="0" l="0" r="0" t="0"/>
          <a:stretch/>
        </p:blipFill>
        <p:spPr>
          <a:xfrm>
            <a:off x="10590934" y="6330522"/>
            <a:ext cx="1499906" cy="585000"/>
          </a:xfrm>
          <a:prstGeom prst="rect">
            <a:avLst/>
          </a:prstGeom>
          <a:noFill/>
          <a:ln>
            <a:noFill/>
          </a:ln>
        </p:spPr>
      </p:pic>
      <p:sp>
        <p:nvSpPr>
          <p:cNvPr id="2105" name="Google Shape;2105;g3d1afc4545f_0_649"/>
          <p:cNvSpPr txBox="1"/>
          <p:nvPr/>
        </p:nvSpPr>
        <p:spPr>
          <a:xfrm>
            <a:off x="-1" y="6288587"/>
            <a:ext cx="5981100" cy="3693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chemeClr val="dk1"/>
              </a:buClr>
              <a:buSzPts val="1800"/>
              <a:buFont typeface="Arial"/>
              <a:buNone/>
            </a:pPr>
            <a:r>
              <a:rPr b="0" i="0" lang="en-US" sz="1800" u="none" cap="none" strike="noStrike">
                <a:solidFill>
                  <a:schemeClr val="lt1"/>
                </a:solidFill>
                <a:latin typeface="Times New Roman"/>
                <a:ea typeface="Times New Roman"/>
                <a:cs typeface="Times New Roman"/>
                <a:sym typeface="Times New Roman"/>
              </a:rPr>
              <a:t>Term Paper Presentation | Ronit Dutta</a:t>
            </a:r>
            <a:endParaRPr b="0" i="0" sz="1800" u="none" cap="none" strike="noStrike">
              <a:solidFill>
                <a:schemeClr val="lt1"/>
              </a:solidFill>
              <a:latin typeface="Times New Roman"/>
              <a:ea typeface="Times New Roman"/>
              <a:cs typeface="Times New Roman"/>
              <a:sym typeface="Times New Roman"/>
            </a:endParaRPr>
          </a:p>
        </p:txBody>
      </p:sp>
      <p:sp>
        <p:nvSpPr>
          <p:cNvPr id="2106" name="Google Shape;2106;g3d1afc4545f_0_649"/>
          <p:cNvSpPr txBox="1"/>
          <p:nvPr/>
        </p:nvSpPr>
        <p:spPr>
          <a:xfrm>
            <a:off x="0" y="0"/>
            <a:ext cx="12192000" cy="5850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3200"/>
              <a:buFont typeface="Arial"/>
              <a:buNone/>
            </a:pPr>
            <a:r>
              <a:rPr lang="en-US" sz="3200">
                <a:solidFill>
                  <a:schemeClr val="dk1"/>
                </a:solidFill>
                <a:latin typeface="Times New Roman"/>
                <a:ea typeface="Times New Roman"/>
                <a:cs typeface="Times New Roman"/>
                <a:sym typeface="Times New Roman"/>
              </a:rPr>
              <a:t>Partial waves</a:t>
            </a:r>
            <a:endParaRPr b="0" i="0" sz="3200" u="none" cap="none" strike="noStrike">
              <a:solidFill>
                <a:schemeClr val="dk1"/>
              </a:solidFill>
              <a:latin typeface="Times New Roman"/>
              <a:ea typeface="Times New Roman"/>
              <a:cs typeface="Times New Roman"/>
              <a:sym typeface="Times New Roman"/>
            </a:endParaRPr>
          </a:p>
        </p:txBody>
      </p:sp>
      <p:cxnSp>
        <p:nvCxnSpPr>
          <p:cNvPr id="2107" name="Google Shape;2107;g3d1afc4545f_0_649"/>
          <p:cNvCxnSpPr/>
          <p:nvPr/>
        </p:nvCxnSpPr>
        <p:spPr>
          <a:xfrm flipH="1" rot="10800000">
            <a:off x="6" y="584989"/>
            <a:ext cx="6318000" cy="30600"/>
          </a:xfrm>
          <a:prstGeom prst="straightConnector1">
            <a:avLst/>
          </a:prstGeom>
          <a:noFill/>
          <a:ln cap="flat" cmpd="sng" w="9525">
            <a:solidFill>
              <a:srgbClr val="0E4D3B"/>
            </a:solidFill>
            <a:prstDash val="solid"/>
            <a:miter lim="800000"/>
            <a:headEnd len="sm" w="sm" type="none"/>
            <a:tailEnd len="sm" w="sm" type="none"/>
          </a:ln>
        </p:spPr>
      </p:cxnSp>
      <p:pic>
        <p:nvPicPr>
          <p:cNvPr id="2108" name="Google Shape;2108;g3d1afc4545f_0_649"/>
          <p:cNvPicPr preferRelativeResize="0"/>
          <p:nvPr/>
        </p:nvPicPr>
        <p:blipFill rotWithShape="1">
          <a:blip r:embed="rId5">
            <a:alphaModFix/>
          </a:blip>
          <a:srcRect b="0" l="0" r="0" t="0"/>
          <a:stretch/>
        </p:blipFill>
        <p:spPr>
          <a:xfrm>
            <a:off x="-4" y="6211289"/>
            <a:ext cx="12192003" cy="1285104"/>
          </a:xfrm>
          <a:prstGeom prst="rect">
            <a:avLst/>
          </a:prstGeom>
          <a:noFill/>
          <a:ln>
            <a:noFill/>
          </a:ln>
        </p:spPr>
      </p:pic>
      <p:pic>
        <p:nvPicPr>
          <p:cNvPr id="2109" name="Google Shape;2109;g3d1afc4545f_0_649"/>
          <p:cNvPicPr preferRelativeResize="0"/>
          <p:nvPr/>
        </p:nvPicPr>
        <p:blipFill rotWithShape="1">
          <a:blip r:embed="rId4">
            <a:alphaModFix/>
          </a:blip>
          <a:srcRect b="0" l="0" r="0" t="0"/>
          <a:stretch/>
        </p:blipFill>
        <p:spPr>
          <a:xfrm>
            <a:off x="10590934" y="6330522"/>
            <a:ext cx="1499906" cy="585000"/>
          </a:xfrm>
          <a:prstGeom prst="rect">
            <a:avLst/>
          </a:prstGeom>
          <a:noFill/>
          <a:ln>
            <a:noFill/>
          </a:ln>
        </p:spPr>
      </p:pic>
      <p:sp>
        <p:nvSpPr>
          <p:cNvPr id="2110" name="Google Shape;2110;g3d1afc4545f_0_649"/>
          <p:cNvSpPr txBox="1"/>
          <p:nvPr/>
        </p:nvSpPr>
        <p:spPr>
          <a:xfrm>
            <a:off x="-1" y="6288587"/>
            <a:ext cx="5981100" cy="3693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chemeClr val="dk1"/>
              </a:buClr>
              <a:buSzPts val="1800"/>
              <a:buFont typeface="Arial"/>
              <a:buNone/>
            </a:pPr>
            <a:r>
              <a:rPr b="0" i="0" lang="en-US" sz="1800" u="none" cap="none" strike="noStrike">
                <a:solidFill>
                  <a:schemeClr val="lt1"/>
                </a:solidFill>
                <a:latin typeface="Times New Roman"/>
                <a:ea typeface="Times New Roman"/>
                <a:cs typeface="Times New Roman"/>
                <a:sym typeface="Times New Roman"/>
              </a:rPr>
              <a:t>Term Paper Presentation | Ronit Dutta</a:t>
            </a:r>
            <a:endParaRPr b="0" i="0" sz="1800" u="none" cap="none" strike="noStrike">
              <a:solidFill>
                <a:schemeClr val="lt1"/>
              </a:solidFill>
              <a:latin typeface="Times New Roman"/>
              <a:ea typeface="Times New Roman"/>
              <a:cs typeface="Times New Roman"/>
              <a:sym typeface="Times New Roman"/>
            </a:endParaRPr>
          </a:p>
        </p:txBody>
      </p:sp>
      <p:pic>
        <p:nvPicPr>
          <p:cNvPr id="2111" name="Google Shape;2111;g3d1afc4545f_0_649"/>
          <p:cNvPicPr preferRelativeResize="0"/>
          <p:nvPr/>
        </p:nvPicPr>
        <p:blipFill rotWithShape="1">
          <a:blip r:embed="rId5">
            <a:alphaModFix/>
          </a:blip>
          <a:srcRect b="0" l="0" r="0" t="0"/>
          <a:stretch/>
        </p:blipFill>
        <p:spPr>
          <a:xfrm>
            <a:off x="-4" y="6211289"/>
            <a:ext cx="12192003" cy="1285104"/>
          </a:xfrm>
          <a:prstGeom prst="rect">
            <a:avLst/>
          </a:prstGeom>
          <a:noFill/>
          <a:ln>
            <a:noFill/>
          </a:ln>
        </p:spPr>
      </p:pic>
      <p:pic>
        <p:nvPicPr>
          <p:cNvPr id="2112" name="Google Shape;2112;g3d1afc4545f_0_649"/>
          <p:cNvPicPr preferRelativeResize="0"/>
          <p:nvPr/>
        </p:nvPicPr>
        <p:blipFill rotWithShape="1">
          <a:blip r:embed="rId4">
            <a:alphaModFix/>
          </a:blip>
          <a:srcRect b="0" l="0" r="0" t="0"/>
          <a:stretch/>
        </p:blipFill>
        <p:spPr>
          <a:xfrm>
            <a:off x="10590934" y="6330522"/>
            <a:ext cx="1499906" cy="585000"/>
          </a:xfrm>
          <a:prstGeom prst="rect">
            <a:avLst/>
          </a:prstGeom>
          <a:noFill/>
          <a:ln>
            <a:noFill/>
          </a:ln>
        </p:spPr>
      </p:pic>
      <p:sp>
        <p:nvSpPr>
          <p:cNvPr id="2113" name="Google Shape;2113;g3d1afc4545f_0_649"/>
          <p:cNvSpPr txBox="1"/>
          <p:nvPr/>
        </p:nvSpPr>
        <p:spPr>
          <a:xfrm>
            <a:off x="-1" y="6288587"/>
            <a:ext cx="5981100" cy="6465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chemeClr val="dk1"/>
              </a:buClr>
              <a:buSzPts val="1800"/>
              <a:buFont typeface="Arial"/>
              <a:buNone/>
            </a:pPr>
            <a:r>
              <a:rPr b="0" i="0" lang="en-US" sz="1800" u="none" cap="none" strike="noStrike">
                <a:solidFill>
                  <a:schemeClr val="lt1"/>
                </a:solidFill>
                <a:latin typeface="Times New Roman"/>
                <a:ea typeface="Times New Roman"/>
                <a:cs typeface="Times New Roman"/>
                <a:sym typeface="Times New Roman"/>
              </a:rPr>
              <a:t>Machine Learning Professional</a:t>
            </a:r>
            <a:br>
              <a:rPr b="0" i="0" lang="en-US" sz="1800" u="none" cap="none" strike="noStrike">
                <a:solidFill>
                  <a:schemeClr val="lt1"/>
                </a:solidFill>
                <a:latin typeface="Times New Roman"/>
                <a:ea typeface="Times New Roman"/>
                <a:cs typeface="Times New Roman"/>
                <a:sym typeface="Times New Roman"/>
              </a:rPr>
            </a:br>
            <a:r>
              <a:rPr b="0" i="0" lang="en-US" sz="1800" u="none" cap="none" strike="noStrike">
                <a:solidFill>
                  <a:schemeClr val="lt1"/>
                </a:solidFill>
                <a:latin typeface="Times New Roman"/>
                <a:ea typeface="Times New Roman"/>
                <a:cs typeface="Times New Roman"/>
                <a:sym typeface="Times New Roman"/>
              </a:rPr>
              <a:t>Project Presentation</a:t>
            </a:r>
            <a:endParaRPr b="0" i="0" sz="1800" u="none" cap="none" strike="noStrike">
              <a:solidFill>
                <a:schemeClr val="lt1"/>
              </a:solidFill>
              <a:latin typeface="Times New Roman"/>
              <a:ea typeface="Times New Roman"/>
              <a:cs typeface="Times New Roman"/>
              <a:sym typeface="Times New Roman"/>
            </a:endParaRPr>
          </a:p>
        </p:txBody>
      </p:sp>
      <p:pic>
        <p:nvPicPr>
          <p:cNvPr id="2114" name="Google Shape;2114;g3d1afc4545f_0_649"/>
          <p:cNvPicPr preferRelativeResize="0"/>
          <p:nvPr/>
        </p:nvPicPr>
        <p:blipFill rotWithShape="1">
          <a:blip r:embed="rId6">
            <a:alphaModFix/>
          </a:blip>
          <a:srcRect b="0" l="0" r="0" t="0"/>
          <a:stretch/>
        </p:blipFill>
        <p:spPr>
          <a:xfrm>
            <a:off x="10590875" y="6330524"/>
            <a:ext cx="1500023" cy="585000"/>
          </a:xfrm>
          <a:prstGeom prst="rect">
            <a:avLst/>
          </a:prstGeom>
          <a:noFill/>
          <a:ln>
            <a:noFill/>
          </a:ln>
        </p:spPr>
      </p:pic>
      <p:pic>
        <p:nvPicPr>
          <p:cNvPr id="2115" name="Google Shape;2115;g3d1afc4545f_0_649"/>
          <p:cNvPicPr preferRelativeResize="0"/>
          <p:nvPr/>
        </p:nvPicPr>
        <p:blipFill rotWithShape="1">
          <a:blip r:embed="rId7">
            <a:alphaModFix/>
          </a:blip>
          <a:srcRect b="0" l="0" r="0" t="0"/>
          <a:stretch/>
        </p:blipFill>
        <p:spPr>
          <a:xfrm>
            <a:off x="-4" y="6211289"/>
            <a:ext cx="12192003" cy="1285104"/>
          </a:xfrm>
          <a:prstGeom prst="rect">
            <a:avLst/>
          </a:prstGeom>
          <a:noFill/>
          <a:ln>
            <a:noFill/>
          </a:ln>
        </p:spPr>
      </p:pic>
      <p:sp>
        <p:nvSpPr>
          <p:cNvPr id="2116" name="Google Shape;2116;g3d1afc4545f_0_649"/>
          <p:cNvSpPr txBox="1"/>
          <p:nvPr/>
        </p:nvSpPr>
        <p:spPr>
          <a:xfrm>
            <a:off x="-1" y="6288587"/>
            <a:ext cx="5981100" cy="6465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chemeClr val="dk1"/>
              </a:buClr>
              <a:buSzPts val="1800"/>
              <a:buFont typeface="Arial"/>
              <a:buNone/>
            </a:pPr>
            <a:r>
              <a:rPr b="0" i="0" lang="en-US" sz="1800" u="none" cap="none" strike="noStrike">
                <a:solidFill>
                  <a:schemeClr val="lt1"/>
                </a:solidFill>
                <a:latin typeface="Times New Roman"/>
                <a:ea typeface="Times New Roman"/>
                <a:cs typeface="Times New Roman"/>
                <a:sym typeface="Times New Roman"/>
              </a:rPr>
              <a:t>Machine Learning Professional</a:t>
            </a:r>
            <a:br>
              <a:rPr b="0" i="0" lang="en-US" sz="1800" u="none" cap="none" strike="noStrike">
                <a:solidFill>
                  <a:schemeClr val="lt1"/>
                </a:solidFill>
                <a:latin typeface="Times New Roman"/>
                <a:ea typeface="Times New Roman"/>
                <a:cs typeface="Times New Roman"/>
                <a:sym typeface="Times New Roman"/>
              </a:rPr>
            </a:br>
            <a:r>
              <a:rPr b="0" i="0" lang="en-US" sz="1800" u="none" cap="none" strike="noStrike">
                <a:solidFill>
                  <a:schemeClr val="lt1"/>
                </a:solidFill>
                <a:latin typeface="Times New Roman"/>
                <a:ea typeface="Times New Roman"/>
                <a:cs typeface="Times New Roman"/>
                <a:sym typeface="Times New Roman"/>
              </a:rPr>
              <a:t>Project Presentation</a:t>
            </a:r>
            <a:endParaRPr b="0" i="0" sz="1800" u="none" cap="none" strike="noStrike">
              <a:solidFill>
                <a:schemeClr val="lt1"/>
              </a:solidFill>
              <a:latin typeface="Times New Roman"/>
              <a:ea typeface="Times New Roman"/>
              <a:cs typeface="Times New Roman"/>
              <a:sym typeface="Times New Roman"/>
            </a:endParaRPr>
          </a:p>
        </p:txBody>
      </p:sp>
      <p:pic>
        <p:nvPicPr>
          <p:cNvPr id="2117" name="Google Shape;2117;g3d1afc4545f_0_649"/>
          <p:cNvPicPr preferRelativeResize="0"/>
          <p:nvPr/>
        </p:nvPicPr>
        <p:blipFill rotWithShape="1">
          <a:blip r:embed="rId6">
            <a:alphaModFix/>
          </a:blip>
          <a:srcRect b="0" l="0" r="0" t="0"/>
          <a:stretch/>
        </p:blipFill>
        <p:spPr>
          <a:xfrm>
            <a:off x="10590875" y="6330524"/>
            <a:ext cx="1500023" cy="585000"/>
          </a:xfrm>
          <a:prstGeom prst="rect">
            <a:avLst/>
          </a:prstGeom>
          <a:noFill/>
          <a:ln>
            <a:noFill/>
          </a:ln>
        </p:spPr>
      </p:pic>
      <p:pic>
        <p:nvPicPr>
          <p:cNvPr id="2118" name="Google Shape;2118;g3d1afc4545f_0_649"/>
          <p:cNvPicPr preferRelativeResize="0"/>
          <p:nvPr/>
        </p:nvPicPr>
        <p:blipFill rotWithShape="1">
          <a:blip r:embed="rId7">
            <a:alphaModFix/>
          </a:blip>
          <a:srcRect b="0" l="0" r="0" t="0"/>
          <a:stretch/>
        </p:blipFill>
        <p:spPr>
          <a:xfrm>
            <a:off x="-4" y="6211289"/>
            <a:ext cx="12192003" cy="1285104"/>
          </a:xfrm>
          <a:prstGeom prst="rect">
            <a:avLst/>
          </a:prstGeom>
          <a:noFill/>
          <a:ln>
            <a:noFill/>
          </a:ln>
        </p:spPr>
      </p:pic>
      <p:sp>
        <p:nvSpPr>
          <p:cNvPr id="2119" name="Google Shape;2119;g3d1afc4545f_0_649"/>
          <p:cNvSpPr txBox="1"/>
          <p:nvPr/>
        </p:nvSpPr>
        <p:spPr>
          <a:xfrm>
            <a:off x="-1" y="6234672"/>
            <a:ext cx="5981100" cy="6465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chemeClr val="dk1"/>
              </a:buClr>
              <a:buSzPts val="1800"/>
              <a:buFont typeface="Arial"/>
              <a:buNone/>
            </a:pPr>
            <a:r>
              <a:rPr b="0" i="0" lang="en-US" sz="1800" u="none" cap="none" strike="noStrike">
                <a:solidFill>
                  <a:schemeClr val="lt1"/>
                </a:solidFill>
                <a:latin typeface="Times New Roman"/>
                <a:ea typeface="Times New Roman"/>
                <a:cs typeface="Times New Roman"/>
                <a:sym typeface="Times New Roman"/>
              </a:rPr>
              <a:t>Machine Learning Professional</a:t>
            </a:r>
            <a:br>
              <a:rPr b="0" i="0" lang="en-US" sz="1800" u="none" cap="none" strike="noStrike">
                <a:solidFill>
                  <a:schemeClr val="lt1"/>
                </a:solidFill>
                <a:latin typeface="Times New Roman"/>
                <a:ea typeface="Times New Roman"/>
                <a:cs typeface="Times New Roman"/>
                <a:sym typeface="Times New Roman"/>
              </a:rPr>
            </a:br>
            <a:r>
              <a:rPr b="0" i="0" lang="en-US" sz="1800" u="none" cap="none" strike="noStrike">
                <a:solidFill>
                  <a:schemeClr val="lt1"/>
                </a:solidFill>
                <a:latin typeface="Times New Roman"/>
                <a:ea typeface="Times New Roman"/>
                <a:cs typeface="Times New Roman"/>
                <a:sym typeface="Times New Roman"/>
              </a:rPr>
              <a:t>Project Presentation</a:t>
            </a:r>
            <a:endParaRPr b="0" i="0" sz="1800" u="none" cap="none" strike="noStrike">
              <a:solidFill>
                <a:schemeClr val="lt1"/>
              </a:solidFill>
              <a:latin typeface="Times New Roman"/>
              <a:ea typeface="Times New Roman"/>
              <a:cs typeface="Times New Roman"/>
              <a:sym typeface="Times New Roman"/>
            </a:endParaRPr>
          </a:p>
        </p:txBody>
      </p:sp>
      <p:pic>
        <p:nvPicPr>
          <p:cNvPr id="2120" name="Google Shape;2120;g3d1afc4545f_0_649"/>
          <p:cNvPicPr preferRelativeResize="0"/>
          <p:nvPr/>
        </p:nvPicPr>
        <p:blipFill rotWithShape="1">
          <a:blip r:embed="rId6">
            <a:alphaModFix/>
          </a:blip>
          <a:srcRect b="0" l="0" r="0" t="0"/>
          <a:stretch/>
        </p:blipFill>
        <p:spPr>
          <a:xfrm>
            <a:off x="10590875" y="6330524"/>
            <a:ext cx="1500023" cy="585000"/>
          </a:xfrm>
          <a:prstGeom prst="rect">
            <a:avLst/>
          </a:prstGeom>
          <a:noFill/>
          <a:ln>
            <a:noFill/>
          </a:ln>
        </p:spPr>
      </p:pic>
      <p:pic>
        <p:nvPicPr>
          <p:cNvPr id="2121" name="Google Shape;2121;g3d1afc4545f_0_649"/>
          <p:cNvPicPr preferRelativeResize="0"/>
          <p:nvPr/>
        </p:nvPicPr>
        <p:blipFill rotWithShape="1">
          <a:blip r:embed="rId8">
            <a:alphaModFix/>
          </a:blip>
          <a:srcRect b="0" l="0" r="0" t="0"/>
          <a:stretch/>
        </p:blipFill>
        <p:spPr>
          <a:xfrm>
            <a:off x="-4" y="6211289"/>
            <a:ext cx="12192003" cy="1285104"/>
          </a:xfrm>
          <a:prstGeom prst="rect">
            <a:avLst/>
          </a:prstGeom>
          <a:noFill/>
          <a:ln>
            <a:noFill/>
          </a:ln>
        </p:spPr>
      </p:pic>
      <p:sp>
        <p:nvSpPr>
          <p:cNvPr id="2122" name="Google Shape;2122;g3d1afc4545f_0_649"/>
          <p:cNvSpPr txBox="1"/>
          <p:nvPr/>
        </p:nvSpPr>
        <p:spPr>
          <a:xfrm>
            <a:off x="-1" y="6234672"/>
            <a:ext cx="5981100" cy="6465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chemeClr val="dk1"/>
              </a:buClr>
              <a:buSzPts val="1800"/>
              <a:buFont typeface="Arial"/>
              <a:buNone/>
            </a:pPr>
            <a:r>
              <a:rPr b="0" i="0" lang="en-US" sz="1800" u="none" cap="none" strike="noStrike">
                <a:solidFill>
                  <a:schemeClr val="lt1"/>
                </a:solidFill>
                <a:latin typeface="Times New Roman"/>
                <a:ea typeface="Times New Roman"/>
                <a:cs typeface="Times New Roman"/>
                <a:sym typeface="Times New Roman"/>
              </a:rPr>
              <a:t>Nanoelectronics - Seminar Presentation</a:t>
            </a:r>
            <a:br>
              <a:rPr b="0" i="0" lang="en-US" sz="1800" u="none" cap="none" strike="noStrike">
                <a:solidFill>
                  <a:schemeClr val="lt1"/>
                </a:solidFill>
                <a:latin typeface="Times New Roman"/>
                <a:ea typeface="Times New Roman"/>
                <a:cs typeface="Times New Roman"/>
                <a:sym typeface="Times New Roman"/>
              </a:rPr>
            </a:br>
            <a:r>
              <a:rPr b="0" i="0" lang="en-US" sz="1800" u="none" cap="none" strike="noStrike">
                <a:solidFill>
                  <a:schemeClr val="lt1"/>
                </a:solidFill>
                <a:latin typeface="Times New Roman"/>
                <a:ea typeface="Times New Roman"/>
                <a:cs typeface="Times New Roman"/>
                <a:sym typeface="Times New Roman"/>
              </a:rPr>
              <a:t>Ronit Dutta</a:t>
            </a:r>
            <a:endParaRPr b="0" i="0" sz="1800" u="none" cap="none" strike="noStrike">
              <a:solidFill>
                <a:schemeClr val="lt1"/>
              </a:solidFill>
              <a:latin typeface="Times New Roman"/>
              <a:ea typeface="Times New Roman"/>
              <a:cs typeface="Times New Roman"/>
              <a:sym typeface="Times New Roman"/>
            </a:endParaRPr>
          </a:p>
        </p:txBody>
      </p:sp>
      <p:pic>
        <p:nvPicPr>
          <p:cNvPr id="2123" name="Google Shape;2123;g3d1afc4545f_0_649"/>
          <p:cNvPicPr preferRelativeResize="0"/>
          <p:nvPr/>
        </p:nvPicPr>
        <p:blipFill rotWithShape="1">
          <a:blip r:embed="rId6">
            <a:alphaModFix/>
          </a:blip>
          <a:srcRect b="0" l="0" r="0" t="0"/>
          <a:stretch/>
        </p:blipFill>
        <p:spPr>
          <a:xfrm>
            <a:off x="10590875" y="6330524"/>
            <a:ext cx="1500023" cy="585000"/>
          </a:xfrm>
          <a:prstGeom prst="rect">
            <a:avLst/>
          </a:prstGeom>
          <a:noFill/>
          <a:ln>
            <a:noFill/>
          </a:ln>
        </p:spPr>
      </p:pic>
      <p:pic>
        <p:nvPicPr>
          <p:cNvPr id="2124" name="Google Shape;2124;g3d1afc4545f_0_649"/>
          <p:cNvPicPr preferRelativeResize="0"/>
          <p:nvPr/>
        </p:nvPicPr>
        <p:blipFill rotWithShape="1">
          <a:blip r:embed="rId9">
            <a:alphaModFix/>
          </a:blip>
          <a:srcRect b="0" l="0" r="0" t="0"/>
          <a:stretch/>
        </p:blipFill>
        <p:spPr>
          <a:xfrm>
            <a:off x="0" y="6330524"/>
            <a:ext cx="12192000" cy="1165875"/>
          </a:xfrm>
          <a:prstGeom prst="rect">
            <a:avLst/>
          </a:prstGeom>
          <a:noFill/>
          <a:ln>
            <a:noFill/>
          </a:ln>
        </p:spPr>
      </p:pic>
      <p:sp>
        <p:nvSpPr>
          <p:cNvPr id="2125" name="Google Shape;2125;g3d1afc4545f_0_649"/>
          <p:cNvSpPr txBox="1"/>
          <p:nvPr/>
        </p:nvSpPr>
        <p:spPr>
          <a:xfrm>
            <a:off x="-1" y="6445547"/>
            <a:ext cx="5981100" cy="6465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chemeClr val="dk1"/>
              </a:buClr>
              <a:buSzPts val="1800"/>
              <a:buFont typeface="Arial"/>
              <a:buNone/>
            </a:pPr>
            <a:r>
              <a:rPr lang="en-US" sz="1800">
                <a:solidFill>
                  <a:schemeClr val="lt1"/>
                </a:solidFill>
                <a:latin typeface="Times New Roman"/>
                <a:ea typeface="Times New Roman"/>
                <a:cs typeface="Times New Roman"/>
                <a:sym typeface="Times New Roman"/>
              </a:rPr>
              <a:t>Applied Mathematics for Engineering [MIDTERM PROJECT]</a:t>
            </a:r>
            <a:br>
              <a:rPr b="0" i="0" lang="en-US" sz="1800" u="none" cap="none" strike="noStrike">
                <a:solidFill>
                  <a:schemeClr val="lt1"/>
                </a:solidFill>
                <a:latin typeface="Times New Roman"/>
                <a:ea typeface="Times New Roman"/>
                <a:cs typeface="Times New Roman"/>
                <a:sym typeface="Times New Roman"/>
              </a:rPr>
            </a:br>
            <a:r>
              <a:rPr b="0" i="0" lang="en-US" sz="1800" u="none" cap="none" strike="noStrike">
                <a:solidFill>
                  <a:schemeClr val="lt1"/>
                </a:solidFill>
                <a:latin typeface="Times New Roman"/>
                <a:ea typeface="Times New Roman"/>
                <a:cs typeface="Times New Roman"/>
                <a:sym typeface="Times New Roman"/>
              </a:rPr>
              <a:t>Ronit Dutta</a:t>
            </a:r>
            <a:endParaRPr b="0" i="0" sz="1800" u="none" cap="none" strike="noStrike">
              <a:solidFill>
                <a:schemeClr val="lt1"/>
              </a:solidFill>
              <a:latin typeface="Times New Roman"/>
              <a:ea typeface="Times New Roman"/>
              <a:cs typeface="Times New Roman"/>
              <a:sym typeface="Times New Roman"/>
            </a:endParaRPr>
          </a:p>
        </p:txBody>
      </p:sp>
      <p:pic>
        <p:nvPicPr>
          <p:cNvPr id="2126" name="Google Shape;2126;g3d1afc4545f_0_649"/>
          <p:cNvPicPr preferRelativeResize="0"/>
          <p:nvPr/>
        </p:nvPicPr>
        <p:blipFill rotWithShape="1">
          <a:blip r:embed="rId6">
            <a:alphaModFix/>
          </a:blip>
          <a:srcRect b="0" l="0" r="0" t="0"/>
          <a:stretch/>
        </p:blipFill>
        <p:spPr>
          <a:xfrm>
            <a:off x="10579375" y="6476299"/>
            <a:ext cx="1500023" cy="585000"/>
          </a:xfrm>
          <a:prstGeom prst="rect">
            <a:avLst/>
          </a:prstGeom>
          <a:noFill/>
          <a:ln>
            <a:noFill/>
          </a:ln>
        </p:spPr>
      </p:pic>
      <p:pic>
        <p:nvPicPr>
          <p:cNvPr id="2127" name="Google Shape;2127;g3d1afc4545f_0_649"/>
          <p:cNvPicPr preferRelativeResize="0"/>
          <p:nvPr/>
        </p:nvPicPr>
        <p:blipFill rotWithShape="1">
          <a:blip r:embed="rId4">
            <a:alphaModFix/>
          </a:blip>
          <a:srcRect b="0" l="0" r="0" t="0"/>
          <a:stretch/>
        </p:blipFill>
        <p:spPr>
          <a:xfrm>
            <a:off x="10590934" y="6330522"/>
            <a:ext cx="1499906" cy="585000"/>
          </a:xfrm>
          <a:prstGeom prst="rect">
            <a:avLst/>
          </a:prstGeom>
          <a:noFill/>
          <a:ln>
            <a:noFill/>
          </a:ln>
        </p:spPr>
      </p:pic>
      <p:sp>
        <p:nvSpPr>
          <p:cNvPr id="2128" name="Google Shape;2128;g3d1afc4545f_0_649"/>
          <p:cNvSpPr txBox="1"/>
          <p:nvPr/>
        </p:nvSpPr>
        <p:spPr>
          <a:xfrm>
            <a:off x="-1" y="6288587"/>
            <a:ext cx="5981100" cy="3693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chemeClr val="dk1"/>
              </a:buClr>
              <a:buSzPts val="1800"/>
              <a:buFont typeface="Arial"/>
              <a:buNone/>
            </a:pPr>
            <a:r>
              <a:rPr b="0" i="0" lang="en-US" sz="1800" u="none" cap="none" strike="noStrike">
                <a:solidFill>
                  <a:schemeClr val="lt1"/>
                </a:solidFill>
                <a:latin typeface="Times New Roman"/>
                <a:ea typeface="Times New Roman"/>
                <a:cs typeface="Times New Roman"/>
                <a:sym typeface="Times New Roman"/>
              </a:rPr>
              <a:t>Term Paper Presentation | Ronit Dutta</a:t>
            </a:r>
            <a:endParaRPr b="0" i="0" sz="1800" u="none" cap="none" strike="noStrike">
              <a:solidFill>
                <a:schemeClr val="lt1"/>
              </a:solidFill>
              <a:latin typeface="Times New Roman"/>
              <a:ea typeface="Times New Roman"/>
              <a:cs typeface="Times New Roman"/>
              <a:sym typeface="Times New Roman"/>
            </a:endParaRPr>
          </a:p>
        </p:txBody>
      </p:sp>
      <p:pic>
        <p:nvPicPr>
          <p:cNvPr id="2129" name="Google Shape;2129;g3d1afc4545f_0_649"/>
          <p:cNvPicPr preferRelativeResize="0"/>
          <p:nvPr/>
        </p:nvPicPr>
        <p:blipFill rotWithShape="1">
          <a:blip r:embed="rId4">
            <a:alphaModFix/>
          </a:blip>
          <a:srcRect b="0" l="0" r="0" t="0"/>
          <a:stretch/>
        </p:blipFill>
        <p:spPr>
          <a:xfrm>
            <a:off x="10590934" y="6330522"/>
            <a:ext cx="1499906" cy="585000"/>
          </a:xfrm>
          <a:prstGeom prst="rect">
            <a:avLst/>
          </a:prstGeom>
          <a:noFill/>
          <a:ln>
            <a:noFill/>
          </a:ln>
        </p:spPr>
      </p:pic>
      <p:sp>
        <p:nvSpPr>
          <p:cNvPr id="2130" name="Google Shape;2130;g3d1afc4545f_0_649"/>
          <p:cNvSpPr txBox="1"/>
          <p:nvPr/>
        </p:nvSpPr>
        <p:spPr>
          <a:xfrm>
            <a:off x="-1" y="6288587"/>
            <a:ext cx="5981100" cy="3693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chemeClr val="dk1"/>
              </a:buClr>
              <a:buSzPts val="1800"/>
              <a:buFont typeface="Arial"/>
              <a:buNone/>
            </a:pPr>
            <a:r>
              <a:rPr b="0" i="0" lang="en-US" sz="1800" u="none" cap="none" strike="noStrike">
                <a:solidFill>
                  <a:schemeClr val="lt1"/>
                </a:solidFill>
                <a:latin typeface="Times New Roman"/>
                <a:ea typeface="Times New Roman"/>
                <a:cs typeface="Times New Roman"/>
                <a:sym typeface="Times New Roman"/>
              </a:rPr>
              <a:t>Term Paper Presentation | Ronit Dutta</a:t>
            </a:r>
            <a:endParaRPr b="0" i="0" sz="1800" u="none" cap="none" strike="noStrike">
              <a:solidFill>
                <a:schemeClr val="lt1"/>
              </a:solidFill>
              <a:latin typeface="Times New Roman"/>
              <a:ea typeface="Times New Roman"/>
              <a:cs typeface="Times New Roman"/>
              <a:sym typeface="Times New Roman"/>
            </a:endParaRPr>
          </a:p>
        </p:txBody>
      </p:sp>
      <p:pic>
        <p:nvPicPr>
          <p:cNvPr id="2131" name="Google Shape;2131;g3d1afc4545f_0_649"/>
          <p:cNvPicPr preferRelativeResize="0"/>
          <p:nvPr/>
        </p:nvPicPr>
        <p:blipFill rotWithShape="1">
          <a:blip r:embed="rId4">
            <a:alphaModFix/>
          </a:blip>
          <a:srcRect b="0" l="0" r="0" t="0"/>
          <a:stretch/>
        </p:blipFill>
        <p:spPr>
          <a:xfrm>
            <a:off x="10590934" y="6330522"/>
            <a:ext cx="1499906" cy="585000"/>
          </a:xfrm>
          <a:prstGeom prst="rect">
            <a:avLst/>
          </a:prstGeom>
          <a:noFill/>
          <a:ln>
            <a:noFill/>
          </a:ln>
        </p:spPr>
      </p:pic>
      <p:sp>
        <p:nvSpPr>
          <p:cNvPr id="2132" name="Google Shape;2132;g3d1afc4545f_0_649"/>
          <p:cNvSpPr txBox="1"/>
          <p:nvPr/>
        </p:nvSpPr>
        <p:spPr>
          <a:xfrm>
            <a:off x="-1" y="6288587"/>
            <a:ext cx="5981100" cy="6465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chemeClr val="dk1"/>
              </a:buClr>
              <a:buSzPts val="1800"/>
              <a:buFont typeface="Arial"/>
              <a:buNone/>
            </a:pPr>
            <a:r>
              <a:rPr b="0" i="0" lang="en-US" sz="1800" u="none" cap="none" strike="noStrike">
                <a:solidFill>
                  <a:schemeClr val="lt1"/>
                </a:solidFill>
                <a:latin typeface="Times New Roman"/>
                <a:ea typeface="Times New Roman"/>
                <a:cs typeface="Times New Roman"/>
                <a:sym typeface="Times New Roman"/>
              </a:rPr>
              <a:t>Machine Learning Professional</a:t>
            </a:r>
            <a:br>
              <a:rPr b="0" i="0" lang="en-US" sz="1800" u="none" cap="none" strike="noStrike">
                <a:solidFill>
                  <a:schemeClr val="lt1"/>
                </a:solidFill>
                <a:latin typeface="Times New Roman"/>
                <a:ea typeface="Times New Roman"/>
                <a:cs typeface="Times New Roman"/>
                <a:sym typeface="Times New Roman"/>
              </a:rPr>
            </a:br>
            <a:r>
              <a:rPr b="0" i="0" lang="en-US" sz="1800" u="none" cap="none" strike="noStrike">
                <a:solidFill>
                  <a:schemeClr val="lt1"/>
                </a:solidFill>
                <a:latin typeface="Times New Roman"/>
                <a:ea typeface="Times New Roman"/>
                <a:cs typeface="Times New Roman"/>
                <a:sym typeface="Times New Roman"/>
              </a:rPr>
              <a:t>Project Presentation</a:t>
            </a:r>
            <a:endParaRPr b="0" i="0" sz="1800" u="none" cap="none" strike="noStrike">
              <a:solidFill>
                <a:schemeClr val="lt1"/>
              </a:solidFill>
              <a:latin typeface="Times New Roman"/>
              <a:ea typeface="Times New Roman"/>
              <a:cs typeface="Times New Roman"/>
              <a:sym typeface="Times New Roman"/>
            </a:endParaRPr>
          </a:p>
        </p:txBody>
      </p:sp>
      <p:pic>
        <p:nvPicPr>
          <p:cNvPr id="2133" name="Google Shape;2133;g3d1afc4545f_0_649"/>
          <p:cNvPicPr preferRelativeResize="0"/>
          <p:nvPr/>
        </p:nvPicPr>
        <p:blipFill rotWithShape="1">
          <a:blip r:embed="rId6">
            <a:alphaModFix/>
          </a:blip>
          <a:srcRect b="0" l="0" r="0" t="0"/>
          <a:stretch/>
        </p:blipFill>
        <p:spPr>
          <a:xfrm>
            <a:off x="10590875" y="6341462"/>
            <a:ext cx="1500023" cy="585000"/>
          </a:xfrm>
          <a:prstGeom prst="rect">
            <a:avLst/>
          </a:prstGeom>
          <a:noFill/>
          <a:ln>
            <a:noFill/>
          </a:ln>
        </p:spPr>
      </p:pic>
      <p:sp>
        <p:nvSpPr>
          <p:cNvPr id="2134" name="Google Shape;2134;g3d1afc4545f_0_649"/>
          <p:cNvSpPr txBox="1"/>
          <p:nvPr/>
        </p:nvSpPr>
        <p:spPr>
          <a:xfrm>
            <a:off x="-1" y="6288587"/>
            <a:ext cx="5981100" cy="6465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chemeClr val="dk1"/>
              </a:buClr>
              <a:buSzPts val="1800"/>
              <a:buFont typeface="Arial"/>
              <a:buNone/>
            </a:pPr>
            <a:r>
              <a:rPr b="0" i="0" lang="en-US" sz="1800" u="none" cap="none" strike="noStrike">
                <a:solidFill>
                  <a:schemeClr val="lt1"/>
                </a:solidFill>
                <a:latin typeface="Times New Roman"/>
                <a:ea typeface="Times New Roman"/>
                <a:cs typeface="Times New Roman"/>
                <a:sym typeface="Times New Roman"/>
              </a:rPr>
              <a:t>Machine Learning Professional</a:t>
            </a:r>
            <a:br>
              <a:rPr b="0" i="0" lang="en-US" sz="1800" u="none" cap="none" strike="noStrike">
                <a:solidFill>
                  <a:schemeClr val="lt1"/>
                </a:solidFill>
                <a:latin typeface="Times New Roman"/>
                <a:ea typeface="Times New Roman"/>
                <a:cs typeface="Times New Roman"/>
                <a:sym typeface="Times New Roman"/>
              </a:rPr>
            </a:br>
            <a:r>
              <a:rPr b="0" i="0" lang="en-US" sz="1800" u="none" cap="none" strike="noStrike">
                <a:solidFill>
                  <a:schemeClr val="lt1"/>
                </a:solidFill>
                <a:latin typeface="Times New Roman"/>
                <a:ea typeface="Times New Roman"/>
                <a:cs typeface="Times New Roman"/>
                <a:sym typeface="Times New Roman"/>
              </a:rPr>
              <a:t>Project Presentation</a:t>
            </a:r>
            <a:endParaRPr b="0" i="0" sz="1800" u="none" cap="none" strike="noStrike">
              <a:solidFill>
                <a:schemeClr val="lt1"/>
              </a:solidFill>
              <a:latin typeface="Times New Roman"/>
              <a:ea typeface="Times New Roman"/>
              <a:cs typeface="Times New Roman"/>
              <a:sym typeface="Times New Roman"/>
            </a:endParaRPr>
          </a:p>
        </p:txBody>
      </p:sp>
      <p:pic>
        <p:nvPicPr>
          <p:cNvPr id="2135" name="Google Shape;2135;g3d1afc4545f_0_649"/>
          <p:cNvPicPr preferRelativeResize="0"/>
          <p:nvPr/>
        </p:nvPicPr>
        <p:blipFill rotWithShape="1">
          <a:blip r:embed="rId6">
            <a:alphaModFix/>
          </a:blip>
          <a:srcRect b="0" l="0" r="0" t="0"/>
          <a:stretch/>
        </p:blipFill>
        <p:spPr>
          <a:xfrm>
            <a:off x="10590875" y="6330524"/>
            <a:ext cx="1500023" cy="585000"/>
          </a:xfrm>
          <a:prstGeom prst="rect">
            <a:avLst/>
          </a:prstGeom>
          <a:noFill/>
          <a:ln>
            <a:noFill/>
          </a:ln>
        </p:spPr>
      </p:pic>
      <p:sp>
        <p:nvSpPr>
          <p:cNvPr id="2136" name="Google Shape;2136;g3d1afc4545f_0_649"/>
          <p:cNvSpPr txBox="1"/>
          <p:nvPr/>
        </p:nvSpPr>
        <p:spPr>
          <a:xfrm>
            <a:off x="-1" y="6234672"/>
            <a:ext cx="5981100" cy="6465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chemeClr val="dk1"/>
              </a:buClr>
              <a:buSzPts val="1800"/>
              <a:buFont typeface="Arial"/>
              <a:buNone/>
            </a:pPr>
            <a:r>
              <a:rPr b="0" i="0" lang="en-US" sz="1800" u="none" cap="none" strike="noStrike">
                <a:solidFill>
                  <a:schemeClr val="lt1"/>
                </a:solidFill>
                <a:latin typeface="Times New Roman"/>
                <a:ea typeface="Times New Roman"/>
                <a:cs typeface="Times New Roman"/>
                <a:sym typeface="Times New Roman"/>
              </a:rPr>
              <a:t>Machine Learning Professional</a:t>
            </a:r>
            <a:br>
              <a:rPr b="0" i="0" lang="en-US" sz="1800" u="none" cap="none" strike="noStrike">
                <a:solidFill>
                  <a:schemeClr val="lt1"/>
                </a:solidFill>
                <a:latin typeface="Times New Roman"/>
                <a:ea typeface="Times New Roman"/>
                <a:cs typeface="Times New Roman"/>
                <a:sym typeface="Times New Roman"/>
              </a:rPr>
            </a:br>
            <a:r>
              <a:rPr b="0" i="0" lang="en-US" sz="1800" u="none" cap="none" strike="noStrike">
                <a:solidFill>
                  <a:schemeClr val="lt1"/>
                </a:solidFill>
                <a:latin typeface="Times New Roman"/>
                <a:ea typeface="Times New Roman"/>
                <a:cs typeface="Times New Roman"/>
                <a:sym typeface="Times New Roman"/>
              </a:rPr>
              <a:t>Project Presentation</a:t>
            </a:r>
            <a:endParaRPr b="0" i="0" sz="1800" u="none" cap="none" strike="noStrike">
              <a:solidFill>
                <a:schemeClr val="lt1"/>
              </a:solidFill>
              <a:latin typeface="Times New Roman"/>
              <a:ea typeface="Times New Roman"/>
              <a:cs typeface="Times New Roman"/>
              <a:sym typeface="Times New Roman"/>
            </a:endParaRPr>
          </a:p>
        </p:txBody>
      </p:sp>
      <p:pic>
        <p:nvPicPr>
          <p:cNvPr id="2137" name="Google Shape;2137;g3d1afc4545f_0_649"/>
          <p:cNvPicPr preferRelativeResize="0"/>
          <p:nvPr/>
        </p:nvPicPr>
        <p:blipFill rotWithShape="1">
          <a:blip r:embed="rId6">
            <a:alphaModFix/>
          </a:blip>
          <a:srcRect b="0" l="0" r="0" t="0"/>
          <a:stretch/>
        </p:blipFill>
        <p:spPr>
          <a:xfrm>
            <a:off x="10590875" y="6330524"/>
            <a:ext cx="1500023" cy="585000"/>
          </a:xfrm>
          <a:prstGeom prst="rect">
            <a:avLst/>
          </a:prstGeom>
          <a:noFill/>
          <a:ln>
            <a:noFill/>
          </a:ln>
        </p:spPr>
      </p:pic>
      <p:sp>
        <p:nvSpPr>
          <p:cNvPr id="2138" name="Google Shape;2138;g3d1afc4545f_0_649"/>
          <p:cNvSpPr txBox="1"/>
          <p:nvPr/>
        </p:nvSpPr>
        <p:spPr>
          <a:xfrm>
            <a:off x="-1" y="6234672"/>
            <a:ext cx="5981100" cy="6465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chemeClr val="dk1"/>
              </a:buClr>
              <a:buSzPts val="1800"/>
              <a:buFont typeface="Arial"/>
              <a:buNone/>
            </a:pPr>
            <a:r>
              <a:rPr b="0" i="0" lang="en-US" sz="1800" u="none" cap="none" strike="noStrike">
                <a:solidFill>
                  <a:schemeClr val="lt1"/>
                </a:solidFill>
                <a:latin typeface="Times New Roman"/>
                <a:ea typeface="Times New Roman"/>
                <a:cs typeface="Times New Roman"/>
                <a:sym typeface="Times New Roman"/>
              </a:rPr>
              <a:t>Machine Learning Professional</a:t>
            </a:r>
            <a:br>
              <a:rPr b="0" i="0" lang="en-US" sz="1800" u="none" cap="none" strike="noStrike">
                <a:solidFill>
                  <a:schemeClr val="lt1"/>
                </a:solidFill>
                <a:latin typeface="Times New Roman"/>
                <a:ea typeface="Times New Roman"/>
                <a:cs typeface="Times New Roman"/>
                <a:sym typeface="Times New Roman"/>
              </a:rPr>
            </a:br>
            <a:r>
              <a:rPr b="0" i="0" lang="en-US" sz="1800" u="none" cap="none" strike="noStrike">
                <a:solidFill>
                  <a:schemeClr val="lt1"/>
                </a:solidFill>
                <a:latin typeface="Times New Roman"/>
                <a:ea typeface="Times New Roman"/>
                <a:cs typeface="Times New Roman"/>
                <a:sym typeface="Times New Roman"/>
              </a:rPr>
              <a:t>Project Presentation</a:t>
            </a:r>
            <a:endParaRPr b="0" i="0" sz="1800" u="none" cap="none" strike="noStrike">
              <a:solidFill>
                <a:schemeClr val="lt1"/>
              </a:solidFill>
              <a:latin typeface="Times New Roman"/>
              <a:ea typeface="Times New Roman"/>
              <a:cs typeface="Times New Roman"/>
              <a:sym typeface="Times New Roman"/>
            </a:endParaRPr>
          </a:p>
        </p:txBody>
      </p:sp>
      <p:pic>
        <p:nvPicPr>
          <p:cNvPr id="2139" name="Google Shape;2139;g3d1afc4545f_0_649"/>
          <p:cNvPicPr preferRelativeResize="0"/>
          <p:nvPr/>
        </p:nvPicPr>
        <p:blipFill rotWithShape="1">
          <a:blip r:embed="rId6">
            <a:alphaModFix/>
          </a:blip>
          <a:srcRect b="0" l="0" r="0" t="0"/>
          <a:stretch/>
        </p:blipFill>
        <p:spPr>
          <a:xfrm>
            <a:off x="10590875" y="6330524"/>
            <a:ext cx="1500023" cy="585000"/>
          </a:xfrm>
          <a:prstGeom prst="rect">
            <a:avLst/>
          </a:prstGeom>
          <a:noFill/>
          <a:ln>
            <a:noFill/>
          </a:ln>
        </p:spPr>
      </p:pic>
      <p:sp>
        <p:nvSpPr>
          <p:cNvPr id="2140" name="Google Shape;2140;g3d1afc4545f_0_649"/>
          <p:cNvSpPr txBox="1"/>
          <p:nvPr/>
        </p:nvSpPr>
        <p:spPr>
          <a:xfrm>
            <a:off x="-1" y="6234672"/>
            <a:ext cx="5981100" cy="6465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chemeClr val="dk1"/>
              </a:buClr>
              <a:buSzPts val="1800"/>
              <a:buFont typeface="Arial"/>
              <a:buNone/>
            </a:pPr>
            <a:r>
              <a:rPr b="0" i="0" lang="en-US" sz="1800" u="none" cap="none" strike="noStrike">
                <a:solidFill>
                  <a:schemeClr val="lt1"/>
                </a:solidFill>
                <a:latin typeface="Times New Roman"/>
                <a:ea typeface="Times New Roman"/>
                <a:cs typeface="Times New Roman"/>
                <a:sym typeface="Times New Roman"/>
              </a:rPr>
              <a:t>Nanoelectronics - Seminar Presentation</a:t>
            </a:r>
            <a:br>
              <a:rPr b="0" i="0" lang="en-US" sz="1800" u="none" cap="none" strike="noStrike">
                <a:solidFill>
                  <a:schemeClr val="lt1"/>
                </a:solidFill>
                <a:latin typeface="Times New Roman"/>
                <a:ea typeface="Times New Roman"/>
                <a:cs typeface="Times New Roman"/>
                <a:sym typeface="Times New Roman"/>
              </a:rPr>
            </a:br>
            <a:r>
              <a:rPr b="0" i="0" lang="en-US" sz="1800" u="none" cap="none" strike="noStrike">
                <a:solidFill>
                  <a:schemeClr val="lt1"/>
                </a:solidFill>
                <a:latin typeface="Times New Roman"/>
                <a:ea typeface="Times New Roman"/>
                <a:cs typeface="Times New Roman"/>
                <a:sym typeface="Times New Roman"/>
              </a:rPr>
              <a:t>Ronit Dutta</a:t>
            </a:r>
            <a:endParaRPr b="0" i="0" sz="1800" u="none" cap="none" strike="noStrike">
              <a:solidFill>
                <a:schemeClr val="lt1"/>
              </a:solidFill>
              <a:latin typeface="Times New Roman"/>
              <a:ea typeface="Times New Roman"/>
              <a:cs typeface="Times New Roman"/>
              <a:sym typeface="Times New Roman"/>
            </a:endParaRPr>
          </a:p>
        </p:txBody>
      </p:sp>
      <p:pic>
        <p:nvPicPr>
          <p:cNvPr id="2141" name="Google Shape;2141;g3d1afc4545f_0_649"/>
          <p:cNvPicPr preferRelativeResize="0"/>
          <p:nvPr/>
        </p:nvPicPr>
        <p:blipFill rotWithShape="1">
          <a:blip r:embed="rId6">
            <a:alphaModFix/>
          </a:blip>
          <a:srcRect b="0" l="0" r="0" t="0"/>
          <a:stretch/>
        </p:blipFill>
        <p:spPr>
          <a:xfrm>
            <a:off x="10590875" y="6330524"/>
            <a:ext cx="1500023" cy="585000"/>
          </a:xfrm>
          <a:prstGeom prst="rect">
            <a:avLst/>
          </a:prstGeom>
          <a:noFill/>
          <a:ln>
            <a:noFill/>
          </a:ln>
        </p:spPr>
      </p:pic>
      <p:pic>
        <p:nvPicPr>
          <p:cNvPr id="2142" name="Google Shape;2142;g3d1afc4545f_0_649"/>
          <p:cNvPicPr preferRelativeResize="0"/>
          <p:nvPr/>
        </p:nvPicPr>
        <p:blipFill rotWithShape="1">
          <a:blip r:embed="rId4">
            <a:alphaModFix/>
          </a:blip>
          <a:srcRect b="0" l="0" r="0" t="0"/>
          <a:stretch/>
        </p:blipFill>
        <p:spPr>
          <a:xfrm>
            <a:off x="10590934" y="6330522"/>
            <a:ext cx="1499906" cy="585000"/>
          </a:xfrm>
          <a:prstGeom prst="rect">
            <a:avLst/>
          </a:prstGeom>
          <a:noFill/>
          <a:ln>
            <a:noFill/>
          </a:ln>
        </p:spPr>
      </p:pic>
      <p:sp>
        <p:nvSpPr>
          <p:cNvPr id="2143" name="Google Shape;2143;g3d1afc4545f_0_649"/>
          <p:cNvSpPr txBox="1"/>
          <p:nvPr/>
        </p:nvSpPr>
        <p:spPr>
          <a:xfrm>
            <a:off x="-1" y="6288587"/>
            <a:ext cx="5981100" cy="3693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chemeClr val="dk1"/>
              </a:buClr>
              <a:buSzPts val="1800"/>
              <a:buFont typeface="Arial"/>
              <a:buNone/>
            </a:pPr>
            <a:r>
              <a:rPr b="0" i="0" lang="en-US" sz="1800" u="none" cap="none" strike="noStrike">
                <a:solidFill>
                  <a:schemeClr val="lt1"/>
                </a:solidFill>
                <a:latin typeface="Times New Roman"/>
                <a:ea typeface="Times New Roman"/>
                <a:cs typeface="Times New Roman"/>
                <a:sym typeface="Times New Roman"/>
              </a:rPr>
              <a:t>Term Paper Presentation | Ronit Dutta</a:t>
            </a:r>
            <a:endParaRPr b="0" i="0" sz="1800" u="none" cap="none" strike="noStrike">
              <a:solidFill>
                <a:schemeClr val="lt1"/>
              </a:solidFill>
              <a:latin typeface="Times New Roman"/>
              <a:ea typeface="Times New Roman"/>
              <a:cs typeface="Times New Roman"/>
              <a:sym typeface="Times New Roman"/>
            </a:endParaRPr>
          </a:p>
        </p:txBody>
      </p:sp>
      <p:pic>
        <p:nvPicPr>
          <p:cNvPr id="2144" name="Google Shape;2144;g3d1afc4545f_0_649"/>
          <p:cNvPicPr preferRelativeResize="0"/>
          <p:nvPr/>
        </p:nvPicPr>
        <p:blipFill rotWithShape="1">
          <a:blip r:embed="rId4">
            <a:alphaModFix/>
          </a:blip>
          <a:srcRect b="0" l="0" r="0" t="0"/>
          <a:stretch/>
        </p:blipFill>
        <p:spPr>
          <a:xfrm>
            <a:off x="10590934" y="6330522"/>
            <a:ext cx="1499906" cy="585000"/>
          </a:xfrm>
          <a:prstGeom prst="rect">
            <a:avLst/>
          </a:prstGeom>
          <a:noFill/>
          <a:ln>
            <a:noFill/>
          </a:ln>
        </p:spPr>
      </p:pic>
      <p:sp>
        <p:nvSpPr>
          <p:cNvPr id="2145" name="Google Shape;2145;g3d1afc4545f_0_649"/>
          <p:cNvSpPr txBox="1"/>
          <p:nvPr/>
        </p:nvSpPr>
        <p:spPr>
          <a:xfrm>
            <a:off x="-1" y="6288587"/>
            <a:ext cx="5981100" cy="3693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chemeClr val="dk1"/>
              </a:buClr>
              <a:buSzPts val="1800"/>
              <a:buFont typeface="Arial"/>
              <a:buNone/>
            </a:pPr>
            <a:r>
              <a:rPr b="0" i="0" lang="en-US" sz="1800" u="none" cap="none" strike="noStrike">
                <a:solidFill>
                  <a:schemeClr val="lt1"/>
                </a:solidFill>
                <a:latin typeface="Times New Roman"/>
                <a:ea typeface="Times New Roman"/>
                <a:cs typeface="Times New Roman"/>
                <a:sym typeface="Times New Roman"/>
              </a:rPr>
              <a:t>Term Paper Presentation | Ronit Dutta</a:t>
            </a:r>
            <a:endParaRPr b="0" i="0" sz="1800" u="none" cap="none" strike="noStrike">
              <a:solidFill>
                <a:schemeClr val="lt1"/>
              </a:solidFill>
              <a:latin typeface="Times New Roman"/>
              <a:ea typeface="Times New Roman"/>
              <a:cs typeface="Times New Roman"/>
              <a:sym typeface="Times New Roman"/>
            </a:endParaRPr>
          </a:p>
        </p:txBody>
      </p:sp>
      <p:pic>
        <p:nvPicPr>
          <p:cNvPr id="2146" name="Google Shape;2146;g3d1afc4545f_0_649"/>
          <p:cNvPicPr preferRelativeResize="0"/>
          <p:nvPr/>
        </p:nvPicPr>
        <p:blipFill rotWithShape="1">
          <a:blip r:embed="rId4">
            <a:alphaModFix/>
          </a:blip>
          <a:srcRect b="0" l="0" r="0" t="0"/>
          <a:stretch/>
        </p:blipFill>
        <p:spPr>
          <a:xfrm>
            <a:off x="10590934" y="6330522"/>
            <a:ext cx="1499906" cy="585000"/>
          </a:xfrm>
          <a:prstGeom prst="rect">
            <a:avLst/>
          </a:prstGeom>
          <a:noFill/>
          <a:ln>
            <a:noFill/>
          </a:ln>
        </p:spPr>
      </p:pic>
      <p:sp>
        <p:nvSpPr>
          <p:cNvPr id="2147" name="Google Shape;2147;g3d1afc4545f_0_649"/>
          <p:cNvSpPr txBox="1"/>
          <p:nvPr/>
        </p:nvSpPr>
        <p:spPr>
          <a:xfrm>
            <a:off x="-1" y="6288587"/>
            <a:ext cx="5981100" cy="6465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chemeClr val="dk1"/>
              </a:buClr>
              <a:buSzPts val="1800"/>
              <a:buFont typeface="Arial"/>
              <a:buNone/>
            </a:pPr>
            <a:r>
              <a:rPr b="0" i="0" lang="en-US" sz="1800" u="none" cap="none" strike="noStrike">
                <a:solidFill>
                  <a:schemeClr val="lt1"/>
                </a:solidFill>
                <a:latin typeface="Times New Roman"/>
                <a:ea typeface="Times New Roman"/>
                <a:cs typeface="Times New Roman"/>
                <a:sym typeface="Times New Roman"/>
              </a:rPr>
              <a:t>Machine Learning Professional</a:t>
            </a:r>
            <a:br>
              <a:rPr b="0" i="0" lang="en-US" sz="1800" u="none" cap="none" strike="noStrike">
                <a:solidFill>
                  <a:schemeClr val="lt1"/>
                </a:solidFill>
                <a:latin typeface="Times New Roman"/>
                <a:ea typeface="Times New Roman"/>
                <a:cs typeface="Times New Roman"/>
                <a:sym typeface="Times New Roman"/>
              </a:rPr>
            </a:br>
            <a:r>
              <a:rPr b="0" i="0" lang="en-US" sz="1800" u="none" cap="none" strike="noStrike">
                <a:solidFill>
                  <a:schemeClr val="lt1"/>
                </a:solidFill>
                <a:latin typeface="Times New Roman"/>
                <a:ea typeface="Times New Roman"/>
                <a:cs typeface="Times New Roman"/>
                <a:sym typeface="Times New Roman"/>
              </a:rPr>
              <a:t>Project Presentation</a:t>
            </a:r>
            <a:endParaRPr b="0" i="0" sz="1800" u="none" cap="none" strike="noStrike">
              <a:solidFill>
                <a:schemeClr val="lt1"/>
              </a:solidFill>
              <a:latin typeface="Times New Roman"/>
              <a:ea typeface="Times New Roman"/>
              <a:cs typeface="Times New Roman"/>
              <a:sym typeface="Times New Roman"/>
            </a:endParaRPr>
          </a:p>
        </p:txBody>
      </p:sp>
      <p:pic>
        <p:nvPicPr>
          <p:cNvPr id="2148" name="Google Shape;2148;g3d1afc4545f_0_649"/>
          <p:cNvPicPr preferRelativeResize="0"/>
          <p:nvPr/>
        </p:nvPicPr>
        <p:blipFill rotWithShape="1">
          <a:blip r:embed="rId6">
            <a:alphaModFix/>
          </a:blip>
          <a:srcRect b="0" l="0" r="0" t="0"/>
          <a:stretch/>
        </p:blipFill>
        <p:spPr>
          <a:xfrm>
            <a:off x="10590875" y="6341462"/>
            <a:ext cx="1500023" cy="585000"/>
          </a:xfrm>
          <a:prstGeom prst="rect">
            <a:avLst/>
          </a:prstGeom>
          <a:noFill/>
          <a:ln>
            <a:noFill/>
          </a:ln>
        </p:spPr>
      </p:pic>
      <p:sp>
        <p:nvSpPr>
          <p:cNvPr id="2149" name="Google Shape;2149;g3d1afc4545f_0_649"/>
          <p:cNvSpPr txBox="1"/>
          <p:nvPr/>
        </p:nvSpPr>
        <p:spPr>
          <a:xfrm>
            <a:off x="-1" y="6288587"/>
            <a:ext cx="5981100" cy="6465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chemeClr val="dk1"/>
              </a:buClr>
              <a:buSzPts val="1800"/>
              <a:buFont typeface="Arial"/>
              <a:buNone/>
            </a:pPr>
            <a:r>
              <a:rPr b="0" i="0" lang="en-US" sz="1800" u="none" cap="none" strike="noStrike">
                <a:solidFill>
                  <a:schemeClr val="lt1"/>
                </a:solidFill>
                <a:latin typeface="Times New Roman"/>
                <a:ea typeface="Times New Roman"/>
                <a:cs typeface="Times New Roman"/>
                <a:sym typeface="Times New Roman"/>
              </a:rPr>
              <a:t>Machine Learning Professional</a:t>
            </a:r>
            <a:br>
              <a:rPr b="0" i="0" lang="en-US" sz="1800" u="none" cap="none" strike="noStrike">
                <a:solidFill>
                  <a:schemeClr val="lt1"/>
                </a:solidFill>
                <a:latin typeface="Times New Roman"/>
                <a:ea typeface="Times New Roman"/>
                <a:cs typeface="Times New Roman"/>
                <a:sym typeface="Times New Roman"/>
              </a:rPr>
            </a:br>
            <a:r>
              <a:rPr b="0" i="0" lang="en-US" sz="1800" u="none" cap="none" strike="noStrike">
                <a:solidFill>
                  <a:schemeClr val="lt1"/>
                </a:solidFill>
                <a:latin typeface="Times New Roman"/>
                <a:ea typeface="Times New Roman"/>
                <a:cs typeface="Times New Roman"/>
                <a:sym typeface="Times New Roman"/>
              </a:rPr>
              <a:t>Project Presentation</a:t>
            </a:r>
            <a:endParaRPr b="0" i="0" sz="1800" u="none" cap="none" strike="noStrike">
              <a:solidFill>
                <a:schemeClr val="lt1"/>
              </a:solidFill>
              <a:latin typeface="Times New Roman"/>
              <a:ea typeface="Times New Roman"/>
              <a:cs typeface="Times New Roman"/>
              <a:sym typeface="Times New Roman"/>
            </a:endParaRPr>
          </a:p>
        </p:txBody>
      </p:sp>
      <p:pic>
        <p:nvPicPr>
          <p:cNvPr id="2150" name="Google Shape;2150;g3d1afc4545f_0_649"/>
          <p:cNvPicPr preferRelativeResize="0"/>
          <p:nvPr/>
        </p:nvPicPr>
        <p:blipFill rotWithShape="1">
          <a:blip r:embed="rId6">
            <a:alphaModFix/>
          </a:blip>
          <a:srcRect b="0" l="0" r="0" t="0"/>
          <a:stretch/>
        </p:blipFill>
        <p:spPr>
          <a:xfrm>
            <a:off x="10590875" y="6330524"/>
            <a:ext cx="1500023" cy="585000"/>
          </a:xfrm>
          <a:prstGeom prst="rect">
            <a:avLst/>
          </a:prstGeom>
          <a:noFill/>
          <a:ln>
            <a:noFill/>
          </a:ln>
        </p:spPr>
      </p:pic>
      <p:sp>
        <p:nvSpPr>
          <p:cNvPr id="2151" name="Google Shape;2151;g3d1afc4545f_0_649"/>
          <p:cNvSpPr txBox="1"/>
          <p:nvPr/>
        </p:nvSpPr>
        <p:spPr>
          <a:xfrm>
            <a:off x="-1" y="6234672"/>
            <a:ext cx="5981100" cy="6465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chemeClr val="dk1"/>
              </a:buClr>
              <a:buSzPts val="1800"/>
              <a:buFont typeface="Arial"/>
              <a:buNone/>
            </a:pPr>
            <a:r>
              <a:rPr b="0" i="0" lang="en-US" sz="1800" u="none" cap="none" strike="noStrike">
                <a:solidFill>
                  <a:schemeClr val="lt1"/>
                </a:solidFill>
                <a:latin typeface="Times New Roman"/>
                <a:ea typeface="Times New Roman"/>
                <a:cs typeface="Times New Roman"/>
                <a:sym typeface="Times New Roman"/>
              </a:rPr>
              <a:t>Machine Learning Professional</a:t>
            </a:r>
            <a:br>
              <a:rPr b="0" i="0" lang="en-US" sz="1800" u="none" cap="none" strike="noStrike">
                <a:solidFill>
                  <a:schemeClr val="lt1"/>
                </a:solidFill>
                <a:latin typeface="Times New Roman"/>
                <a:ea typeface="Times New Roman"/>
                <a:cs typeface="Times New Roman"/>
                <a:sym typeface="Times New Roman"/>
              </a:rPr>
            </a:br>
            <a:r>
              <a:rPr b="0" i="0" lang="en-US" sz="1800" u="none" cap="none" strike="noStrike">
                <a:solidFill>
                  <a:schemeClr val="lt1"/>
                </a:solidFill>
                <a:latin typeface="Times New Roman"/>
                <a:ea typeface="Times New Roman"/>
                <a:cs typeface="Times New Roman"/>
                <a:sym typeface="Times New Roman"/>
              </a:rPr>
              <a:t>Project Presentation</a:t>
            </a:r>
            <a:endParaRPr b="0" i="0" sz="1800" u="none" cap="none" strike="noStrike">
              <a:solidFill>
                <a:schemeClr val="lt1"/>
              </a:solidFill>
              <a:latin typeface="Times New Roman"/>
              <a:ea typeface="Times New Roman"/>
              <a:cs typeface="Times New Roman"/>
              <a:sym typeface="Times New Roman"/>
            </a:endParaRPr>
          </a:p>
        </p:txBody>
      </p:sp>
      <p:pic>
        <p:nvPicPr>
          <p:cNvPr id="2152" name="Google Shape;2152;g3d1afc4545f_0_649"/>
          <p:cNvPicPr preferRelativeResize="0"/>
          <p:nvPr/>
        </p:nvPicPr>
        <p:blipFill rotWithShape="1">
          <a:blip r:embed="rId6">
            <a:alphaModFix/>
          </a:blip>
          <a:srcRect b="0" l="0" r="0" t="0"/>
          <a:stretch/>
        </p:blipFill>
        <p:spPr>
          <a:xfrm>
            <a:off x="10590875" y="6330524"/>
            <a:ext cx="1500023" cy="585000"/>
          </a:xfrm>
          <a:prstGeom prst="rect">
            <a:avLst/>
          </a:prstGeom>
          <a:noFill/>
          <a:ln>
            <a:noFill/>
          </a:ln>
        </p:spPr>
      </p:pic>
      <p:sp>
        <p:nvSpPr>
          <p:cNvPr id="2153" name="Google Shape;2153;g3d1afc4545f_0_649"/>
          <p:cNvSpPr txBox="1"/>
          <p:nvPr/>
        </p:nvSpPr>
        <p:spPr>
          <a:xfrm>
            <a:off x="-1" y="6234672"/>
            <a:ext cx="5981100" cy="6465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chemeClr val="dk1"/>
              </a:buClr>
              <a:buSzPts val="1800"/>
              <a:buFont typeface="Arial"/>
              <a:buNone/>
            </a:pPr>
            <a:r>
              <a:rPr b="0" i="0" lang="en-US" sz="1800" u="none" cap="none" strike="noStrike">
                <a:solidFill>
                  <a:schemeClr val="lt1"/>
                </a:solidFill>
                <a:latin typeface="Times New Roman"/>
                <a:ea typeface="Times New Roman"/>
                <a:cs typeface="Times New Roman"/>
                <a:sym typeface="Times New Roman"/>
              </a:rPr>
              <a:t>Machine Learning Professional</a:t>
            </a:r>
            <a:br>
              <a:rPr b="0" i="0" lang="en-US" sz="1800" u="none" cap="none" strike="noStrike">
                <a:solidFill>
                  <a:schemeClr val="lt1"/>
                </a:solidFill>
                <a:latin typeface="Times New Roman"/>
                <a:ea typeface="Times New Roman"/>
                <a:cs typeface="Times New Roman"/>
                <a:sym typeface="Times New Roman"/>
              </a:rPr>
            </a:br>
            <a:r>
              <a:rPr b="0" i="0" lang="en-US" sz="1800" u="none" cap="none" strike="noStrike">
                <a:solidFill>
                  <a:schemeClr val="lt1"/>
                </a:solidFill>
                <a:latin typeface="Times New Roman"/>
                <a:ea typeface="Times New Roman"/>
                <a:cs typeface="Times New Roman"/>
                <a:sym typeface="Times New Roman"/>
              </a:rPr>
              <a:t>Project Presentation</a:t>
            </a:r>
            <a:endParaRPr b="0" i="0" sz="1800" u="none" cap="none" strike="noStrike">
              <a:solidFill>
                <a:schemeClr val="lt1"/>
              </a:solidFill>
              <a:latin typeface="Times New Roman"/>
              <a:ea typeface="Times New Roman"/>
              <a:cs typeface="Times New Roman"/>
              <a:sym typeface="Times New Roman"/>
            </a:endParaRPr>
          </a:p>
        </p:txBody>
      </p:sp>
      <p:pic>
        <p:nvPicPr>
          <p:cNvPr id="2154" name="Google Shape;2154;g3d1afc4545f_0_649"/>
          <p:cNvPicPr preferRelativeResize="0"/>
          <p:nvPr/>
        </p:nvPicPr>
        <p:blipFill rotWithShape="1">
          <a:blip r:embed="rId6">
            <a:alphaModFix/>
          </a:blip>
          <a:srcRect b="0" l="0" r="0" t="0"/>
          <a:stretch/>
        </p:blipFill>
        <p:spPr>
          <a:xfrm>
            <a:off x="10590875" y="6330524"/>
            <a:ext cx="1500023" cy="585000"/>
          </a:xfrm>
          <a:prstGeom prst="rect">
            <a:avLst/>
          </a:prstGeom>
          <a:noFill/>
          <a:ln>
            <a:noFill/>
          </a:ln>
        </p:spPr>
      </p:pic>
      <p:sp>
        <p:nvSpPr>
          <p:cNvPr id="2155" name="Google Shape;2155;g3d1afc4545f_0_649"/>
          <p:cNvSpPr txBox="1"/>
          <p:nvPr/>
        </p:nvSpPr>
        <p:spPr>
          <a:xfrm>
            <a:off x="-1" y="6234672"/>
            <a:ext cx="5981100" cy="6465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chemeClr val="dk1"/>
              </a:buClr>
              <a:buSzPts val="1800"/>
              <a:buFont typeface="Arial"/>
              <a:buNone/>
            </a:pPr>
            <a:r>
              <a:rPr b="0" i="0" lang="en-US" sz="1800" u="none" cap="none" strike="noStrike">
                <a:solidFill>
                  <a:schemeClr val="lt1"/>
                </a:solidFill>
                <a:latin typeface="Times New Roman"/>
                <a:ea typeface="Times New Roman"/>
                <a:cs typeface="Times New Roman"/>
                <a:sym typeface="Times New Roman"/>
              </a:rPr>
              <a:t>Nanoelectronics - Seminar Presentation</a:t>
            </a:r>
            <a:br>
              <a:rPr b="0" i="0" lang="en-US" sz="1800" u="none" cap="none" strike="noStrike">
                <a:solidFill>
                  <a:schemeClr val="lt1"/>
                </a:solidFill>
                <a:latin typeface="Times New Roman"/>
                <a:ea typeface="Times New Roman"/>
                <a:cs typeface="Times New Roman"/>
                <a:sym typeface="Times New Roman"/>
              </a:rPr>
            </a:br>
            <a:r>
              <a:rPr b="0" i="0" lang="en-US" sz="1800" u="none" cap="none" strike="noStrike">
                <a:solidFill>
                  <a:schemeClr val="lt1"/>
                </a:solidFill>
                <a:latin typeface="Times New Roman"/>
                <a:ea typeface="Times New Roman"/>
                <a:cs typeface="Times New Roman"/>
                <a:sym typeface="Times New Roman"/>
              </a:rPr>
              <a:t>Ronit Dutta</a:t>
            </a:r>
            <a:endParaRPr b="0" i="0" sz="1800" u="none" cap="none" strike="noStrike">
              <a:solidFill>
                <a:schemeClr val="lt1"/>
              </a:solidFill>
              <a:latin typeface="Times New Roman"/>
              <a:ea typeface="Times New Roman"/>
              <a:cs typeface="Times New Roman"/>
              <a:sym typeface="Times New Roman"/>
            </a:endParaRPr>
          </a:p>
        </p:txBody>
      </p:sp>
      <p:pic>
        <p:nvPicPr>
          <p:cNvPr id="2156" name="Google Shape;2156;g3d1afc4545f_0_649"/>
          <p:cNvPicPr preferRelativeResize="0"/>
          <p:nvPr/>
        </p:nvPicPr>
        <p:blipFill rotWithShape="1">
          <a:blip r:embed="rId6">
            <a:alphaModFix/>
          </a:blip>
          <a:srcRect b="0" l="0" r="0" t="0"/>
          <a:stretch/>
        </p:blipFill>
        <p:spPr>
          <a:xfrm>
            <a:off x="10590875" y="6330524"/>
            <a:ext cx="1500023" cy="585000"/>
          </a:xfrm>
          <a:prstGeom prst="rect">
            <a:avLst/>
          </a:prstGeom>
          <a:noFill/>
          <a:ln>
            <a:noFill/>
          </a:ln>
        </p:spPr>
      </p:pic>
      <p:pic>
        <p:nvPicPr>
          <p:cNvPr id="2157" name="Google Shape;2157;g3d1afc4545f_0_649"/>
          <p:cNvPicPr preferRelativeResize="0"/>
          <p:nvPr/>
        </p:nvPicPr>
        <p:blipFill rotWithShape="1">
          <a:blip r:embed="rId9">
            <a:alphaModFix/>
          </a:blip>
          <a:srcRect b="0" l="0" r="0" t="0"/>
          <a:stretch/>
        </p:blipFill>
        <p:spPr>
          <a:xfrm>
            <a:off x="0" y="6234674"/>
            <a:ext cx="12192000" cy="1165875"/>
          </a:xfrm>
          <a:prstGeom prst="rect">
            <a:avLst/>
          </a:prstGeom>
          <a:noFill/>
          <a:ln>
            <a:noFill/>
          </a:ln>
        </p:spPr>
      </p:pic>
      <p:sp>
        <p:nvSpPr>
          <p:cNvPr id="2158" name="Google Shape;2158;g3d1afc4545f_0_649"/>
          <p:cNvSpPr txBox="1"/>
          <p:nvPr/>
        </p:nvSpPr>
        <p:spPr>
          <a:xfrm>
            <a:off x="-1" y="6310697"/>
            <a:ext cx="5981100" cy="6465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chemeClr val="dk1"/>
              </a:buClr>
              <a:buSzPts val="1800"/>
              <a:buFont typeface="Arial"/>
              <a:buNone/>
            </a:pPr>
            <a:r>
              <a:rPr lang="en-US" sz="1800">
                <a:solidFill>
                  <a:schemeClr val="lt1"/>
                </a:solidFill>
                <a:latin typeface="Times New Roman"/>
                <a:ea typeface="Times New Roman"/>
                <a:cs typeface="Times New Roman"/>
                <a:sym typeface="Times New Roman"/>
              </a:rPr>
              <a:t>Applied Mathematics for Engineering [MIDTERM PROJECT]</a:t>
            </a:r>
            <a:br>
              <a:rPr b="0" i="0" lang="en-US" sz="1800" u="none" cap="none" strike="noStrike">
                <a:solidFill>
                  <a:schemeClr val="lt1"/>
                </a:solidFill>
                <a:latin typeface="Times New Roman"/>
                <a:ea typeface="Times New Roman"/>
                <a:cs typeface="Times New Roman"/>
                <a:sym typeface="Times New Roman"/>
              </a:rPr>
            </a:br>
            <a:r>
              <a:rPr b="0" i="0" lang="en-US" sz="1800" u="none" cap="none" strike="noStrike">
                <a:solidFill>
                  <a:schemeClr val="lt1"/>
                </a:solidFill>
                <a:latin typeface="Times New Roman"/>
                <a:ea typeface="Times New Roman"/>
                <a:cs typeface="Times New Roman"/>
                <a:sym typeface="Times New Roman"/>
              </a:rPr>
              <a:t>Ronit Dutta</a:t>
            </a:r>
            <a:endParaRPr b="0" i="0" sz="1800" u="none" cap="none" strike="noStrike">
              <a:solidFill>
                <a:schemeClr val="lt1"/>
              </a:solidFill>
              <a:latin typeface="Times New Roman"/>
              <a:ea typeface="Times New Roman"/>
              <a:cs typeface="Times New Roman"/>
              <a:sym typeface="Times New Roman"/>
            </a:endParaRPr>
          </a:p>
        </p:txBody>
      </p:sp>
      <p:pic>
        <p:nvPicPr>
          <p:cNvPr id="2159" name="Google Shape;2159;g3d1afc4545f_0_649"/>
          <p:cNvPicPr preferRelativeResize="0"/>
          <p:nvPr/>
        </p:nvPicPr>
        <p:blipFill rotWithShape="1">
          <a:blip r:embed="rId6">
            <a:alphaModFix/>
          </a:blip>
          <a:srcRect b="0" l="0" r="0" t="0"/>
          <a:stretch/>
        </p:blipFill>
        <p:spPr>
          <a:xfrm>
            <a:off x="10579375" y="6341449"/>
            <a:ext cx="1500023" cy="585000"/>
          </a:xfrm>
          <a:prstGeom prst="rect">
            <a:avLst/>
          </a:prstGeom>
          <a:noFill/>
          <a:ln>
            <a:noFill/>
          </a:ln>
        </p:spPr>
      </p:pic>
      <p:pic>
        <p:nvPicPr>
          <p:cNvPr id="2160" name="Google Shape;2160;g3d1afc4545f_0_649"/>
          <p:cNvPicPr preferRelativeResize="0"/>
          <p:nvPr/>
        </p:nvPicPr>
        <p:blipFill rotWithShape="1">
          <a:blip r:embed="rId9">
            <a:alphaModFix/>
          </a:blip>
          <a:srcRect b="0" l="0" r="0" t="0"/>
          <a:stretch/>
        </p:blipFill>
        <p:spPr>
          <a:xfrm>
            <a:off x="0" y="6330524"/>
            <a:ext cx="12192000" cy="1165875"/>
          </a:xfrm>
          <a:prstGeom prst="rect">
            <a:avLst/>
          </a:prstGeom>
          <a:noFill/>
          <a:ln>
            <a:noFill/>
          </a:ln>
        </p:spPr>
      </p:pic>
      <p:sp>
        <p:nvSpPr>
          <p:cNvPr id="2161" name="Google Shape;2161;g3d1afc4545f_0_649"/>
          <p:cNvSpPr txBox="1"/>
          <p:nvPr/>
        </p:nvSpPr>
        <p:spPr>
          <a:xfrm>
            <a:off x="-1" y="6445547"/>
            <a:ext cx="5981100" cy="6465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chemeClr val="dk1"/>
              </a:buClr>
              <a:buSzPts val="1800"/>
              <a:buFont typeface="Arial"/>
              <a:buNone/>
            </a:pPr>
            <a:r>
              <a:rPr lang="en-US" sz="1800">
                <a:solidFill>
                  <a:schemeClr val="lt1"/>
                </a:solidFill>
                <a:latin typeface="Times New Roman"/>
                <a:ea typeface="Times New Roman"/>
                <a:cs typeface="Times New Roman"/>
                <a:sym typeface="Times New Roman"/>
              </a:rPr>
              <a:t>Applied Mathematics for Engineering [MIDTERM PROJECT]</a:t>
            </a:r>
            <a:br>
              <a:rPr b="0" i="0" lang="en-US" sz="1800" u="none" cap="none" strike="noStrike">
                <a:solidFill>
                  <a:schemeClr val="lt1"/>
                </a:solidFill>
                <a:latin typeface="Times New Roman"/>
                <a:ea typeface="Times New Roman"/>
                <a:cs typeface="Times New Roman"/>
                <a:sym typeface="Times New Roman"/>
              </a:rPr>
            </a:br>
            <a:r>
              <a:rPr b="0" i="0" lang="en-US" sz="1800" u="none" cap="none" strike="noStrike">
                <a:solidFill>
                  <a:schemeClr val="lt1"/>
                </a:solidFill>
                <a:latin typeface="Times New Roman"/>
                <a:ea typeface="Times New Roman"/>
                <a:cs typeface="Times New Roman"/>
                <a:sym typeface="Times New Roman"/>
              </a:rPr>
              <a:t>Ronit Dutta</a:t>
            </a:r>
            <a:endParaRPr b="0" i="0" sz="1800" u="none" cap="none" strike="noStrike">
              <a:solidFill>
                <a:schemeClr val="lt1"/>
              </a:solidFill>
              <a:latin typeface="Times New Roman"/>
              <a:ea typeface="Times New Roman"/>
              <a:cs typeface="Times New Roman"/>
              <a:sym typeface="Times New Roman"/>
            </a:endParaRPr>
          </a:p>
        </p:txBody>
      </p:sp>
      <p:pic>
        <p:nvPicPr>
          <p:cNvPr id="2162" name="Google Shape;2162;g3d1afc4545f_0_649"/>
          <p:cNvPicPr preferRelativeResize="0"/>
          <p:nvPr/>
        </p:nvPicPr>
        <p:blipFill rotWithShape="1">
          <a:blip r:embed="rId6">
            <a:alphaModFix/>
          </a:blip>
          <a:srcRect b="0" l="0" r="0" t="0"/>
          <a:stretch/>
        </p:blipFill>
        <p:spPr>
          <a:xfrm>
            <a:off x="10579375" y="6476299"/>
            <a:ext cx="1500023" cy="585000"/>
          </a:xfrm>
          <a:prstGeom prst="rect">
            <a:avLst/>
          </a:prstGeom>
          <a:noFill/>
          <a:ln>
            <a:noFill/>
          </a:ln>
        </p:spPr>
      </p:pic>
      <p:pic>
        <p:nvPicPr>
          <p:cNvPr id="2163" name="Google Shape;2163;g3d1afc4545f_0_649"/>
          <p:cNvPicPr preferRelativeResize="0"/>
          <p:nvPr/>
        </p:nvPicPr>
        <p:blipFill rotWithShape="1">
          <a:blip r:embed="rId4">
            <a:alphaModFix/>
          </a:blip>
          <a:srcRect b="0" l="0" r="0" t="0"/>
          <a:stretch/>
        </p:blipFill>
        <p:spPr>
          <a:xfrm>
            <a:off x="10590934" y="6330522"/>
            <a:ext cx="1499906" cy="585000"/>
          </a:xfrm>
          <a:prstGeom prst="rect">
            <a:avLst/>
          </a:prstGeom>
          <a:noFill/>
          <a:ln>
            <a:noFill/>
          </a:ln>
        </p:spPr>
      </p:pic>
      <p:sp>
        <p:nvSpPr>
          <p:cNvPr id="2164" name="Google Shape;2164;g3d1afc4545f_0_649"/>
          <p:cNvSpPr txBox="1"/>
          <p:nvPr/>
        </p:nvSpPr>
        <p:spPr>
          <a:xfrm>
            <a:off x="-1" y="6288587"/>
            <a:ext cx="5981100" cy="3693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chemeClr val="dk1"/>
              </a:buClr>
              <a:buSzPts val="1800"/>
              <a:buFont typeface="Arial"/>
              <a:buNone/>
            </a:pPr>
            <a:r>
              <a:rPr b="0" i="0" lang="en-US" sz="1800" u="none" cap="none" strike="noStrike">
                <a:solidFill>
                  <a:schemeClr val="lt1"/>
                </a:solidFill>
                <a:latin typeface="Times New Roman"/>
                <a:ea typeface="Times New Roman"/>
                <a:cs typeface="Times New Roman"/>
                <a:sym typeface="Times New Roman"/>
              </a:rPr>
              <a:t>Term Paper Presentation | Ronit Dutta</a:t>
            </a:r>
            <a:endParaRPr b="0" i="0" sz="1800" u="none" cap="none" strike="noStrike">
              <a:solidFill>
                <a:schemeClr val="lt1"/>
              </a:solidFill>
              <a:latin typeface="Times New Roman"/>
              <a:ea typeface="Times New Roman"/>
              <a:cs typeface="Times New Roman"/>
              <a:sym typeface="Times New Roman"/>
            </a:endParaRPr>
          </a:p>
        </p:txBody>
      </p:sp>
      <p:pic>
        <p:nvPicPr>
          <p:cNvPr id="2165" name="Google Shape;2165;g3d1afc4545f_0_649"/>
          <p:cNvPicPr preferRelativeResize="0"/>
          <p:nvPr/>
        </p:nvPicPr>
        <p:blipFill rotWithShape="1">
          <a:blip r:embed="rId4">
            <a:alphaModFix/>
          </a:blip>
          <a:srcRect b="0" l="0" r="0" t="0"/>
          <a:stretch/>
        </p:blipFill>
        <p:spPr>
          <a:xfrm>
            <a:off x="10590934" y="6330522"/>
            <a:ext cx="1499906" cy="585000"/>
          </a:xfrm>
          <a:prstGeom prst="rect">
            <a:avLst/>
          </a:prstGeom>
          <a:noFill/>
          <a:ln>
            <a:noFill/>
          </a:ln>
        </p:spPr>
      </p:pic>
      <p:sp>
        <p:nvSpPr>
          <p:cNvPr id="2166" name="Google Shape;2166;g3d1afc4545f_0_649"/>
          <p:cNvSpPr txBox="1"/>
          <p:nvPr/>
        </p:nvSpPr>
        <p:spPr>
          <a:xfrm>
            <a:off x="-1" y="6288587"/>
            <a:ext cx="5981100" cy="3693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chemeClr val="dk1"/>
              </a:buClr>
              <a:buSzPts val="1800"/>
              <a:buFont typeface="Arial"/>
              <a:buNone/>
            </a:pPr>
            <a:r>
              <a:rPr b="0" i="0" lang="en-US" sz="1800" u="none" cap="none" strike="noStrike">
                <a:solidFill>
                  <a:schemeClr val="lt1"/>
                </a:solidFill>
                <a:latin typeface="Times New Roman"/>
                <a:ea typeface="Times New Roman"/>
                <a:cs typeface="Times New Roman"/>
                <a:sym typeface="Times New Roman"/>
              </a:rPr>
              <a:t>Term Paper Presentation | Ronit Dutta</a:t>
            </a:r>
            <a:endParaRPr b="0" i="0" sz="1800" u="none" cap="none" strike="noStrike">
              <a:solidFill>
                <a:schemeClr val="lt1"/>
              </a:solidFill>
              <a:latin typeface="Times New Roman"/>
              <a:ea typeface="Times New Roman"/>
              <a:cs typeface="Times New Roman"/>
              <a:sym typeface="Times New Roman"/>
            </a:endParaRPr>
          </a:p>
        </p:txBody>
      </p:sp>
      <p:pic>
        <p:nvPicPr>
          <p:cNvPr id="2167" name="Google Shape;2167;g3d1afc4545f_0_649"/>
          <p:cNvPicPr preferRelativeResize="0"/>
          <p:nvPr/>
        </p:nvPicPr>
        <p:blipFill rotWithShape="1">
          <a:blip r:embed="rId4">
            <a:alphaModFix/>
          </a:blip>
          <a:srcRect b="0" l="0" r="0" t="0"/>
          <a:stretch/>
        </p:blipFill>
        <p:spPr>
          <a:xfrm>
            <a:off x="10590934" y="6330522"/>
            <a:ext cx="1499906" cy="585000"/>
          </a:xfrm>
          <a:prstGeom prst="rect">
            <a:avLst/>
          </a:prstGeom>
          <a:noFill/>
          <a:ln>
            <a:noFill/>
          </a:ln>
        </p:spPr>
      </p:pic>
      <p:sp>
        <p:nvSpPr>
          <p:cNvPr id="2168" name="Google Shape;2168;g3d1afc4545f_0_649"/>
          <p:cNvSpPr txBox="1"/>
          <p:nvPr/>
        </p:nvSpPr>
        <p:spPr>
          <a:xfrm>
            <a:off x="-1" y="6288587"/>
            <a:ext cx="5981100" cy="6465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chemeClr val="dk1"/>
              </a:buClr>
              <a:buSzPts val="1800"/>
              <a:buFont typeface="Arial"/>
              <a:buNone/>
            </a:pPr>
            <a:r>
              <a:rPr b="0" i="0" lang="en-US" sz="1800" u="none" cap="none" strike="noStrike">
                <a:solidFill>
                  <a:schemeClr val="lt1"/>
                </a:solidFill>
                <a:latin typeface="Times New Roman"/>
                <a:ea typeface="Times New Roman"/>
                <a:cs typeface="Times New Roman"/>
                <a:sym typeface="Times New Roman"/>
              </a:rPr>
              <a:t>Machine Learning Professional</a:t>
            </a:r>
            <a:br>
              <a:rPr b="0" i="0" lang="en-US" sz="1800" u="none" cap="none" strike="noStrike">
                <a:solidFill>
                  <a:schemeClr val="lt1"/>
                </a:solidFill>
                <a:latin typeface="Times New Roman"/>
                <a:ea typeface="Times New Roman"/>
                <a:cs typeface="Times New Roman"/>
                <a:sym typeface="Times New Roman"/>
              </a:rPr>
            </a:br>
            <a:r>
              <a:rPr b="0" i="0" lang="en-US" sz="1800" u="none" cap="none" strike="noStrike">
                <a:solidFill>
                  <a:schemeClr val="lt1"/>
                </a:solidFill>
                <a:latin typeface="Times New Roman"/>
                <a:ea typeface="Times New Roman"/>
                <a:cs typeface="Times New Roman"/>
                <a:sym typeface="Times New Roman"/>
              </a:rPr>
              <a:t>Project Presentation</a:t>
            </a:r>
            <a:endParaRPr b="0" i="0" sz="1800" u="none" cap="none" strike="noStrike">
              <a:solidFill>
                <a:schemeClr val="lt1"/>
              </a:solidFill>
              <a:latin typeface="Times New Roman"/>
              <a:ea typeface="Times New Roman"/>
              <a:cs typeface="Times New Roman"/>
              <a:sym typeface="Times New Roman"/>
            </a:endParaRPr>
          </a:p>
        </p:txBody>
      </p:sp>
      <p:pic>
        <p:nvPicPr>
          <p:cNvPr id="2169" name="Google Shape;2169;g3d1afc4545f_0_649"/>
          <p:cNvPicPr preferRelativeResize="0"/>
          <p:nvPr/>
        </p:nvPicPr>
        <p:blipFill rotWithShape="1">
          <a:blip r:embed="rId6">
            <a:alphaModFix/>
          </a:blip>
          <a:srcRect b="0" l="0" r="0" t="0"/>
          <a:stretch/>
        </p:blipFill>
        <p:spPr>
          <a:xfrm>
            <a:off x="10590875" y="6341462"/>
            <a:ext cx="1500023" cy="585000"/>
          </a:xfrm>
          <a:prstGeom prst="rect">
            <a:avLst/>
          </a:prstGeom>
          <a:noFill/>
          <a:ln>
            <a:noFill/>
          </a:ln>
        </p:spPr>
      </p:pic>
      <p:sp>
        <p:nvSpPr>
          <p:cNvPr id="2170" name="Google Shape;2170;g3d1afc4545f_0_649"/>
          <p:cNvSpPr txBox="1"/>
          <p:nvPr/>
        </p:nvSpPr>
        <p:spPr>
          <a:xfrm>
            <a:off x="-1" y="6288587"/>
            <a:ext cx="5981100" cy="6465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chemeClr val="dk1"/>
              </a:buClr>
              <a:buSzPts val="1800"/>
              <a:buFont typeface="Arial"/>
              <a:buNone/>
            </a:pPr>
            <a:r>
              <a:rPr b="0" i="0" lang="en-US" sz="1800" u="none" cap="none" strike="noStrike">
                <a:solidFill>
                  <a:schemeClr val="lt1"/>
                </a:solidFill>
                <a:latin typeface="Times New Roman"/>
                <a:ea typeface="Times New Roman"/>
                <a:cs typeface="Times New Roman"/>
                <a:sym typeface="Times New Roman"/>
              </a:rPr>
              <a:t>Machine Learning Professional</a:t>
            </a:r>
            <a:br>
              <a:rPr b="0" i="0" lang="en-US" sz="1800" u="none" cap="none" strike="noStrike">
                <a:solidFill>
                  <a:schemeClr val="lt1"/>
                </a:solidFill>
                <a:latin typeface="Times New Roman"/>
                <a:ea typeface="Times New Roman"/>
                <a:cs typeface="Times New Roman"/>
                <a:sym typeface="Times New Roman"/>
              </a:rPr>
            </a:br>
            <a:r>
              <a:rPr b="0" i="0" lang="en-US" sz="1800" u="none" cap="none" strike="noStrike">
                <a:solidFill>
                  <a:schemeClr val="lt1"/>
                </a:solidFill>
                <a:latin typeface="Times New Roman"/>
                <a:ea typeface="Times New Roman"/>
                <a:cs typeface="Times New Roman"/>
                <a:sym typeface="Times New Roman"/>
              </a:rPr>
              <a:t>Project Presentation</a:t>
            </a:r>
            <a:endParaRPr b="0" i="0" sz="1800" u="none" cap="none" strike="noStrike">
              <a:solidFill>
                <a:schemeClr val="lt1"/>
              </a:solidFill>
              <a:latin typeface="Times New Roman"/>
              <a:ea typeface="Times New Roman"/>
              <a:cs typeface="Times New Roman"/>
              <a:sym typeface="Times New Roman"/>
            </a:endParaRPr>
          </a:p>
        </p:txBody>
      </p:sp>
      <p:pic>
        <p:nvPicPr>
          <p:cNvPr id="2171" name="Google Shape;2171;g3d1afc4545f_0_649"/>
          <p:cNvPicPr preferRelativeResize="0"/>
          <p:nvPr/>
        </p:nvPicPr>
        <p:blipFill rotWithShape="1">
          <a:blip r:embed="rId6">
            <a:alphaModFix/>
          </a:blip>
          <a:srcRect b="0" l="0" r="0" t="0"/>
          <a:stretch/>
        </p:blipFill>
        <p:spPr>
          <a:xfrm>
            <a:off x="10590875" y="6330524"/>
            <a:ext cx="1500023" cy="585000"/>
          </a:xfrm>
          <a:prstGeom prst="rect">
            <a:avLst/>
          </a:prstGeom>
          <a:noFill/>
          <a:ln>
            <a:noFill/>
          </a:ln>
        </p:spPr>
      </p:pic>
      <p:sp>
        <p:nvSpPr>
          <p:cNvPr id="2172" name="Google Shape;2172;g3d1afc4545f_0_649"/>
          <p:cNvSpPr txBox="1"/>
          <p:nvPr/>
        </p:nvSpPr>
        <p:spPr>
          <a:xfrm>
            <a:off x="-1" y="6234672"/>
            <a:ext cx="5981100" cy="6465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chemeClr val="dk1"/>
              </a:buClr>
              <a:buSzPts val="1800"/>
              <a:buFont typeface="Arial"/>
              <a:buNone/>
            </a:pPr>
            <a:r>
              <a:rPr b="0" i="0" lang="en-US" sz="1800" u="none" cap="none" strike="noStrike">
                <a:solidFill>
                  <a:schemeClr val="lt1"/>
                </a:solidFill>
                <a:latin typeface="Times New Roman"/>
                <a:ea typeface="Times New Roman"/>
                <a:cs typeface="Times New Roman"/>
                <a:sym typeface="Times New Roman"/>
              </a:rPr>
              <a:t>Machine Learning Professional</a:t>
            </a:r>
            <a:br>
              <a:rPr b="0" i="0" lang="en-US" sz="1800" u="none" cap="none" strike="noStrike">
                <a:solidFill>
                  <a:schemeClr val="lt1"/>
                </a:solidFill>
                <a:latin typeface="Times New Roman"/>
                <a:ea typeface="Times New Roman"/>
                <a:cs typeface="Times New Roman"/>
                <a:sym typeface="Times New Roman"/>
              </a:rPr>
            </a:br>
            <a:r>
              <a:rPr b="0" i="0" lang="en-US" sz="1800" u="none" cap="none" strike="noStrike">
                <a:solidFill>
                  <a:schemeClr val="lt1"/>
                </a:solidFill>
                <a:latin typeface="Times New Roman"/>
                <a:ea typeface="Times New Roman"/>
                <a:cs typeface="Times New Roman"/>
                <a:sym typeface="Times New Roman"/>
              </a:rPr>
              <a:t>Project Presentation</a:t>
            </a:r>
            <a:endParaRPr b="0" i="0" sz="1800" u="none" cap="none" strike="noStrike">
              <a:solidFill>
                <a:schemeClr val="lt1"/>
              </a:solidFill>
              <a:latin typeface="Times New Roman"/>
              <a:ea typeface="Times New Roman"/>
              <a:cs typeface="Times New Roman"/>
              <a:sym typeface="Times New Roman"/>
            </a:endParaRPr>
          </a:p>
        </p:txBody>
      </p:sp>
      <p:pic>
        <p:nvPicPr>
          <p:cNvPr id="2173" name="Google Shape;2173;g3d1afc4545f_0_649"/>
          <p:cNvPicPr preferRelativeResize="0"/>
          <p:nvPr/>
        </p:nvPicPr>
        <p:blipFill rotWithShape="1">
          <a:blip r:embed="rId6">
            <a:alphaModFix/>
          </a:blip>
          <a:srcRect b="0" l="0" r="0" t="0"/>
          <a:stretch/>
        </p:blipFill>
        <p:spPr>
          <a:xfrm>
            <a:off x="10590875" y="6330524"/>
            <a:ext cx="1500023" cy="585000"/>
          </a:xfrm>
          <a:prstGeom prst="rect">
            <a:avLst/>
          </a:prstGeom>
          <a:noFill/>
          <a:ln>
            <a:noFill/>
          </a:ln>
        </p:spPr>
      </p:pic>
      <p:sp>
        <p:nvSpPr>
          <p:cNvPr id="2174" name="Google Shape;2174;g3d1afc4545f_0_649"/>
          <p:cNvSpPr txBox="1"/>
          <p:nvPr/>
        </p:nvSpPr>
        <p:spPr>
          <a:xfrm>
            <a:off x="-1" y="6234672"/>
            <a:ext cx="5981100" cy="6465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chemeClr val="dk1"/>
              </a:buClr>
              <a:buSzPts val="1800"/>
              <a:buFont typeface="Arial"/>
              <a:buNone/>
            </a:pPr>
            <a:r>
              <a:rPr b="0" i="0" lang="en-US" sz="1800" u="none" cap="none" strike="noStrike">
                <a:solidFill>
                  <a:schemeClr val="lt1"/>
                </a:solidFill>
                <a:latin typeface="Times New Roman"/>
                <a:ea typeface="Times New Roman"/>
                <a:cs typeface="Times New Roman"/>
                <a:sym typeface="Times New Roman"/>
              </a:rPr>
              <a:t>Machine Learning Professional</a:t>
            </a:r>
            <a:br>
              <a:rPr b="0" i="0" lang="en-US" sz="1800" u="none" cap="none" strike="noStrike">
                <a:solidFill>
                  <a:schemeClr val="lt1"/>
                </a:solidFill>
                <a:latin typeface="Times New Roman"/>
                <a:ea typeface="Times New Roman"/>
                <a:cs typeface="Times New Roman"/>
                <a:sym typeface="Times New Roman"/>
              </a:rPr>
            </a:br>
            <a:r>
              <a:rPr b="0" i="0" lang="en-US" sz="1800" u="none" cap="none" strike="noStrike">
                <a:solidFill>
                  <a:schemeClr val="lt1"/>
                </a:solidFill>
                <a:latin typeface="Times New Roman"/>
                <a:ea typeface="Times New Roman"/>
                <a:cs typeface="Times New Roman"/>
                <a:sym typeface="Times New Roman"/>
              </a:rPr>
              <a:t>Project Presentation</a:t>
            </a:r>
            <a:endParaRPr b="0" i="0" sz="1800" u="none" cap="none" strike="noStrike">
              <a:solidFill>
                <a:schemeClr val="lt1"/>
              </a:solidFill>
              <a:latin typeface="Times New Roman"/>
              <a:ea typeface="Times New Roman"/>
              <a:cs typeface="Times New Roman"/>
              <a:sym typeface="Times New Roman"/>
            </a:endParaRPr>
          </a:p>
        </p:txBody>
      </p:sp>
      <p:pic>
        <p:nvPicPr>
          <p:cNvPr id="2175" name="Google Shape;2175;g3d1afc4545f_0_649"/>
          <p:cNvPicPr preferRelativeResize="0"/>
          <p:nvPr/>
        </p:nvPicPr>
        <p:blipFill rotWithShape="1">
          <a:blip r:embed="rId6">
            <a:alphaModFix/>
          </a:blip>
          <a:srcRect b="0" l="0" r="0" t="0"/>
          <a:stretch/>
        </p:blipFill>
        <p:spPr>
          <a:xfrm>
            <a:off x="10590875" y="6330524"/>
            <a:ext cx="1500023" cy="585000"/>
          </a:xfrm>
          <a:prstGeom prst="rect">
            <a:avLst/>
          </a:prstGeom>
          <a:noFill/>
          <a:ln>
            <a:noFill/>
          </a:ln>
        </p:spPr>
      </p:pic>
      <p:sp>
        <p:nvSpPr>
          <p:cNvPr id="2176" name="Google Shape;2176;g3d1afc4545f_0_649"/>
          <p:cNvSpPr txBox="1"/>
          <p:nvPr/>
        </p:nvSpPr>
        <p:spPr>
          <a:xfrm>
            <a:off x="-1" y="6234672"/>
            <a:ext cx="5981100" cy="6465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chemeClr val="dk1"/>
              </a:buClr>
              <a:buSzPts val="1800"/>
              <a:buFont typeface="Arial"/>
              <a:buNone/>
            </a:pPr>
            <a:r>
              <a:rPr b="0" i="0" lang="en-US" sz="1800" u="none" cap="none" strike="noStrike">
                <a:solidFill>
                  <a:schemeClr val="lt1"/>
                </a:solidFill>
                <a:latin typeface="Times New Roman"/>
                <a:ea typeface="Times New Roman"/>
                <a:cs typeface="Times New Roman"/>
                <a:sym typeface="Times New Roman"/>
              </a:rPr>
              <a:t>Nanoelectronics - Seminar Presentation</a:t>
            </a:r>
            <a:br>
              <a:rPr b="0" i="0" lang="en-US" sz="1800" u="none" cap="none" strike="noStrike">
                <a:solidFill>
                  <a:schemeClr val="lt1"/>
                </a:solidFill>
                <a:latin typeface="Times New Roman"/>
                <a:ea typeface="Times New Roman"/>
                <a:cs typeface="Times New Roman"/>
                <a:sym typeface="Times New Roman"/>
              </a:rPr>
            </a:br>
            <a:r>
              <a:rPr b="0" i="0" lang="en-US" sz="1800" u="none" cap="none" strike="noStrike">
                <a:solidFill>
                  <a:schemeClr val="lt1"/>
                </a:solidFill>
                <a:latin typeface="Times New Roman"/>
                <a:ea typeface="Times New Roman"/>
                <a:cs typeface="Times New Roman"/>
                <a:sym typeface="Times New Roman"/>
              </a:rPr>
              <a:t>Ronit Dutta</a:t>
            </a:r>
            <a:endParaRPr b="0" i="0" sz="1800" u="none" cap="none" strike="noStrike">
              <a:solidFill>
                <a:schemeClr val="lt1"/>
              </a:solidFill>
              <a:latin typeface="Times New Roman"/>
              <a:ea typeface="Times New Roman"/>
              <a:cs typeface="Times New Roman"/>
              <a:sym typeface="Times New Roman"/>
            </a:endParaRPr>
          </a:p>
        </p:txBody>
      </p:sp>
      <p:pic>
        <p:nvPicPr>
          <p:cNvPr id="2177" name="Google Shape;2177;g3d1afc4545f_0_649"/>
          <p:cNvPicPr preferRelativeResize="0"/>
          <p:nvPr/>
        </p:nvPicPr>
        <p:blipFill rotWithShape="1">
          <a:blip r:embed="rId6">
            <a:alphaModFix/>
          </a:blip>
          <a:srcRect b="0" l="0" r="0" t="0"/>
          <a:stretch/>
        </p:blipFill>
        <p:spPr>
          <a:xfrm>
            <a:off x="10590875" y="6330524"/>
            <a:ext cx="1500023" cy="585000"/>
          </a:xfrm>
          <a:prstGeom prst="rect">
            <a:avLst/>
          </a:prstGeom>
          <a:noFill/>
          <a:ln>
            <a:noFill/>
          </a:ln>
        </p:spPr>
      </p:pic>
      <p:pic>
        <p:nvPicPr>
          <p:cNvPr id="2178" name="Google Shape;2178;g3d1afc4545f_0_649"/>
          <p:cNvPicPr preferRelativeResize="0"/>
          <p:nvPr/>
        </p:nvPicPr>
        <p:blipFill rotWithShape="1">
          <a:blip r:embed="rId4">
            <a:alphaModFix/>
          </a:blip>
          <a:srcRect b="0" l="0" r="0" t="0"/>
          <a:stretch/>
        </p:blipFill>
        <p:spPr>
          <a:xfrm>
            <a:off x="10590934" y="6330522"/>
            <a:ext cx="1499906" cy="585000"/>
          </a:xfrm>
          <a:prstGeom prst="rect">
            <a:avLst/>
          </a:prstGeom>
          <a:noFill/>
          <a:ln>
            <a:noFill/>
          </a:ln>
        </p:spPr>
      </p:pic>
      <p:sp>
        <p:nvSpPr>
          <p:cNvPr id="2179" name="Google Shape;2179;g3d1afc4545f_0_649"/>
          <p:cNvSpPr txBox="1"/>
          <p:nvPr/>
        </p:nvSpPr>
        <p:spPr>
          <a:xfrm>
            <a:off x="-1" y="6288587"/>
            <a:ext cx="5981100" cy="3693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chemeClr val="dk1"/>
              </a:buClr>
              <a:buSzPts val="1800"/>
              <a:buFont typeface="Arial"/>
              <a:buNone/>
            </a:pPr>
            <a:r>
              <a:rPr b="0" i="0" lang="en-US" sz="1800" u="none" cap="none" strike="noStrike">
                <a:solidFill>
                  <a:schemeClr val="lt1"/>
                </a:solidFill>
                <a:latin typeface="Times New Roman"/>
                <a:ea typeface="Times New Roman"/>
                <a:cs typeface="Times New Roman"/>
                <a:sym typeface="Times New Roman"/>
              </a:rPr>
              <a:t>Term Paper Presentation | Ronit Dutta</a:t>
            </a:r>
            <a:endParaRPr b="0" i="0" sz="1800" u="none" cap="none" strike="noStrike">
              <a:solidFill>
                <a:schemeClr val="lt1"/>
              </a:solidFill>
              <a:latin typeface="Times New Roman"/>
              <a:ea typeface="Times New Roman"/>
              <a:cs typeface="Times New Roman"/>
              <a:sym typeface="Times New Roman"/>
            </a:endParaRPr>
          </a:p>
        </p:txBody>
      </p:sp>
      <p:pic>
        <p:nvPicPr>
          <p:cNvPr id="2180" name="Google Shape;2180;g3d1afc4545f_0_649"/>
          <p:cNvPicPr preferRelativeResize="0"/>
          <p:nvPr/>
        </p:nvPicPr>
        <p:blipFill rotWithShape="1">
          <a:blip r:embed="rId4">
            <a:alphaModFix/>
          </a:blip>
          <a:srcRect b="0" l="0" r="0" t="0"/>
          <a:stretch/>
        </p:blipFill>
        <p:spPr>
          <a:xfrm>
            <a:off x="10590934" y="6330522"/>
            <a:ext cx="1499906" cy="585000"/>
          </a:xfrm>
          <a:prstGeom prst="rect">
            <a:avLst/>
          </a:prstGeom>
          <a:noFill/>
          <a:ln>
            <a:noFill/>
          </a:ln>
        </p:spPr>
      </p:pic>
      <p:sp>
        <p:nvSpPr>
          <p:cNvPr id="2181" name="Google Shape;2181;g3d1afc4545f_0_649"/>
          <p:cNvSpPr txBox="1"/>
          <p:nvPr/>
        </p:nvSpPr>
        <p:spPr>
          <a:xfrm>
            <a:off x="-1" y="6288587"/>
            <a:ext cx="5981100" cy="3693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chemeClr val="dk1"/>
              </a:buClr>
              <a:buSzPts val="1800"/>
              <a:buFont typeface="Arial"/>
              <a:buNone/>
            </a:pPr>
            <a:r>
              <a:rPr b="0" i="0" lang="en-US" sz="1800" u="none" cap="none" strike="noStrike">
                <a:solidFill>
                  <a:schemeClr val="lt1"/>
                </a:solidFill>
                <a:latin typeface="Times New Roman"/>
                <a:ea typeface="Times New Roman"/>
                <a:cs typeface="Times New Roman"/>
                <a:sym typeface="Times New Roman"/>
              </a:rPr>
              <a:t>Term Paper Presentation | Ronit Dutta</a:t>
            </a:r>
            <a:endParaRPr b="0" i="0" sz="1800" u="none" cap="none" strike="noStrike">
              <a:solidFill>
                <a:schemeClr val="lt1"/>
              </a:solidFill>
              <a:latin typeface="Times New Roman"/>
              <a:ea typeface="Times New Roman"/>
              <a:cs typeface="Times New Roman"/>
              <a:sym typeface="Times New Roman"/>
            </a:endParaRPr>
          </a:p>
        </p:txBody>
      </p:sp>
      <p:pic>
        <p:nvPicPr>
          <p:cNvPr id="2182" name="Google Shape;2182;g3d1afc4545f_0_649"/>
          <p:cNvPicPr preferRelativeResize="0"/>
          <p:nvPr/>
        </p:nvPicPr>
        <p:blipFill rotWithShape="1">
          <a:blip r:embed="rId4">
            <a:alphaModFix/>
          </a:blip>
          <a:srcRect b="0" l="0" r="0" t="0"/>
          <a:stretch/>
        </p:blipFill>
        <p:spPr>
          <a:xfrm>
            <a:off x="10590934" y="6330522"/>
            <a:ext cx="1499906" cy="585000"/>
          </a:xfrm>
          <a:prstGeom prst="rect">
            <a:avLst/>
          </a:prstGeom>
          <a:noFill/>
          <a:ln>
            <a:noFill/>
          </a:ln>
        </p:spPr>
      </p:pic>
      <p:sp>
        <p:nvSpPr>
          <p:cNvPr id="2183" name="Google Shape;2183;g3d1afc4545f_0_649"/>
          <p:cNvSpPr txBox="1"/>
          <p:nvPr/>
        </p:nvSpPr>
        <p:spPr>
          <a:xfrm>
            <a:off x="-1" y="6288587"/>
            <a:ext cx="5981100" cy="6465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chemeClr val="dk1"/>
              </a:buClr>
              <a:buSzPts val="1800"/>
              <a:buFont typeface="Arial"/>
              <a:buNone/>
            </a:pPr>
            <a:r>
              <a:rPr b="0" i="0" lang="en-US" sz="1800" u="none" cap="none" strike="noStrike">
                <a:solidFill>
                  <a:schemeClr val="lt1"/>
                </a:solidFill>
                <a:latin typeface="Times New Roman"/>
                <a:ea typeface="Times New Roman"/>
                <a:cs typeface="Times New Roman"/>
                <a:sym typeface="Times New Roman"/>
              </a:rPr>
              <a:t>Machine Learning Professional</a:t>
            </a:r>
            <a:br>
              <a:rPr b="0" i="0" lang="en-US" sz="1800" u="none" cap="none" strike="noStrike">
                <a:solidFill>
                  <a:schemeClr val="lt1"/>
                </a:solidFill>
                <a:latin typeface="Times New Roman"/>
                <a:ea typeface="Times New Roman"/>
                <a:cs typeface="Times New Roman"/>
                <a:sym typeface="Times New Roman"/>
              </a:rPr>
            </a:br>
            <a:r>
              <a:rPr b="0" i="0" lang="en-US" sz="1800" u="none" cap="none" strike="noStrike">
                <a:solidFill>
                  <a:schemeClr val="lt1"/>
                </a:solidFill>
                <a:latin typeface="Times New Roman"/>
                <a:ea typeface="Times New Roman"/>
                <a:cs typeface="Times New Roman"/>
                <a:sym typeface="Times New Roman"/>
              </a:rPr>
              <a:t>Project Presentation</a:t>
            </a:r>
            <a:endParaRPr b="0" i="0" sz="1800" u="none" cap="none" strike="noStrike">
              <a:solidFill>
                <a:schemeClr val="lt1"/>
              </a:solidFill>
              <a:latin typeface="Times New Roman"/>
              <a:ea typeface="Times New Roman"/>
              <a:cs typeface="Times New Roman"/>
              <a:sym typeface="Times New Roman"/>
            </a:endParaRPr>
          </a:p>
        </p:txBody>
      </p:sp>
      <p:pic>
        <p:nvPicPr>
          <p:cNvPr id="2184" name="Google Shape;2184;g3d1afc4545f_0_649"/>
          <p:cNvPicPr preferRelativeResize="0"/>
          <p:nvPr/>
        </p:nvPicPr>
        <p:blipFill rotWithShape="1">
          <a:blip r:embed="rId6">
            <a:alphaModFix/>
          </a:blip>
          <a:srcRect b="0" l="0" r="0" t="0"/>
          <a:stretch/>
        </p:blipFill>
        <p:spPr>
          <a:xfrm>
            <a:off x="10590875" y="6341462"/>
            <a:ext cx="1500023" cy="585000"/>
          </a:xfrm>
          <a:prstGeom prst="rect">
            <a:avLst/>
          </a:prstGeom>
          <a:noFill/>
          <a:ln>
            <a:noFill/>
          </a:ln>
        </p:spPr>
      </p:pic>
      <p:sp>
        <p:nvSpPr>
          <p:cNvPr id="2185" name="Google Shape;2185;g3d1afc4545f_0_649"/>
          <p:cNvSpPr txBox="1"/>
          <p:nvPr/>
        </p:nvSpPr>
        <p:spPr>
          <a:xfrm>
            <a:off x="-1" y="6288587"/>
            <a:ext cx="5981100" cy="6465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chemeClr val="dk1"/>
              </a:buClr>
              <a:buSzPts val="1800"/>
              <a:buFont typeface="Arial"/>
              <a:buNone/>
            </a:pPr>
            <a:r>
              <a:rPr b="0" i="0" lang="en-US" sz="1800" u="none" cap="none" strike="noStrike">
                <a:solidFill>
                  <a:schemeClr val="lt1"/>
                </a:solidFill>
                <a:latin typeface="Times New Roman"/>
                <a:ea typeface="Times New Roman"/>
                <a:cs typeface="Times New Roman"/>
                <a:sym typeface="Times New Roman"/>
              </a:rPr>
              <a:t>Machine Learning Professional</a:t>
            </a:r>
            <a:br>
              <a:rPr b="0" i="0" lang="en-US" sz="1800" u="none" cap="none" strike="noStrike">
                <a:solidFill>
                  <a:schemeClr val="lt1"/>
                </a:solidFill>
                <a:latin typeface="Times New Roman"/>
                <a:ea typeface="Times New Roman"/>
                <a:cs typeface="Times New Roman"/>
                <a:sym typeface="Times New Roman"/>
              </a:rPr>
            </a:br>
            <a:r>
              <a:rPr b="0" i="0" lang="en-US" sz="1800" u="none" cap="none" strike="noStrike">
                <a:solidFill>
                  <a:schemeClr val="lt1"/>
                </a:solidFill>
                <a:latin typeface="Times New Roman"/>
                <a:ea typeface="Times New Roman"/>
                <a:cs typeface="Times New Roman"/>
                <a:sym typeface="Times New Roman"/>
              </a:rPr>
              <a:t>Project Presentation</a:t>
            </a:r>
            <a:endParaRPr b="0" i="0" sz="1800" u="none" cap="none" strike="noStrike">
              <a:solidFill>
                <a:schemeClr val="lt1"/>
              </a:solidFill>
              <a:latin typeface="Times New Roman"/>
              <a:ea typeface="Times New Roman"/>
              <a:cs typeface="Times New Roman"/>
              <a:sym typeface="Times New Roman"/>
            </a:endParaRPr>
          </a:p>
        </p:txBody>
      </p:sp>
      <p:pic>
        <p:nvPicPr>
          <p:cNvPr id="2186" name="Google Shape;2186;g3d1afc4545f_0_649"/>
          <p:cNvPicPr preferRelativeResize="0"/>
          <p:nvPr/>
        </p:nvPicPr>
        <p:blipFill rotWithShape="1">
          <a:blip r:embed="rId6">
            <a:alphaModFix/>
          </a:blip>
          <a:srcRect b="0" l="0" r="0" t="0"/>
          <a:stretch/>
        </p:blipFill>
        <p:spPr>
          <a:xfrm>
            <a:off x="10590875" y="6330524"/>
            <a:ext cx="1500023" cy="585000"/>
          </a:xfrm>
          <a:prstGeom prst="rect">
            <a:avLst/>
          </a:prstGeom>
          <a:noFill/>
          <a:ln>
            <a:noFill/>
          </a:ln>
        </p:spPr>
      </p:pic>
      <p:sp>
        <p:nvSpPr>
          <p:cNvPr id="2187" name="Google Shape;2187;g3d1afc4545f_0_649"/>
          <p:cNvSpPr txBox="1"/>
          <p:nvPr/>
        </p:nvSpPr>
        <p:spPr>
          <a:xfrm>
            <a:off x="-1" y="6234672"/>
            <a:ext cx="5981100" cy="6465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chemeClr val="dk1"/>
              </a:buClr>
              <a:buSzPts val="1800"/>
              <a:buFont typeface="Arial"/>
              <a:buNone/>
            </a:pPr>
            <a:r>
              <a:rPr b="0" i="0" lang="en-US" sz="1800" u="none" cap="none" strike="noStrike">
                <a:solidFill>
                  <a:schemeClr val="lt1"/>
                </a:solidFill>
                <a:latin typeface="Times New Roman"/>
                <a:ea typeface="Times New Roman"/>
                <a:cs typeface="Times New Roman"/>
                <a:sym typeface="Times New Roman"/>
              </a:rPr>
              <a:t>Machine Learning Professional</a:t>
            </a:r>
            <a:br>
              <a:rPr b="0" i="0" lang="en-US" sz="1800" u="none" cap="none" strike="noStrike">
                <a:solidFill>
                  <a:schemeClr val="lt1"/>
                </a:solidFill>
                <a:latin typeface="Times New Roman"/>
                <a:ea typeface="Times New Roman"/>
                <a:cs typeface="Times New Roman"/>
                <a:sym typeface="Times New Roman"/>
              </a:rPr>
            </a:br>
            <a:r>
              <a:rPr b="0" i="0" lang="en-US" sz="1800" u="none" cap="none" strike="noStrike">
                <a:solidFill>
                  <a:schemeClr val="lt1"/>
                </a:solidFill>
                <a:latin typeface="Times New Roman"/>
                <a:ea typeface="Times New Roman"/>
                <a:cs typeface="Times New Roman"/>
                <a:sym typeface="Times New Roman"/>
              </a:rPr>
              <a:t>Project Presentation</a:t>
            </a:r>
            <a:endParaRPr b="0" i="0" sz="1800" u="none" cap="none" strike="noStrike">
              <a:solidFill>
                <a:schemeClr val="lt1"/>
              </a:solidFill>
              <a:latin typeface="Times New Roman"/>
              <a:ea typeface="Times New Roman"/>
              <a:cs typeface="Times New Roman"/>
              <a:sym typeface="Times New Roman"/>
            </a:endParaRPr>
          </a:p>
        </p:txBody>
      </p:sp>
      <p:pic>
        <p:nvPicPr>
          <p:cNvPr id="2188" name="Google Shape;2188;g3d1afc4545f_0_649"/>
          <p:cNvPicPr preferRelativeResize="0"/>
          <p:nvPr/>
        </p:nvPicPr>
        <p:blipFill rotWithShape="1">
          <a:blip r:embed="rId6">
            <a:alphaModFix/>
          </a:blip>
          <a:srcRect b="0" l="0" r="0" t="0"/>
          <a:stretch/>
        </p:blipFill>
        <p:spPr>
          <a:xfrm>
            <a:off x="10590875" y="6330524"/>
            <a:ext cx="1500023" cy="585000"/>
          </a:xfrm>
          <a:prstGeom prst="rect">
            <a:avLst/>
          </a:prstGeom>
          <a:noFill/>
          <a:ln>
            <a:noFill/>
          </a:ln>
        </p:spPr>
      </p:pic>
      <p:sp>
        <p:nvSpPr>
          <p:cNvPr id="2189" name="Google Shape;2189;g3d1afc4545f_0_649"/>
          <p:cNvSpPr txBox="1"/>
          <p:nvPr/>
        </p:nvSpPr>
        <p:spPr>
          <a:xfrm>
            <a:off x="-1" y="6234672"/>
            <a:ext cx="5981100" cy="6465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chemeClr val="dk1"/>
              </a:buClr>
              <a:buSzPts val="1800"/>
              <a:buFont typeface="Arial"/>
              <a:buNone/>
            </a:pPr>
            <a:r>
              <a:rPr b="0" i="0" lang="en-US" sz="1800" u="none" cap="none" strike="noStrike">
                <a:solidFill>
                  <a:schemeClr val="lt1"/>
                </a:solidFill>
                <a:latin typeface="Times New Roman"/>
                <a:ea typeface="Times New Roman"/>
                <a:cs typeface="Times New Roman"/>
                <a:sym typeface="Times New Roman"/>
              </a:rPr>
              <a:t>Machine Learning Professional</a:t>
            </a:r>
            <a:br>
              <a:rPr b="0" i="0" lang="en-US" sz="1800" u="none" cap="none" strike="noStrike">
                <a:solidFill>
                  <a:schemeClr val="lt1"/>
                </a:solidFill>
                <a:latin typeface="Times New Roman"/>
                <a:ea typeface="Times New Roman"/>
                <a:cs typeface="Times New Roman"/>
                <a:sym typeface="Times New Roman"/>
              </a:rPr>
            </a:br>
            <a:r>
              <a:rPr b="0" i="0" lang="en-US" sz="1800" u="none" cap="none" strike="noStrike">
                <a:solidFill>
                  <a:schemeClr val="lt1"/>
                </a:solidFill>
                <a:latin typeface="Times New Roman"/>
                <a:ea typeface="Times New Roman"/>
                <a:cs typeface="Times New Roman"/>
                <a:sym typeface="Times New Roman"/>
              </a:rPr>
              <a:t>Project Presentation</a:t>
            </a:r>
            <a:endParaRPr b="0" i="0" sz="1800" u="none" cap="none" strike="noStrike">
              <a:solidFill>
                <a:schemeClr val="lt1"/>
              </a:solidFill>
              <a:latin typeface="Times New Roman"/>
              <a:ea typeface="Times New Roman"/>
              <a:cs typeface="Times New Roman"/>
              <a:sym typeface="Times New Roman"/>
            </a:endParaRPr>
          </a:p>
        </p:txBody>
      </p:sp>
      <p:pic>
        <p:nvPicPr>
          <p:cNvPr id="2190" name="Google Shape;2190;g3d1afc4545f_0_649"/>
          <p:cNvPicPr preferRelativeResize="0"/>
          <p:nvPr/>
        </p:nvPicPr>
        <p:blipFill rotWithShape="1">
          <a:blip r:embed="rId6">
            <a:alphaModFix/>
          </a:blip>
          <a:srcRect b="0" l="0" r="0" t="0"/>
          <a:stretch/>
        </p:blipFill>
        <p:spPr>
          <a:xfrm>
            <a:off x="10590875" y="6330524"/>
            <a:ext cx="1500023" cy="585000"/>
          </a:xfrm>
          <a:prstGeom prst="rect">
            <a:avLst/>
          </a:prstGeom>
          <a:noFill/>
          <a:ln>
            <a:noFill/>
          </a:ln>
        </p:spPr>
      </p:pic>
      <p:sp>
        <p:nvSpPr>
          <p:cNvPr id="2191" name="Google Shape;2191;g3d1afc4545f_0_649"/>
          <p:cNvSpPr txBox="1"/>
          <p:nvPr/>
        </p:nvSpPr>
        <p:spPr>
          <a:xfrm>
            <a:off x="-1" y="6234672"/>
            <a:ext cx="5981100" cy="6465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chemeClr val="dk1"/>
              </a:buClr>
              <a:buSzPts val="1800"/>
              <a:buFont typeface="Arial"/>
              <a:buNone/>
            </a:pPr>
            <a:r>
              <a:rPr b="0" i="0" lang="en-US" sz="1800" u="none" cap="none" strike="noStrike">
                <a:solidFill>
                  <a:schemeClr val="lt1"/>
                </a:solidFill>
                <a:latin typeface="Times New Roman"/>
                <a:ea typeface="Times New Roman"/>
                <a:cs typeface="Times New Roman"/>
                <a:sym typeface="Times New Roman"/>
              </a:rPr>
              <a:t>Nanoelectronics - Seminar Presentation</a:t>
            </a:r>
            <a:br>
              <a:rPr b="0" i="0" lang="en-US" sz="1800" u="none" cap="none" strike="noStrike">
                <a:solidFill>
                  <a:schemeClr val="lt1"/>
                </a:solidFill>
                <a:latin typeface="Times New Roman"/>
                <a:ea typeface="Times New Roman"/>
                <a:cs typeface="Times New Roman"/>
                <a:sym typeface="Times New Roman"/>
              </a:rPr>
            </a:br>
            <a:r>
              <a:rPr b="0" i="0" lang="en-US" sz="1800" u="none" cap="none" strike="noStrike">
                <a:solidFill>
                  <a:schemeClr val="lt1"/>
                </a:solidFill>
                <a:latin typeface="Times New Roman"/>
                <a:ea typeface="Times New Roman"/>
                <a:cs typeface="Times New Roman"/>
                <a:sym typeface="Times New Roman"/>
              </a:rPr>
              <a:t>Ronit Dutta</a:t>
            </a:r>
            <a:endParaRPr b="0" i="0" sz="1800" u="none" cap="none" strike="noStrike">
              <a:solidFill>
                <a:schemeClr val="lt1"/>
              </a:solidFill>
              <a:latin typeface="Times New Roman"/>
              <a:ea typeface="Times New Roman"/>
              <a:cs typeface="Times New Roman"/>
              <a:sym typeface="Times New Roman"/>
            </a:endParaRPr>
          </a:p>
        </p:txBody>
      </p:sp>
      <p:pic>
        <p:nvPicPr>
          <p:cNvPr id="2192" name="Google Shape;2192;g3d1afc4545f_0_649"/>
          <p:cNvPicPr preferRelativeResize="0"/>
          <p:nvPr/>
        </p:nvPicPr>
        <p:blipFill rotWithShape="1">
          <a:blip r:embed="rId6">
            <a:alphaModFix/>
          </a:blip>
          <a:srcRect b="0" l="0" r="0" t="0"/>
          <a:stretch/>
        </p:blipFill>
        <p:spPr>
          <a:xfrm>
            <a:off x="10590875" y="6330524"/>
            <a:ext cx="1500023" cy="585000"/>
          </a:xfrm>
          <a:prstGeom prst="rect">
            <a:avLst/>
          </a:prstGeom>
          <a:noFill/>
          <a:ln>
            <a:noFill/>
          </a:ln>
        </p:spPr>
      </p:pic>
      <p:pic>
        <p:nvPicPr>
          <p:cNvPr id="2193" name="Google Shape;2193;g3d1afc4545f_0_649"/>
          <p:cNvPicPr preferRelativeResize="0"/>
          <p:nvPr/>
        </p:nvPicPr>
        <p:blipFill rotWithShape="1">
          <a:blip r:embed="rId10">
            <a:alphaModFix/>
          </a:blip>
          <a:srcRect b="0" l="0" r="0" t="0"/>
          <a:stretch/>
        </p:blipFill>
        <p:spPr>
          <a:xfrm>
            <a:off x="0" y="6234674"/>
            <a:ext cx="12192000" cy="1165875"/>
          </a:xfrm>
          <a:prstGeom prst="rect">
            <a:avLst/>
          </a:prstGeom>
          <a:noFill/>
          <a:ln>
            <a:noFill/>
          </a:ln>
        </p:spPr>
      </p:pic>
      <p:sp>
        <p:nvSpPr>
          <p:cNvPr id="2194" name="Google Shape;2194;g3d1afc4545f_0_649"/>
          <p:cNvSpPr txBox="1"/>
          <p:nvPr/>
        </p:nvSpPr>
        <p:spPr>
          <a:xfrm>
            <a:off x="-1" y="6310697"/>
            <a:ext cx="5981100" cy="6465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chemeClr val="dk1"/>
              </a:buClr>
              <a:buSzPts val="1800"/>
              <a:buFont typeface="Arial"/>
              <a:buNone/>
            </a:pPr>
            <a:r>
              <a:rPr lang="en-US" sz="1800">
                <a:solidFill>
                  <a:schemeClr val="lt1"/>
                </a:solidFill>
                <a:latin typeface="Times New Roman"/>
                <a:ea typeface="Times New Roman"/>
                <a:cs typeface="Times New Roman"/>
                <a:sym typeface="Times New Roman"/>
              </a:rPr>
              <a:t>Applied Mathematics for Engineering [MIDTERM PROJECT]</a:t>
            </a:r>
            <a:br>
              <a:rPr b="0" i="0" lang="en-US" sz="1800" u="none" cap="none" strike="noStrike">
                <a:solidFill>
                  <a:schemeClr val="lt1"/>
                </a:solidFill>
                <a:latin typeface="Times New Roman"/>
                <a:ea typeface="Times New Roman"/>
                <a:cs typeface="Times New Roman"/>
                <a:sym typeface="Times New Roman"/>
              </a:rPr>
            </a:br>
            <a:r>
              <a:rPr b="0" i="0" lang="en-US" sz="1800" u="none" cap="none" strike="noStrike">
                <a:solidFill>
                  <a:schemeClr val="lt1"/>
                </a:solidFill>
                <a:latin typeface="Times New Roman"/>
                <a:ea typeface="Times New Roman"/>
                <a:cs typeface="Times New Roman"/>
                <a:sym typeface="Times New Roman"/>
              </a:rPr>
              <a:t>Ronit Dutta</a:t>
            </a:r>
            <a:endParaRPr b="0" i="0" sz="1800" u="none" cap="none" strike="noStrike">
              <a:solidFill>
                <a:schemeClr val="lt1"/>
              </a:solidFill>
              <a:latin typeface="Times New Roman"/>
              <a:ea typeface="Times New Roman"/>
              <a:cs typeface="Times New Roman"/>
              <a:sym typeface="Times New Roman"/>
            </a:endParaRPr>
          </a:p>
        </p:txBody>
      </p:sp>
      <p:pic>
        <p:nvPicPr>
          <p:cNvPr id="2195" name="Google Shape;2195;g3d1afc4545f_0_649"/>
          <p:cNvPicPr preferRelativeResize="0"/>
          <p:nvPr/>
        </p:nvPicPr>
        <p:blipFill rotWithShape="1">
          <a:blip r:embed="rId6">
            <a:alphaModFix/>
          </a:blip>
          <a:srcRect b="0" l="0" r="0" t="0"/>
          <a:stretch/>
        </p:blipFill>
        <p:spPr>
          <a:xfrm>
            <a:off x="10579375" y="6341449"/>
            <a:ext cx="1500023" cy="585000"/>
          </a:xfrm>
          <a:prstGeom prst="rect">
            <a:avLst/>
          </a:prstGeom>
          <a:noFill/>
          <a:ln>
            <a:noFill/>
          </a:ln>
        </p:spPr>
      </p:pic>
      <p:pic>
        <p:nvPicPr>
          <p:cNvPr id="2196" name="Google Shape;2196;g3d1afc4545f_0_649"/>
          <p:cNvPicPr preferRelativeResize="0"/>
          <p:nvPr/>
        </p:nvPicPr>
        <p:blipFill rotWithShape="1">
          <a:blip r:embed="rId11">
            <a:alphaModFix/>
          </a:blip>
          <a:srcRect b="28505" l="0" r="0" t="0"/>
          <a:stretch/>
        </p:blipFill>
        <p:spPr>
          <a:xfrm>
            <a:off x="254400" y="915725"/>
            <a:ext cx="9091700" cy="4394724"/>
          </a:xfrm>
          <a:prstGeom prst="rect">
            <a:avLst/>
          </a:prstGeom>
          <a:noFill/>
          <a:ln cap="flat" cmpd="sng" w="19050">
            <a:solidFill>
              <a:schemeClr val="dk1"/>
            </a:solidFill>
            <a:prstDash val="solid"/>
            <a:round/>
            <a:headEnd len="sm" w="sm" type="none"/>
            <a:tailEnd len="sm" w="sm" type="none"/>
          </a:ln>
        </p:spPr>
      </p:pic>
      <p:sp>
        <p:nvSpPr>
          <p:cNvPr id="2197" name="Google Shape;2197;g3d1afc4545f_0_649"/>
          <p:cNvSpPr txBox="1"/>
          <p:nvPr/>
        </p:nvSpPr>
        <p:spPr>
          <a:xfrm>
            <a:off x="254400" y="5432063"/>
            <a:ext cx="11320500" cy="681000"/>
          </a:xfrm>
          <a:prstGeom prst="rect">
            <a:avLst/>
          </a:prstGeom>
          <a:noFill/>
          <a:ln>
            <a:noFill/>
          </a:ln>
        </p:spPr>
        <p:txBody>
          <a:bodyPr anchorCtr="0" anchor="t" bIns="91425" lIns="91425" spcFirstLastPara="1" rIns="91425" wrap="square" tIns="91425">
            <a:spAutoFit/>
          </a:bodyPr>
          <a:lstStyle/>
          <a:p>
            <a:pPr indent="-209550" lvl="0" marL="342900" rtl="0" algn="l">
              <a:lnSpc>
                <a:spcPct val="115000"/>
              </a:lnSpc>
              <a:spcBef>
                <a:spcPts val="1200"/>
              </a:spcBef>
              <a:spcAft>
                <a:spcPts val="0"/>
              </a:spcAft>
              <a:buClr>
                <a:schemeClr val="dk1"/>
              </a:buClr>
              <a:buSzPts val="1500"/>
              <a:buFont typeface="Georgia"/>
              <a:buChar char="●"/>
            </a:pPr>
            <a:r>
              <a:rPr i="1" lang="en-US" sz="1500">
                <a:solidFill>
                  <a:schemeClr val="dk1"/>
                </a:solidFill>
                <a:latin typeface="Georgia"/>
                <a:ea typeface="Georgia"/>
                <a:cs typeface="Georgia"/>
                <a:sym typeface="Georgia"/>
              </a:rPr>
              <a:t>Physically each l is an independent scattering channel, the potential modifies only the phase.</a:t>
            </a:r>
            <a:endParaRPr i="1" sz="1500">
              <a:solidFill>
                <a:schemeClr val="dk1"/>
              </a:solidFill>
              <a:latin typeface="Georgia"/>
              <a:ea typeface="Georgia"/>
              <a:cs typeface="Georgia"/>
              <a:sym typeface="Georgia"/>
            </a:endParaRPr>
          </a:p>
          <a:p>
            <a:pPr indent="-209550" lvl="0" marL="342900" rtl="0" algn="l">
              <a:lnSpc>
                <a:spcPct val="115000"/>
              </a:lnSpc>
              <a:spcBef>
                <a:spcPts val="0"/>
              </a:spcBef>
              <a:spcAft>
                <a:spcPts val="0"/>
              </a:spcAft>
              <a:buClr>
                <a:schemeClr val="dk1"/>
              </a:buClr>
              <a:buSzPts val="1500"/>
              <a:buFont typeface="Georgia"/>
              <a:buChar char="●"/>
            </a:pPr>
            <a:r>
              <a:rPr i="1" lang="en-US" sz="1500">
                <a:solidFill>
                  <a:schemeClr val="dk1"/>
                </a:solidFill>
                <a:latin typeface="Georgia"/>
                <a:ea typeface="Georgia"/>
                <a:cs typeface="Georgia"/>
                <a:sym typeface="Georgia"/>
              </a:rPr>
              <a:t>No change in amplitude occurs, only a phase shift, so interference between incoming and outgoing waves produces scattering.</a:t>
            </a:r>
            <a:endParaRPr i="1" sz="1500">
              <a:solidFill>
                <a:schemeClr val="dk1"/>
              </a:solidFill>
              <a:latin typeface="Georgia"/>
              <a:ea typeface="Georgia"/>
              <a:cs typeface="Georgia"/>
              <a:sym typeface="Georgia"/>
            </a:endParaRPr>
          </a:p>
        </p:txBody>
      </p:sp>
      <p:sp>
        <p:nvSpPr>
          <p:cNvPr id="2198" name="Google Shape;2198;g3d1afc4545f_0_649"/>
          <p:cNvSpPr/>
          <p:nvPr/>
        </p:nvSpPr>
        <p:spPr>
          <a:xfrm>
            <a:off x="1314050" y="1153425"/>
            <a:ext cx="3116700" cy="419400"/>
          </a:xfrm>
          <a:prstGeom prst="rect">
            <a:avLst/>
          </a:prstGeom>
          <a:noFill/>
          <a:ln cap="flat" cmpd="sng" w="9250">
            <a:solidFill>
              <a:schemeClr val="dk2"/>
            </a:solidFill>
            <a:prstDash val="solid"/>
            <a:round/>
            <a:headEnd len="sm" w="sm" type="none"/>
            <a:tailEnd len="sm" w="sm" type="none"/>
          </a:ln>
        </p:spPr>
        <p:txBody>
          <a:bodyPr anchorCtr="0" anchor="ctr" bIns="89025" lIns="89025" spcFirstLastPara="1" rIns="89025" wrap="square" tIns="89025">
            <a:noAutofit/>
          </a:bodyPr>
          <a:lstStyle/>
          <a:p>
            <a:pPr indent="0" lvl="0" marL="0" rtl="0" algn="ctr">
              <a:spcBef>
                <a:spcPts val="0"/>
              </a:spcBef>
              <a:spcAft>
                <a:spcPts val="0"/>
              </a:spcAft>
              <a:buNone/>
            </a:pPr>
            <a:r>
              <a:t/>
            </a:r>
            <a:endParaRPr sz="1363">
              <a:latin typeface="Calibri"/>
              <a:ea typeface="Calibri"/>
              <a:cs typeface="Calibri"/>
              <a:sym typeface="Calibri"/>
            </a:endParaRPr>
          </a:p>
        </p:txBody>
      </p:sp>
      <p:sp>
        <p:nvSpPr>
          <p:cNvPr id="2199" name="Google Shape;2199;g3d1afc4545f_0_649"/>
          <p:cNvSpPr/>
          <p:nvPr/>
        </p:nvSpPr>
        <p:spPr>
          <a:xfrm>
            <a:off x="4646353" y="915724"/>
            <a:ext cx="1162200" cy="292500"/>
          </a:xfrm>
          <a:prstGeom prst="rect">
            <a:avLst/>
          </a:prstGeom>
          <a:noFill/>
          <a:ln cap="flat" cmpd="sng" w="9250">
            <a:solidFill>
              <a:schemeClr val="dk2"/>
            </a:solidFill>
            <a:prstDash val="solid"/>
            <a:round/>
            <a:headEnd len="sm" w="sm" type="none"/>
            <a:tailEnd len="sm" w="sm" type="none"/>
          </a:ln>
        </p:spPr>
        <p:txBody>
          <a:bodyPr anchorCtr="0" anchor="ctr" bIns="89025" lIns="89025" spcFirstLastPara="1" rIns="89025" wrap="square" tIns="89025">
            <a:noAutofit/>
          </a:bodyPr>
          <a:lstStyle/>
          <a:p>
            <a:pPr indent="0" lvl="0" marL="0" rtl="0" algn="ctr">
              <a:spcBef>
                <a:spcPts val="0"/>
              </a:spcBef>
              <a:spcAft>
                <a:spcPts val="0"/>
              </a:spcAft>
              <a:buNone/>
            </a:pPr>
            <a:r>
              <a:t/>
            </a:r>
            <a:endParaRPr sz="1363">
              <a:latin typeface="Calibri"/>
              <a:ea typeface="Calibri"/>
              <a:cs typeface="Calibri"/>
              <a:sym typeface="Calibri"/>
            </a:endParaRPr>
          </a:p>
        </p:txBody>
      </p:sp>
      <p:sp>
        <p:nvSpPr>
          <p:cNvPr id="2200" name="Google Shape;2200;g3d1afc4545f_0_649"/>
          <p:cNvSpPr/>
          <p:nvPr/>
        </p:nvSpPr>
        <p:spPr>
          <a:xfrm>
            <a:off x="7310903" y="2433375"/>
            <a:ext cx="1391400" cy="419400"/>
          </a:xfrm>
          <a:prstGeom prst="rect">
            <a:avLst/>
          </a:prstGeom>
          <a:noFill/>
          <a:ln cap="flat" cmpd="sng" w="9250">
            <a:solidFill>
              <a:schemeClr val="dk2"/>
            </a:solidFill>
            <a:prstDash val="solid"/>
            <a:round/>
            <a:headEnd len="sm" w="sm" type="none"/>
            <a:tailEnd len="sm" w="sm" type="none"/>
          </a:ln>
        </p:spPr>
        <p:txBody>
          <a:bodyPr anchorCtr="0" anchor="ctr" bIns="89025" lIns="89025" spcFirstLastPara="1" rIns="89025" wrap="square" tIns="89025">
            <a:noAutofit/>
          </a:bodyPr>
          <a:lstStyle/>
          <a:p>
            <a:pPr indent="0" lvl="0" marL="0" rtl="0" algn="ctr">
              <a:spcBef>
                <a:spcPts val="0"/>
              </a:spcBef>
              <a:spcAft>
                <a:spcPts val="0"/>
              </a:spcAft>
              <a:buNone/>
            </a:pPr>
            <a:r>
              <a:t/>
            </a:r>
            <a:endParaRPr sz="1363">
              <a:latin typeface="Calibri"/>
              <a:ea typeface="Calibri"/>
              <a:cs typeface="Calibri"/>
              <a:sym typeface="Calibri"/>
            </a:endParaRPr>
          </a:p>
        </p:txBody>
      </p:sp>
      <p:sp>
        <p:nvSpPr>
          <p:cNvPr id="2201" name="Google Shape;2201;g3d1afc4545f_0_649"/>
          <p:cNvSpPr/>
          <p:nvPr/>
        </p:nvSpPr>
        <p:spPr>
          <a:xfrm>
            <a:off x="435696" y="3995524"/>
            <a:ext cx="5171400" cy="369300"/>
          </a:xfrm>
          <a:prstGeom prst="rect">
            <a:avLst/>
          </a:prstGeom>
          <a:noFill/>
          <a:ln cap="flat" cmpd="sng" w="9250">
            <a:solidFill>
              <a:schemeClr val="dk2"/>
            </a:solidFill>
            <a:prstDash val="solid"/>
            <a:round/>
            <a:headEnd len="sm" w="sm" type="none"/>
            <a:tailEnd len="sm" w="sm" type="none"/>
          </a:ln>
        </p:spPr>
        <p:txBody>
          <a:bodyPr anchorCtr="0" anchor="ctr" bIns="89025" lIns="89025" spcFirstLastPara="1" rIns="89025" wrap="square" tIns="89025">
            <a:noAutofit/>
          </a:bodyPr>
          <a:lstStyle/>
          <a:p>
            <a:pPr indent="0" lvl="0" marL="0" rtl="0" algn="ctr">
              <a:spcBef>
                <a:spcPts val="0"/>
              </a:spcBef>
              <a:spcAft>
                <a:spcPts val="0"/>
              </a:spcAft>
              <a:buNone/>
            </a:pPr>
            <a:r>
              <a:t/>
            </a:r>
            <a:endParaRPr sz="1363">
              <a:latin typeface="Calibri"/>
              <a:ea typeface="Calibri"/>
              <a:cs typeface="Calibri"/>
              <a:sym typeface="Calibri"/>
            </a:endParaRPr>
          </a:p>
        </p:txBody>
      </p:sp>
      <p:sp>
        <p:nvSpPr>
          <p:cNvPr id="2202" name="Google Shape;2202;g3d1afc4545f_0_649"/>
          <p:cNvSpPr/>
          <p:nvPr/>
        </p:nvSpPr>
        <p:spPr>
          <a:xfrm>
            <a:off x="6439099" y="4381950"/>
            <a:ext cx="871800" cy="419400"/>
          </a:xfrm>
          <a:prstGeom prst="rect">
            <a:avLst/>
          </a:prstGeom>
          <a:noFill/>
          <a:ln cap="flat" cmpd="sng" w="9250">
            <a:solidFill>
              <a:schemeClr val="dk2"/>
            </a:solidFill>
            <a:prstDash val="solid"/>
            <a:round/>
            <a:headEnd len="sm" w="sm" type="none"/>
            <a:tailEnd len="sm" w="sm" type="none"/>
          </a:ln>
        </p:spPr>
        <p:txBody>
          <a:bodyPr anchorCtr="0" anchor="ctr" bIns="89025" lIns="89025" spcFirstLastPara="1" rIns="89025" wrap="square" tIns="89025">
            <a:noAutofit/>
          </a:bodyPr>
          <a:lstStyle/>
          <a:p>
            <a:pPr indent="0" lvl="0" marL="0" rtl="0" algn="ctr">
              <a:spcBef>
                <a:spcPts val="0"/>
              </a:spcBef>
              <a:spcAft>
                <a:spcPts val="0"/>
              </a:spcAft>
              <a:buNone/>
            </a:pPr>
            <a:r>
              <a:t/>
            </a:r>
            <a:endParaRPr sz="1363">
              <a:latin typeface="Calibri"/>
              <a:ea typeface="Calibri"/>
              <a:cs typeface="Calibri"/>
              <a:sym typeface="Calibri"/>
            </a:endParaRPr>
          </a:p>
        </p:txBody>
      </p:sp>
    </p:spTree>
  </p:cSld>
  <p:clrMapOvr>
    <a:masterClrMapping/>
  </p:clrMapOvr>
</p:sld>
</file>

<file path=ppt/slides/slide2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206" name="Shape 2206"/>
        <p:cNvGrpSpPr/>
        <p:nvPr/>
      </p:nvGrpSpPr>
      <p:grpSpPr>
        <a:xfrm>
          <a:off x="0" y="0"/>
          <a:ext cx="0" cy="0"/>
          <a:chOff x="0" y="0"/>
          <a:chExt cx="0" cy="0"/>
        </a:xfrm>
      </p:grpSpPr>
      <p:sp>
        <p:nvSpPr>
          <p:cNvPr id="2207" name="Google Shape;2207;g3d209b60b62_3_150"/>
          <p:cNvSpPr/>
          <p:nvPr/>
        </p:nvSpPr>
        <p:spPr>
          <a:xfrm>
            <a:off x="5981100" y="2973350"/>
            <a:ext cx="5926800" cy="3212400"/>
          </a:xfrm>
          <a:prstGeom prst="rect">
            <a:avLst/>
          </a:prstGeom>
          <a:noFill/>
          <a:ln cap="flat" cmpd="sng" w="9250">
            <a:solidFill>
              <a:schemeClr val="dk2"/>
            </a:solidFill>
            <a:prstDash val="solid"/>
            <a:round/>
            <a:headEnd len="sm" w="sm" type="none"/>
            <a:tailEnd len="sm" w="sm" type="none"/>
          </a:ln>
        </p:spPr>
        <p:txBody>
          <a:bodyPr anchorCtr="0" anchor="ctr" bIns="89025" lIns="89025" spcFirstLastPara="1" rIns="89025" wrap="square" tIns="89025">
            <a:noAutofit/>
          </a:bodyPr>
          <a:lstStyle/>
          <a:p>
            <a:pPr indent="0" lvl="0" marL="0" rtl="0" algn="l">
              <a:spcBef>
                <a:spcPts val="0"/>
              </a:spcBef>
              <a:spcAft>
                <a:spcPts val="0"/>
              </a:spcAft>
              <a:buNone/>
            </a:pPr>
            <a:r>
              <a:rPr lang="en-US" sz="1300">
                <a:latin typeface="Georgia"/>
                <a:ea typeface="Georgia"/>
                <a:cs typeface="Georgia"/>
                <a:sym typeface="Georgia"/>
              </a:rPr>
              <a:t>We now have: </a:t>
            </a:r>
            <a:endParaRPr sz="1300">
              <a:latin typeface="Georgia"/>
              <a:ea typeface="Georgia"/>
              <a:cs typeface="Georgia"/>
              <a:sym typeface="Georgia"/>
            </a:endParaRPr>
          </a:p>
          <a:p>
            <a:pPr indent="-196850" lvl="0" marL="342900" rtl="0" algn="l">
              <a:spcBef>
                <a:spcPts val="1000"/>
              </a:spcBef>
              <a:spcAft>
                <a:spcPts val="0"/>
              </a:spcAft>
              <a:buSzPts val="1300"/>
              <a:buFont typeface="Georgia"/>
              <a:buAutoNum type="arabicPeriod"/>
            </a:pPr>
            <a:r>
              <a:rPr b="1" lang="en-US" sz="1300">
                <a:latin typeface="Georgia"/>
                <a:ea typeface="Georgia"/>
                <a:cs typeface="Georgia"/>
                <a:sym typeface="Georgia"/>
              </a:rPr>
              <a:t>Partial wave expansion</a:t>
            </a:r>
            <a:r>
              <a:rPr lang="en-US" sz="1300">
                <a:latin typeface="Georgia"/>
                <a:ea typeface="Georgia"/>
                <a:cs typeface="Georgia"/>
                <a:sym typeface="Georgia"/>
              </a:rPr>
              <a:t> of both the </a:t>
            </a:r>
            <a:r>
              <a:rPr b="1" lang="en-US" sz="1300">
                <a:latin typeface="Georgia"/>
                <a:ea typeface="Georgia"/>
                <a:cs typeface="Georgia"/>
                <a:sym typeface="Georgia"/>
              </a:rPr>
              <a:t>incident plane</a:t>
            </a:r>
            <a:r>
              <a:rPr lang="en-US" sz="1300">
                <a:latin typeface="Georgia"/>
                <a:ea typeface="Georgia"/>
                <a:cs typeface="Georgia"/>
                <a:sym typeface="Georgia"/>
              </a:rPr>
              <a:t> and </a:t>
            </a:r>
            <a:r>
              <a:rPr b="1" lang="en-US" sz="1300">
                <a:latin typeface="Georgia"/>
                <a:ea typeface="Georgia"/>
                <a:cs typeface="Georgia"/>
                <a:sym typeface="Georgia"/>
              </a:rPr>
              <a:t>scattered spherical </a:t>
            </a:r>
            <a:r>
              <a:rPr lang="en-US" sz="1300">
                <a:latin typeface="Georgia"/>
                <a:ea typeface="Georgia"/>
                <a:cs typeface="Georgia"/>
                <a:sym typeface="Georgia"/>
              </a:rPr>
              <a:t>wave.</a:t>
            </a:r>
            <a:endParaRPr sz="1300">
              <a:latin typeface="Georgia"/>
              <a:ea typeface="Georgia"/>
              <a:cs typeface="Georgia"/>
              <a:sym typeface="Georgia"/>
            </a:endParaRPr>
          </a:p>
          <a:p>
            <a:pPr indent="-203200" lvl="0" marL="342900" rtl="0" algn="l">
              <a:spcBef>
                <a:spcPts val="1000"/>
              </a:spcBef>
              <a:spcAft>
                <a:spcPts val="0"/>
              </a:spcAft>
              <a:buSzPts val="1400"/>
              <a:buFont typeface="Georgia"/>
              <a:buAutoNum type="arabicPeriod"/>
            </a:pPr>
            <a:r>
              <a:rPr lang="en-US" sz="1300">
                <a:latin typeface="Georgia"/>
                <a:ea typeface="Georgia"/>
                <a:cs typeface="Georgia"/>
                <a:sym typeface="Georgia"/>
              </a:rPr>
              <a:t>We also have the partial wave expansion of </a:t>
            </a:r>
            <a:r>
              <a:rPr b="1" lang="en-US" sz="1300">
                <a:latin typeface="Georgia"/>
                <a:ea typeface="Georgia"/>
                <a:cs typeface="Georgia"/>
                <a:sym typeface="Georgia"/>
              </a:rPr>
              <a:t>‘l’-dependent channel based scattering amplitude </a:t>
            </a:r>
            <a:r>
              <a:rPr lang="en-US" sz="1263">
                <a:solidFill>
                  <a:schemeClr val="dk1"/>
                </a:solidFill>
                <a:latin typeface="Georgia"/>
                <a:ea typeface="Georgia"/>
                <a:cs typeface="Georgia"/>
                <a:sym typeface="Georgia"/>
              </a:rPr>
              <a:t>f(θ)</a:t>
            </a:r>
            <a:r>
              <a:rPr lang="en-US" sz="1300">
                <a:latin typeface="Georgia"/>
                <a:ea typeface="Georgia"/>
                <a:cs typeface="Georgia"/>
                <a:sym typeface="Georgia"/>
              </a:rPr>
              <a:t>.</a:t>
            </a:r>
            <a:endParaRPr sz="1300">
              <a:latin typeface="Georgia"/>
              <a:ea typeface="Georgia"/>
              <a:cs typeface="Georgia"/>
              <a:sym typeface="Georgia"/>
            </a:endParaRPr>
          </a:p>
          <a:p>
            <a:pPr indent="-203200" lvl="0" marL="342900" rtl="0" algn="l">
              <a:spcBef>
                <a:spcPts val="1000"/>
              </a:spcBef>
              <a:spcAft>
                <a:spcPts val="0"/>
              </a:spcAft>
              <a:buSzPts val="1400"/>
              <a:buFont typeface="Georgia"/>
              <a:buAutoNum type="arabicPeriod"/>
            </a:pPr>
            <a:r>
              <a:rPr lang="en-US" sz="1300">
                <a:latin typeface="Georgia"/>
                <a:ea typeface="Georgia"/>
                <a:cs typeface="Georgia"/>
                <a:sym typeface="Georgia"/>
              </a:rPr>
              <a:t>We have </a:t>
            </a:r>
            <a:r>
              <a:rPr b="1" lang="en-US" sz="1300">
                <a:latin typeface="Georgia"/>
                <a:ea typeface="Georgia"/>
                <a:cs typeface="Georgia"/>
                <a:sym typeface="Georgia"/>
              </a:rPr>
              <a:t>impact parameter</a:t>
            </a:r>
            <a:r>
              <a:rPr lang="en-US" sz="1300">
                <a:latin typeface="Georgia"/>
                <a:ea typeface="Georgia"/>
                <a:cs typeface="Georgia"/>
                <a:sym typeface="Georgia"/>
              </a:rPr>
              <a:t> ‘b’ dependent scattering </a:t>
            </a:r>
            <a:r>
              <a:rPr lang="en-US" sz="1300">
                <a:latin typeface="Georgia"/>
                <a:ea typeface="Georgia"/>
                <a:cs typeface="Georgia"/>
                <a:sym typeface="Georgia"/>
              </a:rPr>
              <a:t>angle </a:t>
            </a:r>
            <a:r>
              <a:rPr lang="en-US" sz="1263">
                <a:solidFill>
                  <a:schemeClr val="dk1"/>
                </a:solidFill>
                <a:latin typeface="Georgia"/>
                <a:ea typeface="Georgia"/>
                <a:cs typeface="Georgia"/>
                <a:sym typeface="Georgia"/>
              </a:rPr>
              <a:t>θ</a:t>
            </a:r>
            <a:r>
              <a:rPr lang="en-US" sz="1300">
                <a:latin typeface="Georgia"/>
                <a:ea typeface="Georgia"/>
                <a:cs typeface="Georgia"/>
                <a:sym typeface="Georgia"/>
              </a:rPr>
              <a:t> formula [db/d</a:t>
            </a:r>
            <a:r>
              <a:rPr lang="en-US" sz="1263">
                <a:solidFill>
                  <a:schemeClr val="dk1"/>
                </a:solidFill>
                <a:latin typeface="Georgia"/>
                <a:ea typeface="Georgia"/>
                <a:cs typeface="Georgia"/>
                <a:sym typeface="Georgia"/>
              </a:rPr>
              <a:t>θ = (sin(θ)/b) (dσ/d𝛀)].</a:t>
            </a:r>
            <a:endParaRPr sz="1300">
              <a:latin typeface="Georgia"/>
              <a:ea typeface="Georgia"/>
              <a:cs typeface="Georgia"/>
              <a:sym typeface="Georgia"/>
            </a:endParaRPr>
          </a:p>
          <a:p>
            <a:pPr indent="-196850" lvl="0" marL="342900" rtl="0" algn="l">
              <a:spcBef>
                <a:spcPts val="1000"/>
              </a:spcBef>
              <a:spcAft>
                <a:spcPts val="0"/>
              </a:spcAft>
              <a:buSzPts val="1300"/>
              <a:buFont typeface="Georgia"/>
              <a:buAutoNum type="arabicPeriod"/>
            </a:pPr>
            <a:r>
              <a:rPr lang="en-US" sz="1300">
                <a:latin typeface="Georgia"/>
                <a:ea typeface="Georgia"/>
                <a:cs typeface="Georgia"/>
                <a:sym typeface="Georgia"/>
              </a:rPr>
              <a:t>Hence our </a:t>
            </a:r>
            <a:r>
              <a:rPr b="1" lang="en-US" sz="1300">
                <a:latin typeface="Georgia"/>
                <a:ea typeface="Georgia"/>
                <a:cs typeface="Georgia"/>
                <a:sym typeface="Georgia"/>
              </a:rPr>
              <a:t>scattering mathematical arsenal</a:t>
            </a:r>
            <a:r>
              <a:rPr lang="en-US" sz="1300">
                <a:latin typeface="Georgia"/>
                <a:ea typeface="Georgia"/>
                <a:cs typeface="Georgia"/>
                <a:sym typeface="Georgia"/>
              </a:rPr>
              <a:t> is </a:t>
            </a:r>
            <a:r>
              <a:rPr b="1" lang="en-US" sz="1300">
                <a:latin typeface="Georgia"/>
                <a:ea typeface="Georgia"/>
                <a:cs typeface="Georgia"/>
                <a:sym typeface="Georgia"/>
              </a:rPr>
              <a:t>complete</a:t>
            </a:r>
            <a:r>
              <a:rPr lang="en-US" sz="1300">
                <a:latin typeface="Georgia"/>
                <a:ea typeface="Georgia"/>
                <a:cs typeface="Georgia"/>
                <a:sym typeface="Georgia"/>
              </a:rPr>
              <a:t> and we can now </a:t>
            </a:r>
            <a:r>
              <a:rPr b="1" lang="en-US" sz="1300">
                <a:latin typeface="Georgia"/>
                <a:ea typeface="Georgia"/>
                <a:cs typeface="Georgia"/>
                <a:sym typeface="Georgia"/>
              </a:rPr>
              <a:t>solve for specific potentials</a:t>
            </a:r>
            <a:r>
              <a:rPr lang="en-US" sz="1300">
                <a:latin typeface="Georgia"/>
                <a:ea typeface="Georgia"/>
                <a:cs typeface="Georgia"/>
                <a:sym typeface="Georgia"/>
              </a:rPr>
              <a:t>.</a:t>
            </a:r>
            <a:endParaRPr sz="1300">
              <a:latin typeface="Georgia"/>
              <a:ea typeface="Georgia"/>
              <a:cs typeface="Georgia"/>
              <a:sym typeface="Georgia"/>
            </a:endParaRPr>
          </a:p>
          <a:p>
            <a:pPr indent="-196850" lvl="0" marL="342900" rtl="0" algn="l">
              <a:spcBef>
                <a:spcPts val="1000"/>
              </a:spcBef>
              <a:spcAft>
                <a:spcPts val="1000"/>
              </a:spcAft>
              <a:buSzPts val="1300"/>
              <a:buFont typeface="Georgia"/>
              <a:buAutoNum type="arabicPeriod"/>
            </a:pPr>
            <a:r>
              <a:rPr lang="en-US" sz="1300">
                <a:latin typeface="Georgia"/>
                <a:ea typeface="Georgia"/>
                <a:cs typeface="Georgia"/>
                <a:sym typeface="Georgia"/>
              </a:rPr>
              <a:t>Naturally the </a:t>
            </a:r>
            <a:r>
              <a:rPr b="1" lang="en-US" sz="1300">
                <a:latin typeface="Georgia"/>
                <a:ea typeface="Georgia"/>
                <a:cs typeface="Georgia"/>
                <a:sym typeface="Georgia"/>
              </a:rPr>
              <a:t>hard sphere</a:t>
            </a:r>
            <a:r>
              <a:rPr lang="en-US" sz="1300">
                <a:latin typeface="Georgia"/>
                <a:ea typeface="Georgia"/>
                <a:cs typeface="Georgia"/>
                <a:sym typeface="Georgia"/>
              </a:rPr>
              <a:t> (V</a:t>
            </a:r>
            <a:r>
              <a:rPr lang="en-US" sz="1300">
                <a:solidFill>
                  <a:schemeClr val="dk1"/>
                </a:solidFill>
                <a:latin typeface="Georgia"/>
                <a:ea typeface="Georgia"/>
                <a:cs typeface="Georgia"/>
                <a:sym typeface="Georgia"/>
              </a:rPr>
              <a:t>[r&lt;r</a:t>
            </a:r>
            <a:r>
              <a:rPr baseline="-25000" lang="en-US" sz="1300">
                <a:solidFill>
                  <a:schemeClr val="dk1"/>
                </a:solidFill>
                <a:latin typeface="Georgia"/>
                <a:ea typeface="Georgia"/>
                <a:cs typeface="Georgia"/>
                <a:sym typeface="Georgia"/>
              </a:rPr>
              <a:t>0</a:t>
            </a:r>
            <a:r>
              <a:rPr lang="en-US" sz="1300">
                <a:latin typeface="Georgia"/>
                <a:ea typeface="Georgia"/>
                <a:cs typeface="Georgia"/>
                <a:sym typeface="Georgia"/>
              </a:rPr>
              <a:t>]=∞) becomes the easiest to solve at first and then we can soften this boundary for attractive ( V[r&lt;r</a:t>
            </a:r>
            <a:r>
              <a:rPr baseline="-25000" lang="en-US" sz="1300">
                <a:latin typeface="Georgia"/>
                <a:ea typeface="Georgia"/>
                <a:cs typeface="Georgia"/>
                <a:sym typeface="Georgia"/>
              </a:rPr>
              <a:t>0</a:t>
            </a:r>
            <a:r>
              <a:rPr lang="en-US" sz="1300">
                <a:latin typeface="Georgia"/>
                <a:ea typeface="Georgia"/>
                <a:cs typeface="Georgia"/>
                <a:sym typeface="Georgia"/>
              </a:rPr>
              <a:t>]&lt; 0 ) &amp; repulsive </a:t>
            </a:r>
            <a:r>
              <a:rPr lang="en-US" sz="1300">
                <a:solidFill>
                  <a:schemeClr val="dk1"/>
                </a:solidFill>
                <a:latin typeface="Georgia"/>
                <a:ea typeface="Georgia"/>
                <a:cs typeface="Georgia"/>
                <a:sym typeface="Georgia"/>
              </a:rPr>
              <a:t>( V(r&lt;r</a:t>
            </a:r>
            <a:r>
              <a:rPr baseline="-25000" lang="en-US" sz="1300">
                <a:solidFill>
                  <a:schemeClr val="dk1"/>
                </a:solidFill>
                <a:latin typeface="Georgia"/>
                <a:ea typeface="Georgia"/>
                <a:cs typeface="Georgia"/>
                <a:sym typeface="Georgia"/>
              </a:rPr>
              <a:t>0</a:t>
            </a:r>
            <a:r>
              <a:rPr lang="en-US" sz="1300">
                <a:solidFill>
                  <a:schemeClr val="dk1"/>
                </a:solidFill>
                <a:latin typeface="Georgia"/>
                <a:ea typeface="Georgia"/>
                <a:cs typeface="Georgia"/>
                <a:sym typeface="Georgia"/>
              </a:rPr>
              <a:t>) &gt; 0 ) potentials</a:t>
            </a:r>
            <a:r>
              <a:rPr lang="en-US" sz="1300">
                <a:latin typeface="Georgia"/>
                <a:ea typeface="Georgia"/>
                <a:cs typeface="Georgia"/>
                <a:sym typeface="Georgia"/>
              </a:rPr>
              <a:t>!</a:t>
            </a:r>
            <a:endParaRPr sz="1300">
              <a:latin typeface="Georgia"/>
              <a:ea typeface="Georgia"/>
              <a:cs typeface="Georgia"/>
              <a:sym typeface="Georgia"/>
            </a:endParaRPr>
          </a:p>
        </p:txBody>
      </p:sp>
      <p:pic>
        <p:nvPicPr>
          <p:cNvPr id="2208" name="Google Shape;2208;g3d209b60b62_3_150"/>
          <p:cNvPicPr preferRelativeResize="0"/>
          <p:nvPr/>
        </p:nvPicPr>
        <p:blipFill rotWithShape="1">
          <a:blip r:embed="rId3">
            <a:alphaModFix/>
          </a:blip>
          <a:srcRect b="0" l="0" r="0" t="0"/>
          <a:stretch/>
        </p:blipFill>
        <p:spPr>
          <a:xfrm>
            <a:off x="-4" y="6211289"/>
            <a:ext cx="12192003" cy="1285104"/>
          </a:xfrm>
          <a:prstGeom prst="rect">
            <a:avLst/>
          </a:prstGeom>
          <a:noFill/>
          <a:ln>
            <a:noFill/>
          </a:ln>
        </p:spPr>
      </p:pic>
      <p:pic>
        <p:nvPicPr>
          <p:cNvPr id="2209" name="Google Shape;2209;g3d209b60b62_3_150"/>
          <p:cNvPicPr preferRelativeResize="0"/>
          <p:nvPr/>
        </p:nvPicPr>
        <p:blipFill rotWithShape="1">
          <a:blip r:embed="rId4">
            <a:alphaModFix/>
          </a:blip>
          <a:srcRect b="0" l="0" r="0" t="0"/>
          <a:stretch/>
        </p:blipFill>
        <p:spPr>
          <a:xfrm>
            <a:off x="10590934" y="6330522"/>
            <a:ext cx="1499906" cy="585000"/>
          </a:xfrm>
          <a:prstGeom prst="rect">
            <a:avLst/>
          </a:prstGeom>
          <a:noFill/>
          <a:ln>
            <a:noFill/>
          </a:ln>
        </p:spPr>
      </p:pic>
      <p:sp>
        <p:nvSpPr>
          <p:cNvPr id="2210" name="Google Shape;2210;g3d209b60b62_3_150"/>
          <p:cNvSpPr txBox="1"/>
          <p:nvPr/>
        </p:nvSpPr>
        <p:spPr>
          <a:xfrm>
            <a:off x="-1" y="6288587"/>
            <a:ext cx="5981100" cy="3693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chemeClr val="dk1"/>
              </a:buClr>
              <a:buSzPts val="1800"/>
              <a:buFont typeface="Arial"/>
              <a:buNone/>
            </a:pPr>
            <a:r>
              <a:rPr b="0" i="0" lang="en-US" sz="1800" u="none" cap="none" strike="noStrike">
                <a:solidFill>
                  <a:schemeClr val="lt1"/>
                </a:solidFill>
                <a:latin typeface="Times New Roman"/>
                <a:ea typeface="Times New Roman"/>
                <a:cs typeface="Times New Roman"/>
                <a:sym typeface="Times New Roman"/>
              </a:rPr>
              <a:t>Term Paper Presentation | Ronit Dutta</a:t>
            </a:r>
            <a:endParaRPr b="0" i="0" sz="1800" u="none" cap="none" strike="noStrike">
              <a:solidFill>
                <a:schemeClr val="lt1"/>
              </a:solidFill>
              <a:latin typeface="Times New Roman"/>
              <a:ea typeface="Times New Roman"/>
              <a:cs typeface="Times New Roman"/>
              <a:sym typeface="Times New Roman"/>
            </a:endParaRPr>
          </a:p>
        </p:txBody>
      </p:sp>
      <p:sp>
        <p:nvSpPr>
          <p:cNvPr id="2211" name="Google Shape;2211;g3d209b60b62_3_150"/>
          <p:cNvSpPr txBox="1"/>
          <p:nvPr/>
        </p:nvSpPr>
        <p:spPr>
          <a:xfrm>
            <a:off x="0" y="0"/>
            <a:ext cx="12192000" cy="5850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3200"/>
              <a:buFont typeface="Arial"/>
              <a:buNone/>
            </a:pPr>
            <a:r>
              <a:rPr lang="en-US" sz="3200">
                <a:solidFill>
                  <a:schemeClr val="dk1"/>
                </a:solidFill>
                <a:latin typeface="Times New Roman"/>
                <a:ea typeface="Times New Roman"/>
                <a:cs typeface="Times New Roman"/>
                <a:sym typeface="Times New Roman"/>
              </a:rPr>
              <a:t>Recap so far before we solve for specific potentials</a:t>
            </a:r>
            <a:endParaRPr b="0" i="0" sz="3200" u="none" cap="none" strike="noStrike">
              <a:solidFill>
                <a:schemeClr val="dk1"/>
              </a:solidFill>
              <a:latin typeface="Times New Roman"/>
              <a:ea typeface="Times New Roman"/>
              <a:cs typeface="Times New Roman"/>
              <a:sym typeface="Times New Roman"/>
            </a:endParaRPr>
          </a:p>
        </p:txBody>
      </p:sp>
      <p:cxnSp>
        <p:nvCxnSpPr>
          <p:cNvPr id="2212" name="Google Shape;2212;g3d209b60b62_3_150"/>
          <p:cNvCxnSpPr/>
          <p:nvPr/>
        </p:nvCxnSpPr>
        <p:spPr>
          <a:xfrm flipH="1" rot="10800000">
            <a:off x="6" y="654189"/>
            <a:ext cx="6318000" cy="30600"/>
          </a:xfrm>
          <a:prstGeom prst="straightConnector1">
            <a:avLst/>
          </a:prstGeom>
          <a:noFill/>
          <a:ln cap="flat" cmpd="sng" w="9525">
            <a:solidFill>
              <a:srgbClr val="0E4D3B"/>
            </a:solidFill>
            <a:prstDash val="solid"/>
            <a:miter lim="800000"/>
            <a:headEnd len="sm" w="sm" type="none"/>
            <a:tailEnd len="sm" w="sm" type="none"/>
          </a:ln>
        </p:spPr>
      </p:cxnSp>
      <p:pic>
        <p:nvPicPr>
          <p:cNvPr id="2213" name="Google Shape;2213;g3d209b60b62_3_150"/>
          <p:cNvPicPr preferRelativeResize="0"/>
          <p:nvPr/>
        </p:nvPicPr>
        <p:blipFill rotWithShape="1">
          <a:blip r:embed="rId5">
            <a:alphaModFix/>
          </a:blip>
          <a:srcRect b="0" l="0" r="0" t="0"/>
          <a:stretch/>
        </p:blipFill>
        <p:spPr>
          <a:xfrm>
            <a:off x="-4" y="6211289"/>
            <a:ext cx="12192003" cy="1285104"/>
          </a:xfrm>
          <a:prstGeom prst="rect">
            <a:avLst/>
          </a:prstGeom>
          <a:noFill/>
          <a:ln>
            <a:noFill/>
          </a:ln>
        </p:spPr>
      </p:pic>
      <p:pic>
        <p:nvPicPr>
          <p:cNvPr id="2214" name="Google Shape;2214;g3d209b60b62_3_150"/>
          <p:cNvPicPr preferRelativeResize="0"/>
          <p:nvPr/>
        </p:nvPicPr>
        <p:blipFill rotWithShape="1">
          <a:blip r:embed="rId4">
            <a:alphaModFix/>
          </a:blip>
          <a:srcRect b="0" l="0" r="0" t="0"/>
          <a:stretch/>
        </p:blipFill>
        <p:spPr>
          <a:xfrm>
            <a:off x="10590934" y="6330522"/>
            <a:ext cx="1499906" cy="585000"/>
          </a:xfrm>
          <a:prstGeom prst="rect">
            <a:avLst/>
          </a:prstGeom>
          <a:noFill/>
          <a:ln>
            <a:noFill/>
          </a:ln>
        </p:spPr>
      </p:pic>
      <p:sp>
        <p:nvSpPr>
          <p:cNvPr id="2215" name="Google Shape;2215;g3d209b60b62_3_150"/>
          <p:cNvSpPr txBox="1"/>
          <p:nvPr/>
        </p:nvSpPr>
        <p:spPr>
          <a:xfrm>
            <a:off x="-1" y="6288587"/>
            <a:ext cx="5981100" cy="3693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chemeClr val="dk1"/>
              </a:buClr>
              <a:buSzPts val="1800"/>
              <a:buFont typeface="Arial"/>
              <a:buNone/>
            </a:pPr>
            <a:r>
              <a:rPr b="0" i="0" lang="en-US" sz="1800" u="none" cap="none" strike="noStrike">
                <a:solidFill>
                  <a:schemeClr val="lt1"/>
                </a:solidFill>
                <a:latin typeface="Times New Roman"/>
                <a:ea typeface="Times New Roman"/>
                <a:cs typeface="Times New Roman"/>
                <a:sym typeface="Times New Roman"/>
              </a:rPr>
              <a:t>Term Paper Presentation | Ronit Dutta</a:t>
            </a:r>
            <a:endParaRPr b="0" i="0" sz="1800" u="none" cap="none" strike="noStrike">
              <a:solidFill>
                <a:schemeClr val="lt1"/>
              </a:solidFill>
              <a:latin typeface="Times New Roman"/>
              <a:ea typeface="Times New Roman"/>
              <a:cs typeface="Times New Roman"/>
              <a:sym typeface="Times New Roman"/>
            </a:endParaRPr>
          </a:p>
        </p:txBody>
      </p:sp>
      <p:pic>
        <p:nvPicPr>
          <p:cNvPr id="2216" name="Google Shape;2216;g3d209b60b62_3_150"/>
          <p:cNvPicPr preferRelativeResize="0"/>
          <p:nvPr/>
        </p:nvPicPr>
        <p:blipFill rotWithShape="1">
          <a:blip r:embed="rId5">
            <a:alphaModFix/>
          </a:blip>
          <a:srcRect b="0" l="0" r="0" t="0"/>
          <a:stretch/>
        </p:blipFill>
        <p:spPr>
          <a:xfrm>
            <a:off x="-4" y="6211289"/>
            <a:ext cx="12192003" cy="1285104"/>
          </a:xfrm>
          <a:prstGeom prst="rect">
            <a:avLst/>
          </a:prstGeom>
          <a:noFill/>
          <a:ln>
            <a:noFill/>
          </a:ln>
        </p:spPr>
      </p:pic>
      <p:pic>
        <p:nvPicPr>
          <p:cNvPr id="2217" name="Google Shape;2217;g3d209b60b62_3_150"/>
          <p:cNvPicPr preferRelativeResize="0"/>
          <p:nvPr/>
        </p:nvPicPr>
        <p:blipFill rotWithShape="1">
          <a:blip r:embed="rId4">
            <a:alphaModFix/>
          </a:blip>
          <a:srcRect b="0" l="0" r="0" t="0"/>
          <a:stretch/>
        </p:blipFill>
        <p:spPr>
          <a:xfrm>
            <a:off x="10590934" y="6330522"/>
            <a:ext cx="1499906" cy="585000"/>
          </a:xfrm>
          <a:prstGeom prst="rect">
            <a:avLst/>
          </a:prstGeom>
          <a:noFill/>
          <a:ln>
            <a:noFill/>
          </a:ln>
        </p:spPr>
      </p:pic>
      <p:sp>
        <p:nvSpPr>
          <p:cNvPr id="2218" name="Google Shape;2218;g3d209b60b62_3_150"/>
          <p:cNvSpPr txBox="1"/>
          <p:nvPr/>
        </p:nvSpPr>
        <p:spPr>
          <a:xfrm>
            <a:off x="-1" y="6288587"/>
            <a:ext cx="5981100" cy="6465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chemeClr val="dk1"/>
              </a:buClr>
              <a:buSzPts val="1800"/>
              <a:buFont typeface="Arial"/>
              <a:buNone/>
            </a:pPr>
            <a:r>
              <a:rPr b="0" i="0" lang="en-US" sz="1800" u="none" cap="none" strike="noStrike">
                <a:solidFill>
                  <a:schemeClr val="lt1"/>
                </a:solidFill>
                <a:latin typeface="Times New Roman"/>
                <a:ea typeface="Times New Roman"/>
                <a:cs typeface="Times New Roman"/>
                <a:sym typeface="Times New Roman"/>
              </a:rPr>
              <a:t>Machine Learning Professional</a:t>
            </a:r>
            <a:br>
              <a:rPr b="0" i="0" lang="en-US" sz="1800" u="none" cap="none" strike="noStrike">
                <a:solidFill>
                  <a:schemeClr val="lt1"/>
                </a:solidFill>
                <a:latin typeface="Times New Roman"/>
                <a:ea typeface="Times New Roman"/>
                <a:cs typeface="Times New Roman"/>
                <a:sym typeface="Times New Roman"/>
              </a:rPr>
            </a:br>
            <a:r>
              <a:rPr b="0" i="0" lang="en-US" sz="1800" u="none" cap="none" strike="noStrike">
                <a:solidFill>
                  <a:schemeClr val="lt1"/>
                </a:solidFill>
                <a:latin typeface="Times New Roman"/>
                <a:ea typeface="Times New Roman"/>
                <a:cs typeface="Times New Roman"/>
                <a:sym typeface="Times New Roman"/>
              </a:rPr>
              <a:t>Project Presentation</a:t>
            </a:r>
            <a:endParaRPr b="0" i="0" sz="1800" u="none" cap="none" strike="noStrike">
              <a:solidFill>
                <a:schemeClr val="lt1"/>
              </a:solidFill>
              <a:latin typeface="Times New Roman"/>
              <a:ea typeface="Times New Roman"/>
              <a:cs typeface="Times New Roman"/>
              <a:sym typeface="Times New Roman"/>
            </a:endParaRPr>
          </a:p>
        </p:txBody>
      </p:sp>
      <p:pic>
        <p:nvPicPr>
          <p:cNvPr id="2219" name="Google Shape;2219;g3d209b60b62_3_150"/>
          <p:cNvPicPr preferRelativeResize="0"/>
          <p:nvPr/>
        </p:nvPicPr>
        <p:blipFill rotWithShape="1">
          <a:blip r:embed="rId6">
            <a:alphaModFix/>
          </a:blip>
          <a:srcRect b="0" l="0" r="0" t="0"/>
          <a:stretch/>
        </p:blipFill>
        <p:spPr>
          <a:xfrm>
            <a:off x="10590875" y="6330524"/>
            <a:ext cx="1500023" cy="585000"/>
          </a:xfrm>
          <a:prstGeom prst="rect">
            <a:avLst/>
          </a:prstGeom>
          <a:noFill/>
          <a:ln>
            <a:noFill/>
          </a:ln>
        </p:spPr>
      </p:pic>
      <p:pic>
        <p:nvPicPr>
          <p:cNvPr id="2220" name="Google Shape;2220;g3d209b60b62_3_150"/>
          <p:cNvPicPr preferRelativeResize="0"/>
          <p:nvPr/>
        </p:nvPicPr>
        <p:blipFill rotWithShape="1">
          <a:blip r:embed="rId7">
            <a:alphaModFix/>
          </a:blip>
          <a:srcRect b="0" l="0" r="0" t="0"/>
          <a:stretch/>
        </p:blipFill>
        <p:spPr>
          <a:xfrm>
            <a:off x="-4" y="6211289"/>
            <a:ext cx="12192003" cy="1285104"/>
          </a:xfrm>
          <a:prstGeom prst="rect">
            <a:avLst/>
          </a:prstGeom>
          <a:noFill/>
          <a:ln>
            <a:noFill/>
          </a:ln>
        </p:spPr>
      </p:pic>
      <p:sp>
        <p:nvSpPr>
          <p:cNvPr id="2221" name="Google Shape;2221;g3d209b60b62_3_150"/>
          <p:cNvSpPr txBox="1"/>
          <p:nvPr/>
        </p:nvSpPr>
        <p:spPr>
          <a:xfrm>
            <a:off x="-1" y="6288587"/>
            <a:ext cx="5981100" cy="6465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chemeClr val="dk1"/>
              </a:buClr>
              <a:buSzPts val="1800"/>
              <a:buFont typeface="Arial"/>
              <a:buNone/>
            </a:pPr>
            <a:r>
              <a:rPr b="0" i="0" lang="en-US" sz="1800" u="none" cap="none" strike="noStrike">
                <a:solidFill>
                  <a:schemeClr val="lt1"/>
                </a:solidFill>
                <a:latin typeface="Times New Roman"/>
                <a:ea typeface="Times New Roman"/>
                <a:cs typeface="Times New Roman"/>
                <a:sym typeface="Times New Roman"/>
              </a:rPr>
              <a:t>Machine Learning Professional</a:t>
            </a:r>
            <a:br>
              <a:rPr b="0" i="0" lang="en-US" sz="1800" u="none" cap="none" strike="noStrike">
                <a:solidFill>
                  <a:schemeClr val="lt1"/>
                </a:solidFill>
                <a:latin typeface="Times New Roman"/>
                <a:ea typeface="Times New Roman"/>
                <a:cs typeface="Times New Roman"/>
                <a:sym typeface="Times New Roman"/>
              </a:rPr>
            </a:br>
            <a:r>
              <a:rPr b="0" i="0" lang="en-US" sz="1800" u="none" cap="none" strike="noStrike">
                <a:solidFill>
                  <a:schemeClr val="lt1"/>
                </a:solidFill>
                <a:latin typeface="Times New Roman"/>
                <a:ea typeface="Times New Roman"/>
                <a:cs typeface="Times New Roman"/>
                <a:sym typeface="Times New Roman"/>
              </a:rPr>
              <a:t>Project Presentation</a:t>
            </a:r>
            <a:endParaRPr b="0" i="0" sz="1800" u="none" cap="none" strike="noStrike">
              <a:solidFill>
                <a:schemeClr val="lt1"/>
              </a:solidFill>
              <a:latin typeface="Times New Roman"/>
              <a:ea typeface="Times New Roman"/>
              <a:cs typeface="Times New Roman"/>
              <a:sym typeface="Times New Roman"/>
            </a:endParaRPr>
          </a:p>
        </p:txBody>
      </p:sp>
      <p:pic>
        <p:nvPicPr>
          <p:cNvPr id="2222" name="Google Shape;2222;g3d209b60b62_3_150"/>
          <p:cNvPicPr preferRelativeResize="0"/>
          <p:nvPr/>
        </p:nvPicPr>
        <p:blipFill rotWithShape="1">
          <a:blip r:embed="rId6">
            <a:alphaModFix/>
          </a:blip>
          <a:srcRect b="0" l="0" r="0" t="0"/>
          <a:stretch/>
        </p:blipFill>
        <p:spPr>
          <a:xfrm>
            <a:off x="10590875" y="6330524"/>
            <a:ext cx="1500023" cy="585000"/>
          </a:xfrm>
          <a:prstGeom prst="rect">
            <a:avLst/>
          </a:prstGeom>
          <a:noFill/>
          <a:ln>
            <a:noFill/>
          </a:ln>
        </p:spPr>
      </p:pic>
      <p:pic>
        <p:nvPicPr>
          <p:cNvPr id="2223" name="Google Shape;2223;g3d209b60b62_3_150"/>
          <p:cNvPicPr preferRelativeResize="0"/>
          <p:nvPr/>
        </p:nvPicPr>
        <p:blipFill rotWithShape="1">
          <a:blip r:embed="rId7">
            <a:alphaModFix/>
          </a:blip>
          <a:srcRect b="0" l="0" r="0" t="0"/>
          <a:stretch/>
        </p:blipFill>
        <p:spPr>
          <a:xfrm>
            <a:off x="-4" y="6211289"/>
            <a:ext cx="12192003" cy="1285104"/>
          </a:xfrm>
          <a:prstGeom prst="rect">
            <a:avLst/>
          </a:prstGeom>
          <a:noFill/>
          <a:ln>
            <a:noFill/>
          </a:ln>
        </p:spPr>
      </p:pic>
      <p:sp>
        <p:nvSpPr>
          <p:cNvPr id="2224" name="Google Shape;2224;g3d209b60b62_3_150"/>
          <p:cNvSpPr txBox="1"/>
          <p:nvPr/>
        </p:nvSpPr>
        <p:spPr>
          <a:xfrm>
            <a:off x="-1" y="6234672"/>
            <a:ext cx="5981100" cy="6465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chemeClr val="dk1"/>
              </a:buClr>
              <a:buSzPts val="1800"/>
              <a:buFont typeface="Arial"/>
              <a:buNone/>
            </a:pPr>
            <a:r>
              <a:rPr b="0" i="0" lang="en-US" sz="1800" u="none" cap="none" strike="noStrike">
                <a:solidFill>
                  <a:schemeClr val="lt1"/>
                </a:solidFill>
                <a:latin typeface="Times New Roman"/>
                <a:ea typeface="Times New Roman"/>
                <a:cs typeface="Times New Roman"/>
                <a:sym typeface="Times New Roman"/>
              </a:rPr>
              <a:t>Machine Learning Professional</a:t>
            </a:r>
            <a:br>
              <a:rPr b="0" i="0" lang="en-US" sz="1800" u="none" cap="none" strike="noStrike">
                <a:solidFill>
                  <a:schemeClr val="lt1"/>
                </a:solidFill>
                <a:latin typeface="Times New Roman"/>
                <a:ea typeface="Times New Roman"/>
                <a:cs typeface="Times New Roman"/>
                <a:sym typeface="Times New Roman"/>
              </a:rPr>
            </a:br>
            <a:r>
              <a:rPr b="0" i="0" lang="en-US" sz="1800" u="none" cap="none" strike="noStrike">
                <a:solidFill>
                  <a:schemeClr val="lt1"/>
                </a:solidFill>
                <a:latin typeface="Times New Roman"/>
                <a:ea typeface="Times New Roman"/>
                <a:cs typeface="Times New Roman"/>
                <a:sym typeface="Times New Roman"/>
              </a:rPr>
              <a:t>Project Presentation</a:t>
            </a:r>
            <a:endParaRPr b="0" i="0" sz="1800" u="none" cap="none" strike="noStrike">
              <a:solidFill>
                <a:schemeClr val="lt1"/>
              </a:solidFill>
              <a:latin typeface="Times New Roman"/>
              <a:ea typeface="Times New Roman"/>
              <a:cs typeface="Times New Roman"/>
              <a:sym typeface="Times New Roman"/>
            </a:endParaRPr>
          </a:p>
        </p:txBody>
      </p:sp>
      <p:pic>
        <p:nvPicPr>
          <p:cNvPr id="2225" name="Google Shape;2225;g3d209b60b62_3_150"/>
          <p:cNvPicPr preferRelativeResize="0"/>
          <p:nvPr/>
        </p:nvPicPr>
        <p:blipFill rotWithShape="1">
          <a:blip r:embed="rId6">
            <a:alphaModFix/>
          </a:blip>
          <a:srcRect b="0" l="0" r="0" t="0"/>
          <a:stretch/>
        </p:blipFill>
        <p:spPr>
          <a:xfrm>
            <a:off x="10590875" y="6330524"/>
            <a:ext cx="1500023" cy="585000"/>
          </a:xfrm>
          <a:prstGeom prst="rect">
            <a:avLst/>
          </a:prstGeom>
          <a:noFill/>
          <a:ln>
            <a:noFill/>
          </a:ln>
        </p:spPr>
      </p:pic>
      <p:pic>
        <p:nvPicPr>
          <p:cNvPr id="2226" name="Google Shape;2226;g3d209b60b62_3_150"/>
          <p:cNvPicPr preferRelativeResize="0"/>
          <p:nvPr/>
        </p:nvPicPr>
        <p:blipFill rotWithShape="1">
          <a:blip r:embed="rId8">
            <a:alphaModFix/>
          </a:blip>
          <a:srcRect b="0" l="0" r="0" t="0"/>
          <a:stretch/>
        </p:blipFill>
        <p:spPr>
          <a:xfrm>
            <a:off x="-4" y="6211289"/>
            <a:ext cx="12192003" cy="1285104"/>
          </a:xfrm>
          <a:prstGeom prst="rect">
            <a:avLst/>
          </a:prstGeom>
          <a:noFill/>
          <a:ln>
            <a:noFill/>
          </a:ln>
        </p:spPr>
      </p:pic>
      <p:sp>
        <p:nvSpPr>
          <p:cNvPr id="2227" name="Google Shape;2227;g3d209b60b62_3_150"/>
          <p:cNvSpPr txBox="1"/>
          <p:nvPr/>
        </p:nvSpPr>
        <p:spPr>
          <a:xfrm>
            <a:off x="-1" y="6234672"/>
            <a:ext cx="5981100" cy="6465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chemeClr val="dk1"/>
              </a:buClr>
              <a:buSzPts val="1800"/>
              <a:buFont typeface="Arial"/>
              <a:buNone/>
            </a:pPr>
            <a:r>
              <a:rPr b="0" i="0" lang="en-US" sz="1800" u="none" cap="none" strike="noStrike">
                <a:solidFill>
                  <a:schemeClr val="lt1"/>
                </a:solidFill>
                <a:latin typeface="Times New Roman"/>
                <a:ea typeface="Times New Roman"/>
                <a:cs typeface="Times New Roman"/>
                <a:sym typeface="Times New Roman"/>
              </a:rPr>
              <a:t>Nanoelectronics - Seminar Presentation</a:t>
            </a:r>
            <a:br>
              <a:rPr b="0" i="0" lang="en-US" sz="1800" u="none" cap="none" strike="noStrike">
                <a:solidFill>
                  <a:schemeClr val="lt1"/>
                </a:solidFill>
                <a:latin typeface="Times New Roman"/>
                <a:ea typeface="Times New Roman"/>
                <a:cs typeface="Times New Roman"/>
                <a:sym typeface="Times New Roman"/>
              </a:rPr>
            </a:br>
            <a:r>
              <a:rPr b="0" i="0" lang="en-US" sz="1800" u="none" cap="none" strike="noStrike">
                <a:solidFill>
                  <a:schemeClr val="lt1"/>
                </a:solidFill>
                <a:latin typeface="Times New Roman"/>
                <a:ea typeface="Times New Roman"/>
                <a:cs typeface="Times New Roman"/>
                <a:sym typeface="Times New Roman"/>
              </a:rPr>
              <a:t>Ronit Dutta</a:t>
            </a:r>
            <a:endParaRPr b="0" i="0" sz="1800" u="none" cap="none" strike="noStrike">
              <a:solidFill>
                <a:schemeClr val="lt1"/>
              </a:solidFill>
              <a:latin typeface="Times New Roman"/>
              <a:ea typeface="Times New Roman"/>
              <a:cs typeface="Times New Roman"/>
              <a:sym typeface="Times New Roman"/>
            </a:endParaRPr>
          </a:p>
        </p:txBody>
      </p:sp>
      <p:pic>
        <p:nvPicPr>
          <p:cNvPr id="2228" name="Google Shape;2228;g3d209b60b62_3_150"/>
          <p:cNvPicPr preferRelativeResize="0"/>
          <p:nvPr/>
        </p:nvPicPr>
        <p:blipFill rotWithShape="1">
          <a:blip r:embed="rId6">
            <a:alphaModFix/>
          </a:blip>
          <a:srcRect b="0" l="0" r="0" t="0"/>
          <a:stretch/>
        </p:blipFill>
        <p:spPr>
          <a:xfrm>
            <a:off x="10590875" y="6330524"/>
            <a:ext cx="1500023" cy="585000"/>
          </a:xfrm>
          <a:prstGeom prst="rect">
            <a:avLst/>
          </a:prstGeom>
          <a:noFill/>
          <a:ln>
            <a:noFill/>
          </a:ln>
        </p:spPr>
      </p:pic>
      <p:pic>
        <p:nvPicPr>
          <p:cNvPr id="2229" name="Google Shape;2229;g3d209b60b62_3_150"/>
          <p:cNvPicPr preferRelativeResize="0"/>
          <p:nvPr/>
        </p:nvPicPr>
        <p:blipFill rotWithShape="1">
          <a:blip r:embed="rId9">
            <a:alphaModFix/>
          </a:blip>
          <a:srcRect b="0" l="0" r="0" t="0"/>
          <a:stretch/>
        </p:blipFill>
        <p:spPr>
          <a:xfrm>
            <a:off x="0" y="6330524"/>
            <a:ext cx="12192000" cy="1165875"/>
          </a:xfrm>
          <a:prstGeom prst="rect">
            <a:avLst/>
          </a:prstGeom>
          <a:noFill/>
          <a:ln>
            <a:noFill/>
          </a:ln>
        </p:spPr>
      </p:pic>
      <p:sp>
        <p:nvSpPr>
          <p:cNvPr id="2230" name="Google Shape;2230;g3d209b60b62_3_150"/>
          <p:cNvSpPr txBox="1"/>
          <p:nvPr/>
        </p:nvSpPr>
        <p:spPr>
          <a:xfrm>
            <a:off x="-1" y="6445547"/>
            <a:ext cx="5981100" cy="6465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chemeClr val="dk1"/>
              </a:buClr>
              <a:buSzPts val="1800"/>
              <a:buFont typeface="Arial"/>
              <a:buNone/>
            </a:pPr>
            <a:r>
              <a:rPr lang="en-US" sz="1800">
                <a:solidFill>
                  <a:schemeClr val="lt1"/>
                </a:solidFill>
                <a:latin typeface="Times New Roman"/>
                <a:ea typeface="Times New Roman"/>
                <a:cs typeface="Times New Roman"/>
                <a:sym typeface="Times New Roman"/>
              </a:rPr>
              <a:t>Applied Mathematics for Engineering [MIDTERM PROJECT]</a:t>
            </a:r>
            <a:br>
              <a:rPr b="0" i="0" lang="en-US" sz="1800" u="none" cap="none" strike="noStrike">
                <a:solidFill>
                  <a:schemeClr val="lt1"/>
                </a:solidFill>
                <a:latin typeface="Times New Roman"/>
                <a:ea typeface="Times New Roman"/>
                <a:cs typeface="Times New Roman"/>
                <a:sym typeface="Times New Roman"/>
              </a:rPr>
            </a:br>
            <a:r>
              <a:rPr b="0" i="0" lang="en-US" sz="1800" u="none" cap="none" strike="noStrike">
                <a:solidFill>
                  <a:schemeClr val="lt1"/>
                </a:solidFill>
                <a:latin typeface="Times New Roman"/>
                <a:ea typeface="Times New Roman"/>
                <a:cs typeface="Times New Roman"/>
                <a:sym typeface="Times New Roman"/>
              </a:rPr>
              <a:t>Ronit Dutta</a:t>
            </a:r>
            <a:endParaRPr b="0" i="0" sz="1800" u="none" cap="none" strike="noStrike">
              <a:solidFill>
                <a:schemeClr val="lt1"/>
              </a:solidFill>
              <a:latin typeface="Times New Roman"/>
              <a:ea typeface="Times New Roman"/>
              <a:cs typeface="Times New Roman"/>
              <a:sym typeface="Times New Roman"/>
            </a:endParaRPr>
          </a:p>
        </p:txBody>
      </p:sp>
      <p:pic>
        <p:nvPicPr>
          <p:cNvPr id="2231" name="Google Shape;2231;g3d209b60b62_3_150"/>
          <p:cNvPicPr preferRelativeResize="0"/>
          <p:nvPr/>
        </p:nvPicPr>
        <p:blipFill rotWithShape="1">
          <a:blip r:embed="rId6">
            <a:alphaModFix/>
          </a:blip>
          <a:srcRect b="0" l="0" r="0" t="0"/>
          <a:stretch/>
        </p:blipFill>
        <p:spPr>
          <a:xfrm>
            <a:off x="10579375" y="6476299"/>
            <a:ext cx="1500023" cy="585000"/>
          </a:xfrm>
          <a:prstGeom prst="rect">
            <a:avLst/>
          </a:prstGeom>
          <a:noFill/>
          <a:ln>
            <a:noFill/>
          </a:ln>
        </p:spPr>
      </p:pic>
      <p:pic>
        <p:nvPicPr>
          <p:cNvPr id="2232" name="Google Shape;2232;g3d209b60b62_3_150"/>
          <p:cNvPicPr preferRelativeResize="0"/>
          <p:nvPr/>
        </p:nvPicPr>
        <p:blipFill rotWithShape="1">
          <a:blip r:embed="rId4">
            <a:alphaModFix/>
          </a:blip>
          <a:srcRect b="0" l="0" r="0" t="0"/>
          <a:stretch/>
        </p:blipFill>
        <p:spPr>
          <a:xfrm>
            <a:off x="10590934" y="6330522"/>
            <a:ext cx="1499906" cy="585000"/>
          </a:xfrm>
          <a:prstGeom prst="rect">
            <a:avLst/>
          </a:prstGeom>
          <a:noFill/>
          <a:ln>
            <a:noFill/>
          </a:ln>
        </p:spPr>
      </p:pic>
      <p:sp>
        <p:nvSpPr>
          <p:cNvPr id="2233" name="Google Shape;2233;g3d209b60b62_3_150"/>
          <p:cNvSpPr txBox="1"/>
          <p:nvPr/>
        </p:nvSpPr>
        <p:spPr>
          <a:xfrm>
            <a:off x="-1" y="6288587"/>
            <a:ext cx="5981100" cy="3693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chemeClr val="dk1"/>
              </a:buClr>
              <a:buSzPts val="1800"/>
              <a:buFont typeface="Arial"/>
              <a:buNone/>
            </a:pPr>
            <a:r>
              <a:rPr b="0" i="0" lang="en-US" sz="1800" u="none" cap="none" strike="noStrike">
                <a:solidFill>
                  <a:schemeClr val="lt1"/>
                </a:solidFill>
                <a:latin typeface="Times New Roman"/>
                <a:ea typeface="Times New Roman"/>
                <a:cs typeface="Times New Roman"/>
                <a:sym typeface="Times New Roman"/>
              </a:rPr>
              <a:t>Term Paper Presentation | Ronit Dutta</a:t>
            </a:r>
            <a:endParaRPr b="0" i="0" sz="1800" u="none" cap="none" strike="noStrike">
              <a:solidFill>
                <a:schemeClr val="lt1"/>
              </a:solidFill>
              <a:latin typeface="Times New Roman"/>
              <a:ea typeface="Times New Roman"/>
              <a:cs typeface="Times New Roman"/>
              <a:sym typeface="Times New Roman"/>
            </a:endParaRPr>
          </a:p>
        </p:txBody>
      </p:sp>
      <p:pic>
        <p:nvPicPr>
          <p:cNvPr id="2234" name="Google Shape;2234;g3d209b60b62_3_150"/>
          <p:cNvPicPr preferRelativeResize="0"/>
          <p:nvPr/>
        </p:nvPicPr>
        <p:blipFill rotWithShape="1">
          <a:blip r:embed="rId4">
            <a:alphaModFix/>
          </a:blip>
          <a:srcRect b="0" l="0" r="0" t="0"/>
          <a:stretch/>
        </p:blipFill>
        <p:spPr>
          <a:xfrm>
            <a:off x="10590934" y="6330522"/>
            <a:ext cx="1499906" cy="585000"/>
          </a:xfrm>
          <a:prstGeom prst="rect">
            <a:avLst/>
          </a:prstGeom>
          <a:noFill/>
          <a:ln>
            <a:noFill/>
          </a:ln>
        </p:spPr>
      </p:pic>
      <p:sp>
        <p:nvSpPr>
          <p:cNvPr id="2235" name="Google Shape;2235;g3d209b60b62_3_150"/>
          <p:cNvSpPr txBox="1"/>
          <p:nvPr/>
        </p:nvSpPr>
        <p:spPr>
          <a:xfrm>
            <a:off x="-1" y="6288587"/>
            <a:ext cx="5981100" cy="3693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chemeClr val="dk1"/>
              </a:buClr>
              <a:buSzPts val="1800"/>
              <a:buFont typeface="Arial"/>
              <a:buNone/>
            </a:pPr>
            <a:r>
              <a:rPr b="0" i="0" lang="en-US" sz="1800" u="none" cap="none" strike="noStrike">
                <a:solidFill>
                  <a:schemeClr val="lt1"/>
                </a:solidFill>
                <a:latin typeface="Times New Roman"/>
                <a:ea typeface="Times New Roman"/>
                <a:cs typeface="Times New Roman"/>
                <a:sym typeface="Times New Roman"/>
              </a:rPr>
              <a:t>Term Paper Presentation | Ronit Dutta</a:t>
            </a:r>
            <a:endParaRPr b="0" i="0" sz="1800" u="none" cap="none" strike="noStrike">
              <a:solidFill>
                <a:schemeClr val="lt1"/>
              </a:solidFill>
              <a:latin typeface="Times New Roman"/>
              <a:ea typeface="Times New Roman"/>
              <a:cs typeface="Times New Roman"/>
              <a:sym typeface="Times New Roman"/>
            </a:endParaRPr>
          </a:p>
        </p:txBody>
      </p:sp>
      <p:pic>
        <p:nvPicPr>
          <p:cNvPr id="2236" name="Google Shape;2236;g3d209b60b62_3_150"/>
          <p:cNvPicPr preferRelativeResize="0"/>
          <p:nvPr/>
        </p:nvPicPr>
        <p:blipFill rotWithShape="1">
          <a:blip r:embed="rId4">
            <a:alphaModFix/>
          </a:blip>
          <a:srcRect b="0" l="0" r="0" t="0"/>
          <a:stretch/>
        </p:blipFill>
        <p:spPr>
          <a:xfrm>
            <a:off x="10590934" y="6330522"/>
            <a:ext cx="1499906" cy="585000"/>
          </a:xfrm>
          <a:prstGeom prst="rect">
            <a:avLst/>
          </a:prstGeom>
          <a:noFill/>
          <a:ln>
            <a:noFill/>
          </a:ln>
        </p:spPr>
      </p:pic>
      <p:sp>
        <p:nvSpPr>
          <p:cNvPr id="2237" name="Google Shape;2237;g3d209b60b62_3_150"/>
          <p:cNvSpPr txBox="1"/>
          <p:nvPr/>
        </p:nvSpPr>
        <p:spPr>
          <a:xfrm>
            <a:off x="-1" y="6288587"/>
            <a:ext cx="5981100" cy="6465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chemeClr val="dk1"/>
              </a:buClr>
              <a:buSzPts val="1800"/>
              <a:buFont typeface="Arial"/>
              <a:buNone/>
            </a:pPr>
            <a:r>
              <a:rPr b="0" i="0" lang="en-US" sz="1800" u="none" cap="none" strike="noStrike">
                <a:solidFill>
                  <a:schemeClr val="lt1"/>
                </a:solidFill>
                <a:latin typeface="Times New Roman"/>
                <a:ea typeface="Times New Roman"/>
                <a:cs typeface="Times New Roman"/>
                <a:sym typeface="Times New Roman"/>
              </a:rPr>
              <a:t>Machine Learning Professional</a:t>
            </a:r>
            <a:br>
              <a:rPr b="0" i="0" lang="en-US" sz="1800" u="none" cap="none" strike="noStrike">
                <a:solidFill>
                  <a:schemeClr val="lt1"/>
                </a:solidFill>
                <a:latin typeface="Times New Roman"/>
                <a:ea typeface="Times New Roman"/>
                <a:cs typeface="Times New Roman"/>
                <a:sym typeface="Times New Roman"/>
              </a:rPr>
            </a:br>
            <a:r>
              <a:rPr b="0" i="0" lang="en-US" sz="1800" u="none" cap="none" strike="noStrike">
                <a:solidFill>
                  <a:schemeClr val="lt1"/>
                </a:solidFill>
                <a:latin typeface="Times New Roman"/>
                <a:ea typeface="Times New Roman"/>
                <a:cs typeface="Times New Roman"/>
                <a:sym typeface="Times New Roman"/>
              </a:rPr>
              <a:t>Project Presentation</a:t>
            </a:r>
            <a:endParaRPr b="0" i="0" sz="1800" u="none" cap="none" strike="noStrike">
              <a:solidFill>
                <a:schemeClr val="lt1"/>
              </a:solidFill>
              <a:latin typeface="Times New Roman"/>
              <a:ea typeface="Times New Roman"/>
              <a:cs typeface="Times New Roman"/>
              <a:sym typeface="Times New Roman"/>
            </a:endParaRPr>
          </a:p>
        </p:txBody>
      </p:sp>
      <p:pic>
        <p:nvPicPr>
          <p:cNvPr id="2238" name="Google Shape;2238;g3d209b60b62_3_150"/>
          <p:cNvPicPr preferRelativeResize="0"/>
          <p:nvPr/>
        </p:nvPicPr>
        <p:blipFill rotWithShape="1">
          <a:blip r:embed="rId6">
            <a:alphaModFix/>
          </a:blip>
          <a:srcRect b="0" l="0" r="0" t="0"/>
          <a:stretch/>
        </p:blipFill>
        <p:spPr>
          <a:xfrm>
            <a:off x="10590875" y="6341462"/>
            <a:ext cx="1500023" cy="585000"/>
          </a:xfrm>
          <a:prstGeom prst="rect">
            <a:avLst/>
          </a:prstGeom>
          <a:noFill/>
          <a:ln>
            <a:noFill/>
          </a:ln>
        </p:spPr>
      </p:pic>
      <p:sp>
        <p:nvSpPr>
          <p:cNvPr id="2239" name="Google Shape;2239;g3d209b60b62_3_150"/>
          <p:cNvSpPr txBox="1"/>
          <p:nvPr/>
        </p:nvSpPr>
        <p:spPr>
          <a:xfrm>
            <a:off x="-1" y="6288587"/>
            <a:ext cx="5981100" cy="6465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chemeClr val="dk1"/>
              </a:buClr>
              <a:buSzPts val="1800"/>
              <a:buFont typeface="Arial"/>
              <a:buNone/>
            </a:pPr>
            <a:r>
              <a:rPr b="0" i="0" lang="en-US" sz="1800" u="none" cap="none" strike="noStrike">
                <a:solidFill>
                  <a:schemeClr val="lt1"/>
                </a:solidFill>
                <a:latin typeface="Times New Roman"/>
                <a:ea typeface="Times New Roman"/>
                <a:cs typeface="Times New Roman"/>
                <a:sym typeface="Times New Roman"/>
              </a:rPr>
              <a:t>Machine Learning Professional</a:t>
            </a:r>
            <a:br>
              <a:rPr b="0" i="0" lang="en-US" sz="1800" u="none" cap="none" strike="noStrike">
                <a:solidFill>
                  <a:schemeClr val="lt1"/>
                </a:solidFill>
                <a:latin typeface="Times New Roman"/>
                <a:ea typeface="Times New Roman"/>
                <a:cs typeface="Times New Roman"/>
                <a:sym typeface="Times New Roman"/>
              </a:rPr>
            </a:br>
            <a:r>
              <a:rPr b="0" i="0" lang="en-US" sz="1800" u="none" cap="none" strike="noStrike">
                <a:solidFill>
                  <a:schemeClr val="lt1"/>
                </a:solidFill>
                <a:latin typeface="Times New Roman"/>
                <a:ea typeface="Times New Roman"/>
                <a:cs typeface="Times New Roman"/>
                <a:sym typeface="Times New Roman"/>
              </a:rPr>
              <a:t>Project Presentation</a:t>
            </a:r>
            <a:endParaRPr b="0" i="0" sz="1800" u="none" cap="none" strike="noStrike">
              <a:solidFill>
                <a:schemeClr val="lt1"/>
              </a:solidFill>
              <a:latin typeface="Times New Roman"/>
              <a:ea typeface="Times New Roman"/>
              <a:cs typeface="Times New Roman"/>
              <a:sym typeface="Times New Roman"/>
            </a:endParaRPr>
          </a:p>
        </p:txBody>
      </p:sp>
      <p:pic>
        <p:nvPicPr>
          <p:cNvPr id="2240" name="Google Shape;2240;g3d209b60b62_3_150"/>
          <p:cNvPicPr preferRelativeResize="0"/>
          <p:nvPr/>
        </p:nvPicPr>
        <p:blipFill rotWithShape="1">
          <a:blip r:embed="rId6">
            <a:alphaModFix/>
          </a:blip>
          <a:srcRect b="0" l="0" r="0" t="0"/>
          <a:stretch/>
        </p:blipFill>
        <p:spPr>
          <a:xfrm>
            <a:off x="10590875" y="6330524"/>
            <a:ext cx="1500023" cy="585000"/>
          </a:xfrm>
          <a:prstGeom prst="rect">
            <a:avLst/>
          </a:prstGeom>
          <a:noFill/>
          <a:ln>
            <a:noFill/>
          </a:ln>
        </p:spPr>
      </p:pic>
      <p:sp>
        <p:nvSpPr>
          <p:cNvPr id="2241" name="Google Shape;2241;g3d209b60b62_3_150"/>
          <p:cNvSpPr txBox="1"/>
          <p:nvPr/>
        </p:nvSpPr>
        <p:spPr>
          <a:xfrm>
            <a:off x="-1" y="6234672"/>
            <a:ext cx="5981100" cy="6465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chemeClr val="dk1"/>
              </a:buClr>
              <a:buSzPts val="1800"/>
              <a:buFont typeface="Arial"/>
              <a:buNone/>
            </a:pPr>
            <a:r>
              <a:rPr b="0" i="0" lang="en-US" sz="1800" u="none" cap="none" strike="noStrike">
                <a:solidFill>
                  <a:schemeClr val="lt1"/>
                </a:solidFill>
                <a:latin typeface="Times New Roman"/>
                <a:ea typeface="Times New Roman"/>
                <a:cs typeface="Times New Roman"/>
                <a:sym typeface="Times New Roman"/>
              </a:rPr>
              <a:t>Machine Learning Professional</a:t>
            </a:r>
            <a:br>
              <a:rPr b="0" i="0" lang="en-US" sz="1800" u="none" cap="none" strike="noStrike">
                <a:solidFill>
                  <a:schemeClr val="lt1"/>
                </a:solidFill>
                <a:latin typeface="Times New Roman"/>
                <a:ea typeface="Times New Roman"/>
                <a:cs typeface="Times New Roman"/>
                <a:sym typeface="Times New Roman"/>
              </a:rPr>
            </a:br>
            <a:r>
              <a:rPr b="0" i="0" lang="en-US" sz="1800" u="none" cap="none" strike="noStrike">
                <a:solidFill>
                  <a:schemeClr val="lt1"/>
                </a:solidFill>
                <a:latin typeface="Times New Roman"/>
                <a:ea typeface="Times New Roman"/>
                <a:cs typeface="Times New Roman"/>
                <a:sym typeface="Times New Roman"/>
              </a:rPr>
              <a:t>Project Presentation</a:t>
            </a:r>
            <a:endParaRPr b="0" i="0" sz="1800" u="none" cap="none" strike="noStrike">
              <a:solidFill>
                <a:schemeClr val="lt1"/>
              </a:solidFill>
              <a:latin typeface="Times New Roman"/>
              <a:ea typeface="Times New Roman"/>
              <a:cs typeface="Times New Roman"/>
              <a:sym typeface="Times New Roman"/>
            </a:endParaRPr>
          </a:p>
        </p:txBody>
      </p:sp>
      <p:pic>
        <p:nvPicPr>
          <p:cNvPr id="2242" name="Google Shape;2242;g3d209b60b62_3_150"/>
          <p:cNvPicPr preferRelativeResize="0"/>
          <p:nvPr/>
        </p:nvPicPr>
        <p:blipFill rotWithShape="1">
          <a:blip r:embed="rId6">
            <a:alphaModFix/>
          </a:blip>
          <a:srcRect b="0" l="0" r="0" t="0"/>
          <a:stretch/>
        </p:blipFill>
        <p:spPr>
          <a:xfrm>
            <a:off x="10590875" y="6330524"/>
            <a:ext cx="1500023" cy="585000"/>
          </a:xfrm>
          <a:prstGeom prst="rect">
            <a:avLst/>
          </a:prstGeom>
          <a:noFill/>
          <a:ln>
            <a:noFill/>
          </a:ln>
        </p:spPr>
      </p:pic>
      <p:sp>
        <p:nvSpPr>
          <p:cNvPr id="2243" name="Google Shape;2243;g3d209b60b62_3_150"/>
          <p:cNvSpPr txBox="1"/>
          <p:nvPr/>
        </p:nvSpPr>
        <p:spPr>
          <a:xfrm>
            <a:off x="-1" y="6234672"/>
            <a:ext cx="5981100" cy="6465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chemeClr val="dk1"/>
              </a:buClr>
              <a:buSzPts val="1800"/>
              <a:buFont typeface="Arial"/>
              <a:buNone/>
            </a:pPr>
            <a:r>
              <a:rPr b="0" i="0" lang="en-US" sz="1800" u="none" cap="none" strike="noStrike">
                <a:solidFill>
                  <a:schemeClr val="lt1"/>
                </a:solidFill>
                <a:latin typeface="Times New Roman"/>
                <a:ea typeface="Times New Roman"/>
                <a:cs typeface="Times New Roman"/>
                <a:sym typeface="Times New Roman"/>
              </a:rPr>
              <a:t>Machine Learning Professional</a:t>
            </a:r>
            <a:br>
              <a:rPr b="0" i="0" lang="en-US" sz="1800" u="none" cap="none" strike="noStrike">
                <a:solidFill>
                  <a:schemeClr val="lt1"/>
                </a:solidFill>
                <a:latin typeface="Times New Roman"/>
                <a:ea typeface="Times New Roman"/>
                <a:cs typeface="Times New Roman"/>
                <a:sym typeface="Times New Roman"/>
              </a:rPr>
            </a:br>
            <a:r>
              <a:rPr b="0" i="0" lang="en-US" sz="1800" u="none" cap="none" strike="noStrike">
                <a:solidFill>
                  <a:schemeClr val="lt1"/>
                </a:solidFill>
                <a:latin typeface="Times New Roman"/>
                <a:ea typeface="Times New Roman"/>
                <a:cs typeface="Times New Roman"/>
                <a:sym typeface="Times New Roman"/>
              </a:rPr>
              <a:t>Project Presentation</a:t>
            </a:r>
            <a:endParaRPr b="0" i="0" sz="1800" u="none" cap="none" strike="noStrike">
              <a:solidFill>
                <a:schemeClr val="lt1"/>
              </a:solidFill>
              <a:latin typeface="Times New Roman"/>
              <a:ea typeface="Times New Roman"/>
              <a:cs typeface="Times New Roman"/>
              <a:sym typeface="Times New Roman"/>
            </a:endParaRPr>
          </a:p>
        </p:txBody>
      </p:sp>
      <p:pic>
        <p:nvPicPr>
          <p:cNvPr id="2244" name="Google Shape;2244;g3d209b60b62_3_150"/>
          <p:cNvPicPr preferRelativeResize="0"/>
          <p:nvPr/>
        </p:nvPicPr>
        <p:blipFill rotWithShape="1">
          <a:blip r:embed="rId6">
            <a:alphaModFix/>
          </a:blip>
          <a:srcRect b="0" l="0" r="0" t="0"/>
          <a:stretch/>
        </p:blipFill>
        <p:spPr>
          <a:xfrm>
            <a:off x="10590875" y="6330524"/>
            <a:ext cx="1500023" cy="585000"/>
          </a:xfrm>
          <a:prstGeom prst="rect">
            <a:avLst/>
          </a:prstGeom>
          <a:noFill/>
          <a:ln>
            <a:noFill/>
          </a:ln>
        </p:spPr>
      </p:pic>
      <p:sp>
        <p:nvSpPr>
          <p:cNvPr id="2245" name="Google Shape;2245;g3d209b60b62_3_150"/>
          <p:cNvSpPr txBox="1"/>
          <p:nvPr/>
        </p:nvSpPr>
        <p:spPr>
          <a:xfrm>
            <a:off x="-1" y="6234672"/>
            <a:ext cx="5981100" cy="6465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chemeClr val="dk1"/>
              </a:buClr>
              <a:buSzPts val="1800"/>
              <a:buFont typeface="Arial"/>
              <a:buNone/>
            </a:pPr>
            <a:r>
              <a:rPr b="0" i="0" lang="en-US" sz="1800" u="none" cap="none" strike="noStrike">
                <a:solidFill>
                  <a:schemeClr val="lt1"/>
                </a:solidFill>
                <a:latin typeface="Times New Roman"/>
                <a:ea typeface="Times New Roman"/>
                <a:cs typeface="Times New Roman"/>
                <a:sym typeface="Times New Roman"/>
              </a:rPr>
              <a:t>Nanoelectronics - Seminar Presentation</a:t>
            </a:r>
            <a:br>
              <a:rPr b="0" i="0" lang="en-US" sz="1800" u="none" cap="none" strike="noStrike">
                <a:solidFill>
                  <a:schemeClr val="lt1"/>
                </a:solidFill>
                <a:latin typeface="Times New Roman"/>
                <a:ea typeface="Times New Roman"/>
                <a:cs typeface="Times New Roman"/>
                <a:sym typeface="Times New Roman"/>
              </a:rPr>
            </a:br>
            <a:r>
              <a:rPr b="0" i="0" lang="en-US" sz="1800" u="none" cap="none" strike="noStrike">
                <a:solidFill>
                  <a:schemeClr val="lt1"/>
                </a:solidFill>
                <a:latin typeface="Times New Roman"/>
                <a:ea typeface="Times New Roman"/>
                <a:cs typeface="Times New Roman"/>
                <a:sym typeface="Times New Roman"/>
              </a:rPr>
              <a:t>Ronit Dutta</a:t>
            </a:r>
            <a:endParaRPr b="0" i="0" sz="1800" u="none" cap="none" strike="noStrike">
              <a:solidFill>
                <a:schemeClr val="lt1"/>
              </a:solidFill>
              <a:latin typeface="Times New Roman"/>
              <a:ea typeface="Times New Roman"/>
              <a:cs typeface="Times New Roman"/>
              <a:sym typeface="Times New Roman"/>
            </a:endParaRPr>
          </a:p>
        </p:txBody>
      </p:sp>
      <p:pic>
        <p:nvPicPr>
          <p:cNvPr id="2246" name="Google Shape;2246;g3d209b60b62_3_150"/>
          <p:cNvPicPr preferRelativeResize="0"/>
          <p:nvPr/>
        </p:nvPicPr>
        <p:blipFill rotWithShape="1">
          <a:blip r:embed="rId6">
            <a:alphaModFix/>
          </a:blip>
          <a:srcRect b="0" l="0" r="0" t="0"/>
          <a:stretch/>
        </p:blipFill>
        <p:spPr>
          <a:xfrm>
            <a:off x="10590875" y="6330524"/>
            <a:ext cx="1500023" cy="585000"/>
          </a:xfrm>
          <a:prstGeom prst="rect">
            <a:avLst/>
          </a:prstGeom>
          <a:noFill/>
          <a:ln>
            <a:noFill/>
          </a:ln>
        </p:spPr>
      </p:pic>
      <p:pic>
        <p:nvPicPr>
          <p:cNvPr id="2247" name="Google Shape;2247;g3d209b60b62_3_150"/>
          <p:cNvPicPr preferRelativeResize="0"/>
          <p:nvPr/>
        </p:nvPicPr>
        <p:blipFill rotWithShape="1">
          <a:blip r:embed="rId4">
            <a:alphaModFix/>
          </a:blip>
          <a:srcRect b="0" l="0" r="0" t="0"/>
          <a:stretch/>
        </p:blipFill>
        <p:spPr>
          <a:xfrm>
            <a:off x="10590934" y="6330522"/>
            <a:ext cx="1499906" cy="585000"/>
          </a:xfrm>
          <a:prstGeom prst="rect">
            <a:avLst/>
          </a:prstGeom>
          <a:noFill/>
          <a:ln>
            <a:noFill/>
          </a:ln>
        </p:spPr>
      </p:pic>
      <p:sp>
        <p:nvSpPr>
          <p:cNvPr id="2248" name="Google Shape;2248;g3d209b60b62_3_150"/>
          <p:cNvSpPr txBox="1"/>
          <p:nvPr/>
        </p:nvSpPr>
        <p:spPr>
          <a:xfrm>
            <a:off x="-1" y="6288587"/>
            <a:ext cx="5981100" cy="3693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chemeClr val="dk1"/>
              </a:buClr>
              <a:buSzPts val="1800"/>
              <a:buFont typeface="Arial"/>
              <a:buNone/>
            </a:pPr>
            <a:r>
              <a:rPr b="0" i="0" lang="en-US" sz="1800" u="none" cap="none" strike="noStrike">
                <a:solidFill>
                  <a:schemeClr val="lt1"/>
                </a:solidFill>
                <a:latin typeface="Times New Roman"/>
                <a:ea typeface="Times New Roman"/>
                <a:cs typeface="Times New Roman"/>
                <a:sym typeface="Times New Roman"/>
              </a:rPr>
              <a:t>Term Paper Presentation | Ronit Dutta</a:t>
            </a:r>
            <a:endParaRPr b="0" i="0" sz="1800" u="none" cap="none" strike="noStrike">
              <a:solidFill>
                <a:schemeClr val="lt1"/>
              </a:solidFill>
              <a:latin typeface="Times New Roman"/>
              <a:ea typeface="Times New Roman"/>
              <a:cs typeface="Times New Roman"/>
              <a:sym typeface="Times New Roman"/>
            </a:endParaRPr>
          </a:p>
        </p:txBody>
      </p:sp>
      <p:pic>
        <p:nvPicPr>
          <p:cNvPr id="2249" name="Google Shape;2249;g3d209b60b62_3_150"/>
          <p:cNvPicPr preferRelativeResize="0"/>
          <p:nvPr/>
        </p:nvPicPr>
        <p:blipFill rotWithShape="1">
          <a:blip r:embed="rId4">
            <a:alphaModFix/>
          </a:blip>
          <a:srcRect b="0" l="0" r="0" t="0"/>
          <a:stretch/>
        </p:blipFill>
        <p:spPr>
          <a:xfrm>
            <a:off x="10590934" y="6330522"/>
            <a:ext cx="1499906" cy="585000"/>
          </a:xfrm>
          <a:prstGeom prst="rect">
            <a:avLst/>
          </a:prstGeom>
          <a:noFill/>
          <a:ln>
            <a:noFill/>
          </a:ln>
        </p:spPr>
      </p:pic>
      <p:sp>
        <p:nvSpPr>
          <p:cNvPr id="2250" name="Google Shape;2250;g3d209b60b62_3_150"/>
          <p:cNvSpPr txBox="1"/>
          <p:nvPr/>
        </p:nvSpPr>
        <p:spPr>
          <a:xfrm>
            <a:off x="-1" y="6288587"/>
            <a:ext cx="5981100" cy="3693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chemeClr val="dk1"/>
              </a:buClr>
              <a:buSzPts val="1800"/>
              <a:buFont typeface="Arial"/>
              <a:buNone/>
            </a:pPr>
            <a:r>
              <a:rPr b="0" i="0" lang="en-US" sz="1800" u="none" cap="none" strike="noStrike">
                <a:solidFill>
                  <a:schemeClr val="lt1"/>
                </a:solidFill>
                <a:latin typeface="Times New Roman"/>
                <a:ea typeface="Times New Roman"/>
                <a:cs typeface="Times New Roman"/>
                <a:sym typeface="Times New Roman"/>
              </a:rPr>
              <a:t>Term Paper Presentation | Ronit Dutta</a:t>
            </a:r>
            <a:endParaRPr b="0" i="0" sz="1800" u="none" cap="none" strike="noStrike">
              <a:solidFill>
                <a:schemeClr val="lt1"/>
              </a:solidFill>
              <a:latin typeface="Times New Roman"/>
              <a:ea typeface="Times New Roman"/>
              <a:cs typeface="Times New Roman"/>
              <a:sym typeface="Times New Roman"/>
            </a:endParaRPr>
          </a:p>
        </p:txBody>
      </p:sp>
      <p:pic>
        <p:nvPicPr>
          <p:cNvPr id="2251" name="Google Shape;2251;g3d209b60b62_3_150"/>
          <p:cNvPicPr preferRelativeResize="0"/>
          <p:nvPr/>
        </p:nvPicPr>
        <p:blipFill rotWithShape="1">
          <a:blip r:embed="rId4">
            <a:alphaModFix/>
          </a:blip>
          <a:srcRect b="0" l="0" r="0" t="0"/>
          <a:stretch/>
        </p:blipFill>
        <p:spPr>
          <a:xfrm>
            <a:off x="10590934" y="6330522"/>
            <a:ext cx="1499906" cy="585000"/>
          </a:xfrm>
          <a:prstGeom prst="rect">
            <a:avLst/>
          </a:prstGeom>
          <a:noFill/>
          <a:ln>
            <a:noFill/>
          </a:ln>
        </p:spPr>
      </p:pic>
      <p:sp>
        <p:nvSpPr>
          <p:cNvPr id="2252" name="Google Shape;2252;g3d209b60b62_3_150"/>
          <p:cNvSpPr txBox="1"/>
          <p:nvPr/>
        </p:nvSpPr>
        <p:spPr>
          <a:xfrm>
            <a:off x="-1" y="6288587"/>
            <a:ext cx="5981100" cy="6465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chemeClr val="dk1"/>
              </a:buClr>
              <a:buSzPts val="1800"/>
              <a:buFont typeface="Arial"/>
              <a:buNone/>
            </a:pPr>
            <a:r>
              <a:rPr b="0" i="0" lang="en-US" sz="1800" u="none" cap="none" strike="noStrike">
                <a:solidFill>
                  <a:schemeClr val="lt1"/>
                </a:solidFill>
                <a:latin typeface="Times New Roman"/>
                <a:ea typeface="Times New Roman"/>
                <a:cs typeface="Times New Roman"/>
                <a:sym typeface="Times New Roman"/>
              </a:rPr>
              <a:t>Machine Learning Professional</a:t>
            </a:r>
            <a:br>
              <a:rPr b="0" i="0" lang="en-US" sz="1800" u="none" cap="none" strike="noStrike">
                <a:solidFill>
                  <a:schemeClr val="lt1"/>
                </a:solidFill>
                <a:latin typeface="Times New Roman"/>
                <a:ea typeface="Times New Roman"/>
                <a:cs typeface="Times New Roman"/>
                <a:sym typeface="Times New Roman"/>
              </a:rPr>
            </a:br>
            <a:r>
              <a:rPr b="0" i="0" lang="en-US" sz="1800" u="none" cap="none" strike="noStrike">
                <a:solidFill>
                  <a:schemeClr val="lt1"/>
                </a:solidFill>
                <a:latin typeface="Times New Roman"/>
                <a:ea typeface="Times New Roman"/>
                <a:cs typeface="Times New Roman"/>
                <a:sym typeface="Times New Roman"/>
              </a:rPr>
              <a:t>Project Presentation</a:t>
            </a:r>
            <a:endParaRPr b="0" i="0" sz="1800" u="none" cap="none" strike="noStrike">
              <a:solidFill>
                <a:schemeClr val="lt1"/>
              </a:solidFill>
              <a:latin typeface="Times New Roman"/>
              <a:ea typeface="Times New Roman"/>
              <a:cs typeface="Times New Roman"/>
              <a:sym typeface="Times New Roman"/>
            </a:endParaRPr>
          </a:p>
        </p:txBody>
      </p:sp>
      <p:pic>
        <p:nvPicPr>
          <p:cNvPr id="2253" name="Google Shape;2253;g3d209b60b62_3_150"/>
          <p:cNvPicPr preferRelativeResize="0"/>
          <p:nvPr/>
        </p:nvPicPr>
        <p:blipFill rotWithShape="1">
          <a:blip r:embed="rId6">
            <a:alphaModFix/>
          </a:blip>
          <a:srcRect b="0" l="0" r="0" t="0"/>
          <a:stretch/>
        </p:blipFill>
        <p:spPr>
          <a:xfrm>
            <a:off x="10590875" y="6341462"/>
            <a:ext cx="1500023" cy="585000"/>
          </a:xfrm>
          <a:prstGeom prst="rect">
            <a:avLst/>
          </a:prstGeom>
          <a:noFill/>
          <a:ln>
            <a:noFill/>
          </a:ln>
        </p:spPr>
      </p:pic>
      <p:sp>
        <p:nvSpPr>
          <p:cNvPr id="2254" name="Google Shape;2254;g3d209b60b62_3_150"/>
          <p:cNvSpPr txBox="1"/>
          <p:nvPr/>
        </p:nvSpPr>
        <p:spPr>
          <a:xfrm>
            <a:off x="-1" y="6288587"/>
            <a:ext cx="5981100" cy="6465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chemeClr val="dk1"/>
              </a:buClr>
              <a:buSzPts val="1800"/>
              <a:buFont typeface="Arial"/>
              <a:buNone/>
            </a:pPr>
            <a:r>
              <a:rPr b="0" i="0" lang="en-US" sz="1800" u="none" cap="none" strike="noStrike">
                <a:solidFill>
                  <a:schemeClr val="lt1"/>
                </a:solidFill>
                <a:latin typeface="Times New Roman"/>
                <a:ea typeface="Times New Roman"/>
                <a:cs typeface="Times New Roman"/>
                <a:sym typeface="Times New Roman"/>
              </a:rPr>
              <a:t>Machine Learning Professional</a:t>
            </a:r>
            <a:br>
              <a:rPr b="0" i="0" lang="en-US" sz="1800" u="none" cap="none" strike="noStrike">
                <a:solidFill>
                  <a:schemeClr val="lt1"/>
                </a:solidFill>
                <a:latin typeface="Times New Roman"/>
                <a:ea typeface="Times New Roman"/>
                <a:cs typeface="Times New Roman"/>
                <a:sym typeface="Times New Roman"/>
              </a:rPr>
            </a:br>
            <a:r>
              <a:rPr b="0" i="0" lang="en-US" sz="1800" u="none" cap="none" strike="noStrike">
                <a:solidFill>
                  <a:schemeClr val="lt1"/>
                </a:solidFill>
                <a:latin typeface="Times New Roman"/>
                <a:ea typeface="Times New Roman"/>
                <a:cs typeface="Times New Roman"/>
                <a:sym typeface="Times New Roman"/>
              </a:rPr>
              <a:t>Project Presentation</a:t>
            </a:r>
            <a:endParaRPr b="0" i="0" sz="1800" u="none" cap="none" strike="noStrike">
              <a:solidFill>
                <a:schemeClr val="lt1"/>
              </a:solidFill>
              <a:latin typeface="Times New Roman"/>
              <a:ea typeface="Times New Roman"/>
              <a:cs typeface="Times New Roman"/>
              <a:sym typeface="Times New Roman"/>
            </a:endParaRPr>
          </a:p>
        </p:txBody>
      </p:sp>
      <p:pic>
        <p:nvPicPr>
          <p:cNvPr id="2255" name="Google Shape;2255;g3d209b60b62_3_150"/>
          <p:cNvPicPr preferRelativeResize="0"/>
          <p:nvPr/>
        </p:nvPicPr>
        <p:blipFill rotWithShape="1">
          <a:blip r:embed="rId6">
            <a:alphaModFix/>
          </a:blip>
          <a:srcRect b="0" l="0" r="0" t="0"/>
          <a:stretch/>
        </p:blipFill>
        <p:spPr>
          <a:xfrm>
            <a:off x="10590875" y="6330524"/>
            <a:ext cx="1500023" cy="585000"/>
          </a:xfrm>
          <a:prstGeom prst="rect">
            <a:avLst/>
          </a:prstGeom>
          <a:noFill/>
          <a:ln>
            <a:noFill/>
          </a:ln>
        </p:spPr>
      </p:pic>
      <p:sp>
        <p:nvSpPr>
          <p:cNvPr id="2256" name="Google Shape;2256;g3d209b60b62_3_150"/>
          <p:cNvSpPr txBox="1"/>
          <p:nvPr/>
        </p:nvSpPr>
        <p:spPr>
          <a:xfrm>
            <a:off x="-1" y="6234672"/>
            <a:ext cx="5981100" cy="6465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chemeClr val="dk1"/>
              </a:buClr>
              <a:buSzPts val="1800"/>
              <a:buFont typeface="Arial"/>
              <a:buNone/>
            </a:pPr>
            <a:r>
              <a:rPr b="0" i="0" lang="en-US" sz="1800" u="none" cap="none" strike="noStrike">
                <a:solidFill>
                  <a:schemeClr val="lt1"/>
                </a:solidFill>
                <a:latin typeface="Times New Roman"/>
                <a:ea typeface="Times New Roman"/>
                <a:cs typeface="Times New Roman"/>
                <a:sym typeface="Times New Roman"/>
              </a:rPr>
              <a:t>Machine Learning Professional</a:t>
            </a:r>
            <a:br>
              <a:rPr b="0" i="0" lang="en-US" sz="1800" u="none" cap="none" strike="noStrike">
                <a:solidFill>
                  <a:schemeClr val="lt1"/>
                </a:solidFill>
                <a:latin typeface="Times New Roman"/>
                <a:ea typeface="Times New Roman"/>
                <a:cs typeface="Times New Roman"/>
                <a:sym typeface="Times New Roman"/>
              </a:rPr>
            </a:br>
            <a:r>
              <a:rPr b="0" i="0" lang="en-US" sz="1800" u="none" cap="none" strike="noStrike">
                <a:solidFill>
                  <a:schemeClr val="lt1"/>
                </a:solidFill>
                <a:latin typeface="Times New Roman"/>
                <a:ea typeface="Times New Roman"/>
                <a:cs typeface="Times New Roman"/>
                <a:sym typeface="Times New Roman"/>
              </a:rPr>
              <a:t>Project Presentation</a:t>
            </a:r>
            <a:endParaRPr b="0" i="0" sz="1800" u="none" cap="none" strike="noStrike">
              <a:solidFill>
                <a:schemeClr val="lt1"/>
              </a:solidFill>
              <a:latin typeface="Times New Roman"/>
              <a:ea typeface="Times New Roman"/>
              <a:cs typeface="Times New Roman"/>
              <a:sym typeface="Times New Roman"/>
            </a:endParaRPr>
          </a:p>
        </p:txBody>
      </p:sp>
      <p:pic>
        <p:nvPicPr>
          <p:cNvPr id="2257" name="Google Shape;2257;g3d209b60b62_3_150"/>
          <p:cNvPicPr preferRelativeResize="0"/>
          <p:nvPr/>
        </p:nvPicPr>
        <p:blipFill rotWithShape="1">
          <a:blip r:embed="rId6">
            <a:alphaModFix/>
          </a:blip>
          <a:srcRect b="0" l="0" r="0" t="0"/>
          <a:stretch/>
        </p:blipFill>
        <p:spPr>
          <a:xfrm>
            <a:off x="10590875" y="6330524"/>
            <a:ext cx="1500023" cy="585000"/>
          </a:xfrm>
          <a:prstGeom prst="rect">
            <a:avLst/>
          </a:prstGeom>
          <a:noFill/>
          <a:ln>
            <a:noFill/>
          </a:ln>
        </p:spPr>
      </p:pic>
      <p:sp>
        <p:nvSpPr>
          <p:cNvPr id="2258" name="Google Shape;2258;g3d209b60b62_3_150"/>
          <p:cNvSpPr txBox="1"/>
          <p:nvPr/>
        </p:nvSpPr>
        <p:spPr>
          <a:xfrm>
            <a:off x="-1" y="6234672"/>
            <a:ext cx="5981100" cy="6465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chemeClr val="dk1"/>
              </a:buClr>
              <a:buSzPts val="1800"/>
              <a:buFont typeface="Arial"/>
              <a:buNone/>
            </a:pPr>
            <a:r>
              <a:rPr b="0" i="0" lang="en-US" sz="1800" u="none" cap="none" strike="noStrike">
                <a:solidFill>
                  <a:schemeClr val="lt1"/>
                </a:solidFill>
                <a:latin typeface="Times New Roman"/>
                <a:ea typeface="Times New Roman"/>
                <a:cs typeface="Times New Roman"/>
                <a:sym typeface="Times New Roman"/>
              </a:rPr>
              <a:t>Machine Learning Professional</a:t>
            </a:r>
            <a:br>
              <a:rPr b="0" i="0" lang="en-US" sz="1800" u="none" cap="none" strike="noStrike">
                <a:solidFill>
                  <a:schemeClr val="lt1"/>
                </a:solidFill>
                <a:latin typeface="Times New Roman"/>
                <a:ea typeface="Times New Roman"/>
                <a:cs typeface="Times New Roman"/>
                <a:sym typeface="Times New Roman"/>
              </a:rPr>
            </a:br>
            <a:r>
              <a:rPr b="0" i="0" lang="en-US" sz="1800" u="none" cap="none" strike="noStrike">
                <a:solidFill>
                  <a:schemeClr val="lt1"/>
                </a:solidFill>
                <a:latin typeface="Times New Roman"/>
                <a:ea typeface="Times New Roman"/>
                <a:cs typeface="Times New Roman"/>
                <a:sym typeface="Times New Roman"/>
              </a:rPr>
              <a:t>Project Presentation</a:t>
            </a:r>
            <a:endParaRPr b="0" i="0" sz="1800" u="none" cap="none" strike="noStrike">
              <a:solidFill>
                <a:schemeClr val="lt1"/>
              </a:solidFill>
              <a:latin typeface="Times New Roman"/>
              <a:ea typeface="Times New Roman"/>
              <a:cs typeface="Times New Roman"/>
              <a:sym typeface="Times New Roman"/>
            </a:endParaRPr>
          </a:p>
        </p:txBody>
      </p:sp>
      <p:pic>
        <p:nvPicPr>
          <p:cNvPr id="2259" name="Google Shape;2259;g3d209b60b62_3_150"/>
          <p:cNvPicPr preferRelativeResize="0"/>
          <p:nvPr/>
        </p:nvPicPr>
        <p:blipFill rotWithShape="1">
          <a:blip r:embed="rId6">
            <a:alphaModFix/>
          </a:blip>
          <a:srcRect b="0" l="0" r="0" t="0"/>
          <a:stretch/>
        </p:blipFill>
        <p:spPr>
          <a:xfrm>
            <a:off x="10590875" y="6330524"/>
            <a:ext cx="1500023" cy="585000"/>
          </a:xfrm>
          <a:prstGeom prst="rect">
            <a:avLst/>
          </a:prstGeom>
          <a:noFill/>
          <a:ln>
            <a:noFill/>
          </a:ln>
        </p:spPr>
      </p:pic>
      <p:sp>
        <p:nvSpPr>
          <p:cNvPr id="2260" name="Google Shape;2260;g3d209b60b62_3_150"/>
          <p:cNvSpPr txBox="1"/>
          <p:nvPr/>
        </p:nvSpPr>
        <p:spPr>
          <a:xfrm>
            <a:off x="-1" y="6234672"/>
            <a:ext cx="5981100" cy="6465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chemeClr val="dk1"/>
              </a:buClr>
              <a:buSzPts val="1800"/>
              <a:buFont typeface="Arial"/>
              <a:buNone/>
            </a:pPr>
            <a:r>
              <a:rPr b="0" i="0" lang="en-US" sz="1800" u="none" cap="none" strike="noStrike">
                <a:solidFill>
                  <a:schemeClr val="lt1"/>
                </a:solidFill>
                <a:latin typeface="Times New Roman"/>
                <a:ea typeface="Times New Roman"/>
                <a:cs typeface="Times New Roman"/>
                <a:sym typeface="Times New Roman"/>
              </a:rPr>
              <a:t>Nanoelectronics - Seminar Presentation</a:t>
            </a:r>
            <a:br>
              <a:rPr b="0" i="0" lang="en-US" sz="1800" u="none" cap="none" strike="noStrike">
                <a:solidFill>
                  <a:schemeClr val="lt1"/>
                </a:solidFill>
                <a:latin typeface="Times New Roman"/>
                <a:ea typeface="Times New Roman"/>
                <a:cs typeface="Times New Roman"/>
                <a:sym typeface="Times New Roman"/>
              </a:rPr>
            </a:br>
            <a:r>
              <a:rPr b="0" i="0" lang="en-US" sz="1800" u="none" cap="none" strike="noStrike">
                <a:solidFill>
                  <a:schemeClr val="lt1"/>
                </a:solidFill>
                <a:latin typeface="Times New Roman"/>
                <a:ea typeface="Times New Roman"/>
                <a:cs typeface="Times New Roman"/>
                <a:sym typeface="Times New Roman"/>
              </a:rPr>
              <a:t>Ronit Dutta</a:t>
            </a:r>
            <a:endParaRPr b="0" i="0" sz="1800" u="none" cap="none" strike="noStrike">
              <a:solidFill>
                <a:schemeClr val="lt1"/>
              </a:solidFill>
              <a:latin typeface="Times New Roman"/>
              <a:ea typeface="Times New Roman"/>
              <a:cs typeface="Times New Roman"/>
              <a:sym typeface="Times New Roman"/>
            </a:endParaRPr>
          </a:p>
        </p:txBody>
      </p:sp>
      <p:pic>
        <p:nvPicPr>
          <p:cNvPr id="2261" name="Google Shape;2261;g3d209b60b62_3_150"/>
          <p:cNvPicPr preferRelativeResize="0"/>
          <p:nvPr/>
        </p:nvPicPr>
        <p:blipFill rotWithShape="1">
          <a:blip r:embed="rId6">
            <a:alphaModFix/>
          </a:blip>
          <a:srcRect b="0" l="0" r="0" t="0"/>
          <a:stretch/>
        </p:blipFill>
        <p:spPr>
          <a:xfrm>
            <a:off x="10590875" y="6330524"/>
            <a:ext cx="1500023" cy="585000"/>
          </a:xfrm>
          <a:prstGeom prst="rect">
            <a:avLst/>
          </a:prstGeom>
          <a:noFill/>
          <a:ln>
            <a:noFill/>
          </a:ln>
        </p:spPr>
      </p:pic>
      <p:pic>
        <p:nvPicPr>
          <p:cNvPr id="2262" name="Google Shape;2262;g3d209b60b62_3_150"/>
          <p:cNvPicPr preferRelativeResize="0"/>
          <p:nvPr/>
        </p:nvPicPr>
        <p:blipFill rotWithShape="1">
          <a:blip r:embed="rId9">
            <a:alphaModFix/>
          </a:blip>
          <a:srcRect b="0" l="0" r="0" t="0"/>
          <a:stretch/>
        </p:blipFill>
        <p:spPr>
          <a:xfrm>
            <a:off x="0" y="6234674"/>
            <a:ext cx="12192000" cy="1165875"/>
          </a:xfrm>
          <a:prstGeom prst="rect">
            <a:avLst/>
          </a:prstGeom>
          <a:noFill/>
          <a:ln>
            <a:noFill/>
          </a:ln>
        </p:spPr>
      </p:pic>
      <p:sp>
        <p:nvSpPr>
          <p:cNvPr id="2263" name="Google Shape;2263;g3d209b60b62_3_150"/>
          <p:cNvSpPr txBox="1"/>
          <p:nvPr/>
        </p:nvSpPr>
        <p:spPr>
          <a:xfrm>
            <a:off x="-1" y="6310697"/>
            <a:ext cx="5981100" cy="6465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chemeClr val="dk1"/>
              </a:buClr>
              <a:buSzPts val="1800"/>
              <a:buFont typeface="Arial"/>
              <a:buNone/>
            </a:pPr>
            <a:r>
              <a:rPr lang="en-US" sz="1800">
                <a:solidFill>
                  <a:schemeClr val="lt1"/>
                </a:solidFill>
                <a:latin typeface="Times New Roman"/>
                <a:ea typeface="Times New Roman"/>
                <a:cs typeface="Times New Roman"/>
                <a:sym typeface="Times New Roman"/>
              </a:rPr>
              <a:t>Applied Mathematics for Engineering [MIDTERM PROJECT]</a:t>
            </a:r>
            <a:br>
              <a:rPr b="0" i="0" lang="en-US" sz="1800" u="none" cap="none" strike="noStrike">
                <a:solidFill>
                  <a:schemeClr val="lt1"/>
                </a:solidFill>
                <a:latin typeface="Times New Roman"/>
                <a:ea typeface="Times New Roman"/>
                <a:cs typeface="Times New Roman"/>
                <a:sym typeface="Times New Roman"/>
              </a:rPr>
            </a:br>
            <a:r>
              <a:rPr b="0" i="0" lang="en-US" sz="1800" u="none" cap="none" strike="noStrike">
                <a:solidFill>
                  <a:schemeClr val="lt1"/>
                </a:solidFill>
                <a:latin typeface="Times New Roman"/>
                <a:ea typeface="Times New Roman"/>
                <a:cs typeface="Times New Roman"/>
                <a:sym typeface="Times New Roman"/>
              </a:rPr>
              <a:t>Ronit Dutta</a:t>
            </a:r>
            <a:endParaRPr b="0" i="0" sz="1800" u="none" cap="none" strike="noStrike">
              <a:solidFill>
                <a:schemeClr val="lt1"/>
              </a:solidFill>
              <a:latin typeface="Times New Roman"/>
              <a:ea typeface="Times New Roman"/>
              <a:cs typeface="Times New Roman"/>
              <a:sym typeface="Times New Roman"/>
            </a:endParaRPr>
          </a:p>
        </p:txBody>
      </p:sp>
      <p:pic>
        <p:nvPicPr>
          <p:cNvPr id="2264" name="Google Shape;2264;g3d209b60b62_3_150"/>
          <p:cNvPicPr preferRelativeResize="0"/>
          <p:nvPr/>
        </p:nvPicPr>
        <p:blipFill rotWithShape="1">
          <a:blip r:embed="rId6">
            <a:alphaModFix/>
          </a:blip>
          <a:srcRect b="0" l="0" r="0" t="0"/>
          <a:stretch/>
        </p:blipFill>
        <p:spPr>
          <a:xfrm>
            <a:off x="10579375" y="6341449"/>
            <a:ext cx="1500023" cy="585000"/>
          </a:xfrm>
          <a:prstGeom prst="rect">
            <a:avLst/>
          </a:prstGeom>
          <a:noFill/>
          <a:ln>
            <a:noFill/>
          </a:ln>
        </p:spPr>
      </p:pic>
      <p:pic>
        <p:nvPicPr>
          <p:cNvPr id="2265" name="Google Shape;2265;g3d209b60b62_3_150"/>
          <p:cNvPicPr preferRelativeResize="0"/>
          <p:nvPr/>
        </p:nvPicPr>
        <p:blipFill rotWithShape="1">
          <a:blip r:embed="rId9">
            <a:alphaModFix/>
          </a:blip>
          <a:srcRect b="0" l="0" r="0" t="0"/>
          <a:stretch/>
        </p:blipFill>
        <p:spPr>
          <a:xfrm>
            <a:off x="0" y="6330524"/>
            <a:ext cx="12192000" cy="1165875"/>
          </a:xfrm>
          <a:prstGeom prst="rect">
            <a:avLst/>
          </a:prstGeom>
          <a:noFill/>
          <a:ln>
            <a:noFill/>
          </a:ln>
        </p:spPr>
      </p:pic>
      <p:sp>
        <p:nvSpPr>
          <p:cNvPr id="2266" name="Google Shape;2266;g3d209b60b62_3_150"/>
          <p:cNvSpPr txBox="1"/>
          <p:nvPr/>
        </p:nvSpPr>
        <p:spPr>
          <a:xfrm>
            <a:off x="-1" y="6445547"/>
            <a:ext cx="5981100" cy="6465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chemeClr val="dk1"/>
              </a:buClr>
              <a:buSzPts val="1800"/>
              <a:buFont typeface="Arial"/>
              <a:buNone/>
            </a:pPr>
            <a:r>
              <a:rPr lang="en-US" sz="1800">
                <a:solidFill>
                  <a:schemeClr val="lt1"/>
                </a:solidFill>
                <a:latin typeface="Times New Roman"/>
                <a:ea typeface="Times New Roman"/>
                <a:cs typeface="Times New Roman"/>
                <a:sym typeface="Times New Roman"/>
              </a:rPr>
              <a:t>Applied Mathematics for Engineering [MIDTERM PROJECT]</a:t>
            </a:r>
            <a:br>
              <a:rPr b="0" i="0" lang="en-US" sz="1800" u="none" cap="none" strike="noStrike">
                <a:solidFill>
                  <a:schemeClr val="lt1"/>
                </a:solidFill>
                <a:latin typeface="Times New Roman"/>
                <a:ea typeface="Times New Roman"/>
                <a:cs typeface="Times New Roman"/>
                <a:sym typeface="Times New Roman"/>
              </a:rPr>
            </a:br>
            <a:r>
              <a:rPr b="0" i="0" lang="en-US" sz="1800" u="none" cap="none" strike="noStrike">
                <a:solidFill>
                  <a:schemeClr val="lt1"/>
                </a:solidFill>
                <a:latin typeface="Times New Roman"/>
                <a:ea typeface="Times New Roman"/>
                <a:cs typeface="Times New Roman"/>
                <a:sym typeface="Times New Roman"/>
              </a:rPr>
              <a:t>Ronit Dutta</a:t>
            </a:r>
            <a:endParaRPr b="0" i="0" sz="1800" u="none" cap="none" strike="noStrike">
              <a:solidFill>
                <a:schemeClr val="lt1"/>
              </a:solidFill>
              <a:latin typeface="Times New Roman"/>
              <a:ea typeface="Times New Roman"/>
              <a:cs typeface="Times New Roman"/>
              <a:sym typeface="Times New Roman"/>
            </a:endParaRPr>
          </a:p>
        </p:txBody>
      </p:sp>
      <p:pic>
        <p:nvPicPr>
          <p:cNvPr id="2267" name="Google Shape;2267;g3d209b60b62_3_150"/>
          <p:cNvPicPr preferRelativeResize="0"/>
          <p:nvPr/>
        </p:nvPicPr>
        <p:blipFill rotWithShape="1">
          <a:blip r:embed="rId6">
            <a:alphaModFix/>
          </a:blip>
          <a:srcRect b="0" l="0" r="0" t="0"/>
          <a:stretch/>
        </p:blipFill>
        <p:spPr>
          <a:xfrm>
            <a:off x="10579375" y="6476299"/>
            <a:ext cx="1500023" cy="585000"/>
          </a:xfrm>
          <a:prstGeom prst="rect">
            <a:avLst/>
          </a:prstGeom>
          <a:noFill/>
          <a:ln>
            <a:noFill/>
          </a:ln>
        </p:spPr>
      </p:pic>
      <p:pic>
        <p:nvPicPr>
          <p:cNvPr id="2268" name="Google Shape;2268;g3d209b60b62_3_150"/>
          <p:cNvPicPr preferRelativeResize="0"/>
          <p:nvPr/>
        </p:nvPicPr>
        <p:blipFill rotWithShape="1">
          <a:blip r:embed="rId4">
            <a:alphaModFix/>
          </a:blip>
          <a:srcRect b="0" l="0" r="0" t="0"/>
          <a:stretch/>
        </p:blipFill>
        <p:spPr>
          <a:xfrm>
            <a:off x="10590934" y="6330522"/>
            <a:ext cx="1499906" cy="585000"/>
          </a:xfrm>
          <a:prstGeom prst="rect">
            <a:avLst/>
          </a:prstGeom>
          <a:noFill/>
          <a:ln>
            <a:noFill/>
          </a:ln>
        </p:spPr>
      </p:pic>
      <p:sp>
        <p:nvSpPr>
          <p:cNvPr id="2269" name="Google Shape;2269;g3d209b60b62_3_150"/>
          <p:cNvSpPr txBox="1"/>
          <p:nvPr/>
        </p:nvSpPr>
        <p:spPr>
          <a:xfrm>
            <a:off x="-1" y="6288587"/>
            <a:ext cx="5981100" cy="3693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chemeClr val="dk1"/>
              </a:buClr>
              <a:buSzPts val="1800"/>
              <a:buFont typeface="Arial"/>
              <a:buNone/>
            </a:pPr>
            <a:r>
              <a:rPr b="0" i="0" lang="en-US" sz="1800" u="none" cap="none" strike="noStrike">
                <a:solidFill>
                  <a:schemeClr val="lt1"/>
                </a:solidFill>
                <a:latin typeface="Times New Roman"/>
                <a:ea typeface="Times New Roman"/>
                <a:cs typeface="Times New Roman"/>
                <a:sym typeface="Times New Roman"/>
              </a:rPr>
              <a:t>Term Paper Presentation | Ronit Dutta</a:t>
            </a:r>
            <a:endParaRPr b="0" i="0" sz="1800" u="none" cap="none" strike="noStrike">
              <a:solidFill>
                <a:schemeClr val="lt1"/>
              </a:solidFill>
              <a:latin typeface="Times New Roman"/>
              <a:ea typeface="Times New Roman"/>
              <a:cs typeface="Times New Roman"/>
              <a:sym typeface="Times New Roman"/>
            </a:endParaRPr>
          </a:p>
        </p:txBody>
      </p:sp>
      <p:pic>
        <p:nvPicPr>
          <p:cNvPr id="2270" name="Google Shape;2270;g3d209b60b62_3_150"/>
          <p:cNvPicPr preferRelativeResize="0"/>
          <p:nvPr/>
        </p:nvPicPr>
        <p:blipFill rotWithShape="1">
          <a:blip r:embed="rId4">
            <a:alphaModFix/>
          </a:blip>
          <a:srcRect b="0" l="0" r="0" t="0"/>
          <a:stretch/>
        </p:blipFill>
        <p:spPr>
          <a:xfrm>
            <a:off x="10590934" y="6330522"/>
            <a:ext cx="1499906" cy="585000"/>
          </a:xfrm>
          <a:prstGeom prst="rect">
            <a:avLst/>
          </a:prstGeom>
          <a:noFill/>
          <a:ln>
            <a:noFill/>
          </a:ln>
        </p:spPr>
      </p:pic>
      <p:sp>
        <p:nvSpPr>
          <p:cNvPr id="2271" name="Google Shape;2271;g3d209b60b62_3_150"/>
          <p:cNvSpPr txBox="1"/>
          <p:nvPr/>
        </p:nvSpPr>
        <p:spPr>
          <a:xfrm>
            <a:off x="-1" y="6288587"/>
            <a:ext cx="5981100" cy="3693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chemeClr val="dk1"/>
              </a:buClr>
              <a:buSzPts val="1800"/>
              <a:buFont typeface="Arial"/>
              <a:buNone/>
            </a:pPr>
            <a:r>
              <a:rPr b="0" i="0" lang="en-US" sz="1800" u="none" cap="none" strike="noStrike">
                <a:solidFill>
                  <a:schemeClr val="lt1"/>
                </a:solidFill>
                <a:latin typeface="Times New Roman"/>
                <a:ea typeface="Times New Roman"/>
                <a:cs typeface="Times New Roman"/>
                <a:sym typeface="Times New Roman"/>
              </a:rPr>
              <a:t>Term Paper Presentation | Ronit Dutta</a:t>
            </a:r>
            <a:endParaRPr b="0" i="0" sz="1800" u="none" cap="none" strike="noStrike">
              <a:solidFill>
                <a:schemeClr val="lt1"/>
              </a:solidFill>
              <a:latin typeface="Times New Roman"/>
              <a:ea typeface="Times New Roman"/>
              <a:cs typeface="Times New Roman"/>
              <a:sym typeface="Times New Roman"/>
            </a:endParaRPr>
          </a:p>
        </p:txBody>
      </p:sp>
      <p:pic>
        <p:nvPicPr>
          <p:cNvPr id="2272" name="Google Shape;2272;g3d209b60b62_3_150"/>
          <p:cNvPicPr preferRelativeResize="0"/>
          <p:nvPr/>
        </p:nvPicPr>
        <p:blipFill rotWithShape="1">
          <a:blip r:embed="rId4">
            <a:alphaModFix/>
          </a:blip>
          <a:srcRect b="0" l="0" r="0" t="0"/>
          <a:stretch/>
        </p:blipFill>
        <p:spPr>
          <a:xfrm>
            <a:off x="10590934" y="6330522"/>
            <a:ext cx="1499906" cy="585000"/>
          </a:xfrm>
          <a:prstGeom prst="rect">
            <a:avLst/>
          </a:prstGeom>
          <a:noFill/>
          <a:ln>
            <a:noFill/>
          </a:ln>
        </p:spPr>
      </p:pic>
      <p:sp>
        <p:nvSpPr>
          <p:cNvPr id="2273" name="Google Shape;2273;g3d209b60b62_3_150"/>
          <p:cNvSpPr txBox="1"/>
          <p:nvPr/>
        </p:nvSpPr>
        <p:spPr>
          <a:xfrm>
            <a:off x="-1" y="6288587"/>
            <a:ext cx="5981100" cy="6465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chemeClr val="dk1"/>
              </a:buClr>
              <a:buSzPts val="1800"/>
              <a:buFont typeface="Arial"/>
              <a:buNone/>
            </a:pPr>
            <a:r>
              <a:rPr b="0" i="0" lang="en-US" sz="1800" u="none" cap="none" strike="noStrike">
                <a:solidFill>
                  <a:schemeClr val="lt1"/>
                </a:solidFill>
                <a:latin typeface="Times New Roman"/>
                <a:ea typeface="Times New Roman"/>
                <a:cs typeface="Times New Roman"/>
                <a:sym typeface="Times New Roman"/>
              </a:rPr>
              <a:t>Machine Learning Professional</a:t>
            </a:r>
            <a:br>
              <a:rPr b="0" i="0" lang="en-US" sz="1800" u="none" cap="none" strike="noStrike">
                <a:solidFill>
                  <a:schemeClr val="lt1"/>
                </a:solidFill>
                <a:latin typeface="Times New Roman"/>
                <a:ea typeface="Times New Roman"/>
                <a:cs typeface="Times New Roman"/>
                <a:sym typeface="Times New Roman"/>
              </a:rPr>
            </a:br>
            <a:r>
              <a:rPr b="0" i="0" lang="en-US" sz="1800" u="none" cap="none" strike="noStrike">
                <a:solidFill>
                  <a:schemeClr val="lt1"/>
                </a:solidFill>
                <a:latin typeface="Times New Roman"/>
                <a:ea typeface="Times New Roman"/>
                <a:cs typeface="Times New Roman"/>
                <a:sym typeface="Times New Roman"/>
              </a:rPr>
              <a:t>Project Presentation</a:t>
            </a:r>
            <a:endParaRPr b="0" i="0" sz="1800" u="none" cap="none" strike="noStrike">
              <a:solidFill>
                <a:schemeClr val="lt1"/>
              </a:solidFill>
              <a:latin typeface="Times New Roman"/>
              <a:ea typeface="Times New Roman"/>
              <a:cs typeface="Times New Roman"/>
              <a:sym typeface="Times New Roman"/>
            </a:endParaRPr>
          </a:p>
        </p:txBody>
      </p:sp>
      <p:pic>
        <p:nvPicPr>
          <p:cNvPr id="2274" name="Google Shape;2274;g3d209b60b62_3_150"/>
          <p:cNvPicPr preferRelativeResize="0"/>
          <p:nvPr/>
        </p:nvPicPr>
        <p:blipFill rotWithShape="1">
          <a:blip r:embed="rId6">
            <a:alphaModFix/>
          </a:blip>
          <a:srcRect b="0" l="0" r="0" t="0"/>
          <a:stretch/>
        </p:blipFill>
        <p:spPr>
          <a:xfrm>
            <a:off x="10590875" y="6341462"/>
            <a:ext cx="1500023" cy="585000"/>
          </a:xfrm>
          <a:prstGeom prst="rect">
            <a:avLst/>
          </a:prstGeom>
          <a:noFill/>
          <a:ln>
            <a:noFill/>
          </a:ln>
        </p:spPr>
      </p:pic>
      <p:sp>
        <p:nvSpPr>
          <p:cNvPr id="2275" name="Google Shape;2275;g3d209b60b62_3_150"/>
          <p:cNvSpPr txBox="1"/>
          <p:nvPr/>
        </p:nvSpPr>
        <p:spPr>
          <a:xfrm>
            <a:off x="-1" y="6288587"/>
            <a:ext cx="5981100" cy="6465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chemeClr val="dk1"/>
              </a:buClr>
              <a:buSzPts val="1800"/>
              <a:buFont typeface="Arial"/>
              <a:buNone/>
            </a:pPr>
            <a:r>
              <a:rPr b="0" i="0" lang="en-US" sz="1800" u="none" cap="none" strike="noStrike">
                <a:solidFill>
                  <a:schemeClr val="lt1"/>
                </a:solidFill>
                <a:latin typeface="Times New Roman"/>
                <a:ea typeface="Times New Roman"/>
                <a:cs typeface="Times New Roman"/>
                <a:sym typeface="Times New Roman"/>
              </a:rPr>
              <a:t>Machine Learning Professional</a:t>
            </a:r>
            <a:br>
              <a:rPr b="0" i="0" lang="en-US" sz="1800" u="none" cap="none" strike="noStrike">
                <a:solidFill>
                  <a:schemeClr val="lt1"/>
                </a:solidFill>
                <a:latin typeface="Times New Roman"/>
                <a:ea typeface="Times New Roman"/>
                <a:cs typeface="Times New Roman"/>
                <a:sym typeface="Times New Roman"/>
              </a:rPr>
            </a:br>
            <a:r>
              <a:rPr b="0" i="0" lang="en-US" sz="1800" u="none" cap="none" strike="noStrike">
                <a:solidFill>
                  <a:schemeClr val="lt1"/>
                </a:solidFill>
                <a:latin typeface="Times New Roman"/>
                <a:ea typeface="Times New Roman"/>
                <a:cs typeface="Times New Roman"/>
                <a:sym typeface="Times New Roman"/>
              </a:rPr>
              <a:t>Project Presentation</a:t>
            </a:r>
            <a:endParaRPr b="0" i="0" sz="1800" u="none" cap="none" strike="noStrike">
              <a:solidFill>
                <a:schemeClr val="lt1"/>
              </a:solidFill>
              <a:latin typeface="Times New Roman"/>
              <a:ea typeface="Times New Roman"/>
              <a:cs typeface="Times New Roman"/>
              <a:sym typeface="Times New Roman"/>
            </a:endParaRPr>
          </a:p>
        </p:txBody>
      </p:sp>
      <p:pic>
        <p:nvPicPr>
          <p:cNvPr id="2276" name="Google Shape;2276;g3d209b60b62_3_150"/>
          <p:cNvPicPr preferRelativeResize="0"/>
          <p:nvPr/>
        </p:nvPicPr>
        <p:blipFill rotWithShape="1">
          <a:blip r:embed="rId6">
            <a:alphaModFix/>
          </a:blip>
          <a:srcRect b="0" l="0" r="0" t="0"/>
          <a:stretch/>
        </p:blipFill>
        <p:spPr>
          <a:xfrm>
            <a:off x="10590875" y="6330524"/>
            <a:ext cx="1500023" cy="585000"/>
          </a:xfrm>
          <a:prstGeom prst="rect">
            <a:avLst/>
          </a:prstGeom>
          <a:noFill/>
          <a:ln>
            <a:noFill/>
          </a:ln>
        </p:spPr>
      </p:pic>
      <p:sp>
        <p:nvSpPr>
          <p:cNvPr id="2277" name="Google Shape;2277;g3d209b60b62_3_150"/>
          <p:cNvSpPr txBox="1"/>
          <p:nvPr/>
        </p:nvSpPr>
        <p:spPr>
          <a:xfrm>
            <a:off x="-1" y="6234672"/>
            <a:ext cx="5981100" cy="6465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chemeClr val="dk1"/>
              </a:buClr>
              <a:buSzPts val="1800"/>
              <a:buFont typeface="Arial"/>
              <a:buNone/>
            </a:pPr>
            <a:r>
              <a:rPr b="0" i="0" lang="en-US" sz="1800" u="none" cap="none" strike="noStrike">
                <a:solidFill>
                  <a:schemeClr val="lt1"/>
                </a:solidFill>
                <a:latin typeface="Times New Roman"/>
                <a:ea typeface="Times New Roman"/>
                <a:cs typeface="Times New Roman"/>
                <a:sym typeface="Times New Roman"/>
              </a:rPr>
              <a:t>Machine Learning Professional</a:t>
            </a:r>
            <a:br>
              <a:rPr b="0" i="0" lang="en-US" sz="1800" u="none" cap="none" strike="noStrike">
                <a:solidFill>
                  <a:schemeClr val="lt1"/>
                </a:solidFill>
                <a:latin typeface="Times New Roman"/>
                <a:ea typeface="Times New Roman"/>
                <a:cs typeface="Times New Roman"/>
                <a:sym typeface="Times New Roman"/>
              </a:rPr>
            </a:br>
            <a:r>
              <a:rPr b="0" i="0" lang="en-US" sz="1800" u="none" cap="none" strike="noStrike">
                <a:solidFill>
                  <a:schemeClr val="lt1"/>
                </a:solidFill>
                <a:latin typeface="Times New Roman"/>
                <a:ea typeface="Times New Roman"/>
                <a:cs typeface="Times New Roman"/>
                <a:sym typeface="Times New Roman"/>
              </a:rPr>
              <a:t>Project Presentation</a:t>
            </a:r>
            <a:endParaRPr b="0" i="0" sz="1800" u="none" cap="none" strike="noStrike">
              <a:solidFill>
                <a:schemeClr val="lt1"/>
              </a:solidFill>
              <a:latin typeface="Times New Roman"/>
              <a:ea typeface="Times New Roman"/>
              <a:cs typeface="Times New Roman"/>
              <a:sym typeface="Times New Roman"/>
            </a:endParaRPr>
          </a:p>
        </p:txBody>
      </p:sp>
      <p:pic>
        <p:nvPicPr>
          <p:cNvPr id="2278" name="Google Shape;2278;g3d209b60b62_3_150"/>
          <p:cNvPicPr preferRelativeResize="0"/>
          <p:nvPr/>
        </p:nvPicPr>
        <p:blipFill rotWithShape="1">
          <a:blip r:embed="rId6">
            <a:alphaModFix/>
          </a:blip>
          <a:srcRect b="0" l="0" r="0" t="0"/>
          <a:stretch/>
        </p:blipFill>
        <p:spPr>
          <a:xfrm>
            <a:off x="10590875" y="6330524"/>
            <a:ext cx="1500023" cy="585000"/>
          </a:xfrm>
          <a:prstGeom prst="rect">
            <a:avLst/>
          </a:prstGeom>
          <a:noFill/>
          <a:ln>
            <a:noFill/>
          </a:ln>
        </p:spPr>
      </p:pic>
      <p:sp>
        <p:nvSpPr>
          <p:cNvPr id="2279" name="Google Shape;2279;g3d209b60b62_3_150"/>
          <p:cNvSpPr txBox="1"/>
          <p:nvPr/>
        </p:nvSpPr>
        <p:spPr>
          <a:xfrm>
            <a:off x="-1" y="6234672"/>
            <a:ext cx="5981100" cy="6465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chemeClr val="dk1"/>
              </a:buClr>
              <a:buSzPts val="1800"/>
              <a:buFont typeface="Arial"/>
              <a:buNone/>
            </a:pPr>
            <a:r>
              <a:rPr b="0" i="0" lang="en-US" sz="1800" u="none" cap="none" strike="noStrike">
                <a:solidFill>
                  <a:schemeClr val="lt1"/>
                </a:solidFill>
                <a:latin typeface="Times New Roman"/>
                <a:ea typeface="Times New Roman"/>
                <a:cs typeface="Times New Roman"/>
                <a:sym typeface="Times New Roman"/>
              </a:rPr>
              <a:t>Machine Learning Professional</a:t>
            </a:r>
            <a:br>
              <a:rPr b="0" i="0" lang="en-US" sz="1800" u="none" cap="none" strike="noStrike">
                <a:solidFill>
                  <a:schemeClr val="lt1"/>
                </a:solidFill>
                <a:latin typeface="Times New Roman"/>
                <a:ea typeface="Times New Roman"/>
                <a:cs typeface="Times New Roman"/>
                <a:sym typeface="Times New Roman"/>
              </a:rPr>
            </a:br>
            <a:r>
              <a:rPr b="0" i="0" lang="en-US" sz="1800" u="none" cap="none" strike="noStrike">
                <a:solidFill>
                  <a:schemeClr val="lt1"/>
                </a:solidFill>
                <a:latin typeface="Times New Roman"/>
                <a:ea typeface="Times New Roman"/>
                <a:cs typeface="Times New Roman"/>
                <a:sym typeface="Times New Roman"/>
              </a:rPr>
              <a:t>Project Presentation</a:t>
            </a:r>
            <a:endParaRPr b="0" i="0" sz="1800" u="none" cap="none" strike="noStrike">
              <a:solidFill>
                <a:schemeClr val="lt1"/>
              </a:solidFill>
              <a:latin typeface="Times New Roman"/>
              <a:ea typeface="Times New Roman"/>
              <a:cs typeface="Times New Roman"/>
              <a:sym typeface="Times New Roman"/>
            </a:endParaRPr>
          </a:p>
        </p:txBody>
      </p:sp>
      <p:pic>
        <p:nvPicPr>
          <p:cNvPr id="2280" name="Google Shape;2280;g3d209b60b62_3_150"/>
          <p:cNvPicPr preferRelativeResize="0"/>
          <p:nvPr/>
        </p:nvPicPr>
        <p:blipFill rotWithShape="1">
          <a:blip r:embed="rId6">
            <a:alphaModFix/>
          </a:blip>
          <a:srcRect b="0" l="0" r="0" t="0"/>
          <a:stretch/>
        </p:blipFill>
        <p:spPr>
          <a:xfrm>
            <a:off x="10590875" y="6330524"/>
            <a:ext cx="1500023" cy="585000"/>
          </a:xfrm>
          <a:prstGeom prst="rect">
            <a:avLst/>
          </a:prstGeom>
          <a:noFill/>
          <a:ln>
            <a:noFill/>
          </a:ln>
        </p:spPr>
      </p:pic>
      <p:sp>
        <p:nvSpPr>
          <p:cNvPr id="2281" name="Google Shape;2281;g3d209b60b62_3_150"/>
          <p:cNvSpPr txBox="1"/>
          <p:nvPr/>
        </p:nvSpPr>
        <p:spPr>
          <a:xfrm>
            <a:off x="-1" y="6234672"/>
            <a:ext cx="5981100" cy="6465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chemeClr val="dk1"/>
              </a:buClr>
              <a:buSzPts val="1800"/>
              <a:buFont typeface="Arial"/>
              <a:buNone/>
            </a:pPr>
            <a:r>
              <a:rPr b="0" i="0" lang="en-US" sz="1800" u="none" cap="none" strike="noStrike">
                <a:solidFill>
                  <a:schemeClr val="lt1"/>
                </a:solidFill>
                <a:latin typeface="Times New Roman"/>
                <a:ea typeface="Times New Roman"/>
                <a:cs typeface="Times New Roman"/>
                <a:sym typeface="Times New Roman"/>
              </a:rPr>
              <a:t>Nanoelectronics - Seminar Presentation</a:t>
            </a:r>
            <a:br>
              <a:rPr b="0" i="0" lang="en-US" sz="1800" u="none" cap="none" strike="noStrike">
                <a:solidFill>
                  <a:schemeClr val="lt1"/>
                </a:solidFill>
                <a:latin typeface="Times New Roman"/>
                <a:ea typeface="Times New Roman"/>
                <a:cs typeface="Times New Roman"/>
                <a:sym typeface="Times New Roman"/>
              </a:rPr>
            </a:br>
            <a:r>
              <a:rPr b="0" i="0" lang="en-US" sz="1800" u="none" cap="none" strike="noStrike">
                <a:solidFill>
                  <a:schemeClr val="lt1"/>
                </a:solidFill>
                <a:latin typeface="Times New Roman"/>
                <a:ea typeface="Times New Roman"/>
                <a:cs typeface="Times New Roman"/>
                <a:sym typeface="Times New Roman"/>
              </a:rPr>
              <a:t>Ronit Dutta</a:t>
            </a:r>
            <a:endParaRPr b="0" i="0" sz="1800" u="none" cap="none" strike="noStrike">
              <a:solidFill>
                <a:schemeClr val="lt1"/>
              </a:solidFill>
              <a:latin typeface="Times New Roman"/>
              <a:ea typeface="Times New Roman"/>
              <a:cs typeface="Times New Roman"/>
              <a:sym typeface="Times New Roman"/>
            </a:endParaRPr>
          </a:p>
        </p:txBody>
      </p:sp>
      <p:pic>
        <p:nvPicPr>
          <p:cNvPr id="2282" name="Google Shape;2282;g3d209b60b62_3_150"/>
          <p:cNvPicPr preferRelativeResize="0"/>
          <p:nvPr/>
        </p:nvPicPr>
        <p:blipFill rotWithShape="1">
          <a:blip r:embed="rId6">
            <a:alphaModFix/>
          </a:blip>
          <a:srcRect b="0" l="0" r="0" t="0"/>
          <a:stretch/>
        </p:blipFill>
        <p:spPr>
          <a:xfrm>
            <a:off x="10590875" y="6330524"/>
            <a:ext cx="1500023" cy="585000"/>
          </a:xfrm>
          <a:prstGeom prst="rect">
            <a:avLst/>
          </a:prstGeom>
          <a:noFill/>
          <a:ln>
            <a:noFill/>
          </a:ln>
        </p:spPr>
      </p:pic>
      <p:pic>
        <p:nvPicPr>
          <p:cNvPr id="2283" name="Google Shape;2283;g3d209b60b62_3_150"/>
          <p:cNvPicPr preferRelativeResize="0"/>
          <p:nvPr/>
        </p:nvPicPr>
        <p:blipFill rotWithShape="1">
          <a:blip r:embed="rId4">
            <a:alphaModFix/>
          </a:blip>
          <a:srcRect b="0" l="0" r="0" t="0"/>
          <a:stretch/>
        </p:blipFill>
        <p:spPr>
          <a:xfrm>
            <a:off x="10590934" y="6330522"/>
            <a:ext cx="1499906" cy="585000"/>
          </a:xfrm>
          <a:prstGeom prst="rect">
            <a:avLst/>
          </a:prstGeom>
          <a:noFill/>
          <a:ln>
            <a:noFill/>
          </a:ln>
        </p:spPr>
      </p:pic>
      <p:sp>
        <p:nvSpPr>
          <p:cNvPr id="2284" name="Google Shape;2284;g3d209b60b62_3_150"/>
          <p:cNvSpPr txBox="1"/>
          <p:nvPr/>
        </p:nvSpPr>
        <p:spPr>
          <a:xfrm>
            <a:off x="-1" y="6288587"/>
            <a:ext cx="5981100" cy="3693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chemeClr val="dk1"/>
              </a:buClr>
              <a:buSzPts val="1800"/>
              <a:buFont typeface="Arial"/>
              <a:buNone/>
            </a:pPr>
            <a:r>
              <a:rPr b="0" i="0" lang="en-US" sz="1800" u="none" cap="none" strike="noStrike">
                <a:solidFill>
                  <a:schemeClr val="lt1"/>
                </a:solidFill>
                <a:latin typeface="Times New Roman"/>
                <a:ea typeface="Times New Roman"/>
                <a:cs typeface="Times New Roman"/>
                <a:sym typeface="Times New Roman"/>
              </a:rPr>
              <a:t>Term Paper Presentation | Ronit Dutta</a:t>
            </a:r>
            <a:endParaRPr b="0" i="0" sz="1800" u="none" cap="none" strike="noStrike">
              <a:solidFill>
                <a:schemeClr val="lt1"/>
              </a:solidFill>
              <a:latin typeface="Times New Roman"/>
              <a:ea typeface="Times New Roman"/>
              <a:cs typeface="Times New Roman"/>
              <a:sym typeface="Times New Roman"/>
            </a:endParaRPr>
          </a:p>
        </p:txBody>
      </p:sp>
      <p:pic>
        <p:nvPicPr>
          <p:cNvPr id="2285" name="Google Shape;2285;g3d209b60b62_3_150"/>
          <p:cNvPicPr preferRelativeResize="0"/>
          <p:nvPr/>
        </p:nvPicPr>
        <p:blipFill rotWithShape="1">
          <a:blip r:embed="rId4">
            <a:alphaModFix/>
          </a:blip>
          <a:srcRect b="0" l="0" r="0" t="0"/>
          <a:stretch/>
        </p:blipFill>
        <p:spPr>
          <a:xfrm>
            <a:off x="10590934" y="6330522"/>
            <a:ext cx="1499906" cy="585000"/>
          </a:xfrm>
          <a:prstGeom prst="rect">
            <a:avLst/>
          </a:prstGeom>
          <a:noFill/>
          <a:ln>
            <a:noFill/>
          </a:ln>
        </p:spPr>
      </p:pic>
      <p:sp>
        <p:nvSpPr>
          <p:cNvPr id="2286" name="Google Shape;2286;g3d209b60b62_3_150"/>
          <p:cNvSpPr txBox="1"/>
          <p:nvPr/>
        </p:nvSpPr>
        <p:spPr>
          <a:xfrm>
            <a:off x="-1" y="6288587"/>
            <a:ext cx="5981100" cy="3693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chemeClr val="dk1"/>
              </a:buClr>
              <a:buSzPts val="1800"/>
              <a:buFont typeface="Arial"/>
              <a:buNone/>
            </a:pPr>
            <a:r>
              <a:rPr b="0" i="0" lang="en-US" sz="1800" u="none" cap="none" strike="noStrike">
                <a:solidFill>
                  <a:schemeClr val="lt1"/>
                </a:solidFill>
                <a:latin typeface="Times New Roman"/>
                <a:ea typeface="Times New Roman"/>
                <a:cs typeface="Times New Roman"/>
                <a:sym typeface="Times New Roman"/>
              </a:rPr>
              <a:t>Term Paper Presentation | Ronit Dutta</a:t>
            </a:r>
            <a:endParaRPr b="0" i="0" sz="1800" u="none" cap="none" strike="noStrike">
              <a:solidFill>
                <a:schemeClr val="lt1"/>
              </a:solidFill>
              <a:latin typeface="Times New Roman"/>
              <a:ea typeface="Times New Roman"/>
              <a:cs typeface="Times New Roman"/>
              <a:sym typeface="Times New Roman"/>
            </a:endParaRPr>
          </a:p>
        </p:txBody>
      </p:sp>
      <p:pic>
        <p:nvPicPr>
          <p:cNvPr id="2287" name="Google Shape;2287;g3d209b60b62_3_150"/>
          <p:cNvPicPr preferRelativeResize="0"/>
          <p:nvPr/>
        </p:nvPicPr>
        <p:blipFill rotWithShape="1">
          <a:blip r:embed="rId4">
            <a:alphaModFix/>
          </a:blip>
          <a:srcRect b="0" l="0" r="0" t="0"/>
          <a:stretch/>
        </p:blipFill>
        <p:spPr>
          <a:xfrm>
            <a:off x="10590934" y="6330522"/>
            <a:ext cx="1499906" cy="585000"/>
          </a:xfrm>
          <a:prstGeom prst="rect">
            <a:avLst/>
          </a:prstGeom>
          <a:noFill/>
          <a:ln>
            <a:noFill/>
          </a:ln>
        </p:spPr>
      </p:pic>
      <p:sp>
        <p:nvSpPr>
          <p:cNvPr id="2288" name="Google Shape;2288;g3d209b60b62_3_150"/>
          <p:cNvSpPr txBox="1"/>
          <p:nvPr/>
        </p:nvSpPr>
        <p:spPr>
          <a:xfrm>
            <a:off x="-1" y="6288587"/>
            <a:ext cx="5981100" cy="6465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chemeClr val="dk1"/>
              </a:buClr>
              <a:buSzPts val="1800"/>
              <a:buFont typeface="Arial"/>
              <a:buNone/>
            </a:pPr>
            <a:r>
              <a:rPr b="0" i="0" lang="en-US" sz="1800" u="none" cap="none" strike="noStrike">
                <a:solidFill>
                  <a:schemeClr val="lt1"/>
                </a:solidFill>
                <a:latin typeface="Times New Roman"/>
                <a:ea typeface="Times New Roman"/>
                <a:cs typeface="Times New Roman"/>
                <a:sym typeface="Times New Roman"/>
              </a:rPr>
              <a:t>Machine Learning Professional</a:t>
            </a:r>
            <a:br>
              <a:rPr b="0" i="0" lang="en-US" sz="1800" u="none" cap="none" strike="noStrike">
                <a:solidFill>
                  <a:schemeClr val="lt1"/>
                </a:solidFill>
                <a:latin typeface="Times New Roman"/>
                <a:ea typeface="Times New Roman"/>
                <a:cs typeface="Times New Roman"/>
                <a:sym typeface="Times New Roman"/>
              </a:rPr>
            </a:br>
            <a:r>
              <a:rPr b="0" i="0" lang="en-US" sz="1800" u="none" cap="none" strike="noStrike">
                <a:solidFill>
                  <a:schemeClr val="lt1"/>
                </a:solidFill>
                <a:latin typeface="Times New Roman"/>
                <a:ea typeface="Times New Roman"/>
                <a:cs typeface="Times New Roman"/>
                <a:sym typeface="Times New Roman"/>
              </a:rPr>
              <a:t>Project Presentation</a:t>
            </a:r>
            <a:endParaRPr b="0" i="0" sz="1800" u="none" cap="none" strike="noStrike">
              <a:solidFill>
                <a:schemeClr val="lt1"/>
              </a:solidFill>
              <a:latin typeface="Times New Roman"/>
              <a:ea typeface="Times New Roman"/>
              <a:cs typeface="Times New Roman"/>
              <a:sym typeface="Times New Roman"/>
            </a:endParaRPr>
          </a:p>
        </p:txBody>
      </p:sp>
      <p:pic>
        <p:nvPicPr>
          <p:cNvPr id="2289" name="Google Shape;2289;g3d209b60b62_3_150"/>
          <p:cNvPicPr preferRelativeResize="0"/>
          <p:nvPr/>
        </p:nvPicPr>
        <p:blipFill rotWithShape="1">
          <a:blip r:embed="rId6">
            <a:alphaModFix/>
          </a:blip>
          <a:srcRect b="0" l="0" r="0" t="0"/>
          <a:stretch/>
        </p:blipFill>
        <p:spPr>
          <a:xfrm>
            <a:off x="10590875" y="6341462"/>
            <a:ext cx="1500023" cy="585000"/>
          </a:xfrm>
          <a:prstGeom prst="rect">
            <a:avLst/>
          </a:prstGeom>
          <a:noFill/>
          <a:ln>
            <a:noFill/>
          </a:ln>
        </p:spPr>
      </p:pic>
      <p:sp>
        <p:nvSpPr>
          <p:cNvPr id="2290" name="Google Shape;2290;g3d209b60b62_3_150"/>
          <p:cNvSpPr txBox="1"/>
          <p:nvPr/>
        </p:nvSpPr>
        <p:spPr>
          <a:xfrm>
            <a:off x="-1" y="6288587"/>
            <a:ext cx="5981100" cy="6465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chemeClr val="dk1"/>
              </a:buClr>
              <a:buSzPts val="1800"/>
              <a:buFont typeface="Arial"/>
              <a:buNone/>
            </a:pPr>
            <a:r>
              <a:rPr b="0" i="0" lang="en-US" sz="1800" u="none" cap="none" strike="noStrike">
                <a:solidFill>
                  <a:schemeClr val="lt1"/>
                </a:solidFill>
                <a:latin typeface="Times New Roman"/>
                <a:ea typeface="Times New Roman"/>
                <a:cs typeface="Times New Roman"/>
                <a:sym typeface="Times New Roman"/>
              </a:rPr>
              <a:t>Machine Learning Professional</a:t>
            </a:r>
            <a:br>
              <a:rPr b="0" i="0" lang="en-US" sz="1800" u="none" cap="none" strike="noStrike">
                <a:solidFill>
                  <a:schemeClr val="lt1"/>
                </a:solidFill>
                <a:latin typeface="Times New Roman"/>
                <a:ea typeface="Times New Roman"/>
                <a:cs typeface="Times New Roman"/>
                <a:sym typeface="Times New Roman"/>
              </a:rPr>
            </a:br>
            <a:r>
              <a:rPr b="0" i="0" lang="en-US" sz="1800" u="none" cap="none" strike="noStrike">
                <a:solidFill>
                  <a:schemeClr val="lt1"/>
                </a:solidFill>
                <a:latin typeface="Times New Roman"/>
                <a:ea typeface="Times New Roman"/>
                <a:cs typeface="Times New Roman"/>
                <a:sym typeface="Times New Roman"/>
              </a:rPr>
              <a:t>Project Presentation</a:t>
            </a:r>
            <a:endParaRPr b="0" i="0" sz="1800" u="none" cap="none" strike="noStrike">
              <a:solidFill>
                <a:schemeClr val="lt1"/>
              </a:solidFill>
              <a:latin typeface="Times New Roman"/>
              <a:ea typeface="Times New Roman"/>
              <a:cs typeface="Times New Roman"/>
              <a:sym typeface="Times New Roman"/>
            </a:endParaRPr>
          </a:p>
        </p:txBody>
      </p:sp>
      <p:pic>
        <p:nvPicPr>
          <p:cNvPr id="2291" name="Google Shape;2291;g3d209b60b62_3_150"/>
          <p:cNvPicPr preferRelativeResize="0"/>
          <p:nvPr/>
        </p:nvPicPr>
        <p:blipFill rotWithShape="1">
          <a:blip r:embed="rId6">
            <a:alphaModFix/>
          </a:blip>
          <a:srcRect b="0" l="0" r="0" t="0"/>
          <a:stretch/>
        </p:blipFill>
        <p:spPr>
          <a:xfrm>
            <a:off x="10590875" y="6330524"/>
            <a:ext cx="1500023" cy="585000"/>
          </a:xfrm>
          <a:prstGeom prst="rect">
            <a:avLst/>
          </a:prstGeom>
          <a:noFill/>
          <a:ln>
            <a:noFill/>
          </a:ln>
        </p:spPr>
      </p:pic>
      <p:sp>
        <p:nvSpPr>
          <p:cNvPr id="2292" name="Google Shape;2292;g3d209b60b62_3_150"/>
          <p:cNvSpPr txBox="1"/>
          <p:nvPr/>
        </p:nvSpPr>
        <p:spPr>
          <a:xfrm>
            <a:off x="-1" y="6234672"/>
            <a:ext cx="5981100" cy="6465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chemeClr val="dk1"/>
              </a:buClr>
              <a:buSzPts val="1800"/>
              <a:buFont typeface="Arial"/>
              <a:buNone/>
            </a:pPr>
            <a:r>
              <a:rPr b="0" i="0" lang="en-US" sz="1800" u="none" cap="none" strike="noStrike">
                <a:solidFill>
                  <a:schemeClr val="lt1"/>
                </a:solidFill>
                <a:latin typeface="Times New Roman"/>
                <a:ea typeface="Times New Roman"/>
                <a:cs typeface="Times New Roman"/>
                <a:sym typeface="Times New Roman"/>
              </a:rPr>
              <a:t>Machine Learning Professional</a:t>
            </a:r>
            <a:br>
              <a:rPr b="0" i="0" lang="en-US" sz="1800" u="none" cap="none" strike="noStrike">
                <a:solidFill>
                  <a:schemeClr val="lt1"/>
                </a:solidFill>
                <a:latin typeface="Times New Roman"/>
                <a:ea typeface="Times New Roman"/>
                <a:cs typeface="Times New Roman"/>
                <a:sym typeface="Times New Roman"/>
              </a:rPr>
            </a:br>
            <a:r>
              <a:rPr b="0" i="0" lang="en-US" sz="1800" u="none" cap="none" strike="noStrike">
                <a:solidFill>
                  <a:schemeClr val="lt1"/>
                </a:solidFill>
                <a:latin typeface="Times New Roman"/>
                <a:ea typeface="Times New Roman"/>
                <a:cs typeface="Times New Roman"/>
                <a:sym typeface="Times New Roman"/>
              </a:rPr>
              <a:t>Project Presentation</a:t>
            </a:r>
            <a:endParaRPr b="0" i="0" sz="1800" u="none" cap="none" strike="noStrike">
              <a:solidFill>
                <a:schemeClr val="lt1"/>
              </a:solidFill>
              <a:latin typeface="Times New Roman"/>
              <a:ea typeface="Times New Roman"/>
              <a:cs typeface="Times New Roman"/>
              <a:sym typeface="Times New Roman"/>
            </a:endParaRPr>
          </a:p>
        </p:txBody>
      </p:sp>
      <p:pic>
        <p:nvPicPr>
          <p:cNvPr id="2293" name="Google Shape;2293;g3d209b60b62_3_150"/>
          <p:cNvPicPr preferRelativeResize="0"/>
          <p:nvPr/>
        </p:nvPicPr>
        <p:blipFill rotWithShape="1">
          <a:blip r:embed="rId6">
            <a:alphaModFix/>
          </a:blip>
          <a:srcRect b="0" l="0" r="0" t="0"/>
          <a:stretch/>
        </p:blipFill>
        <p:spPr>
          <a:xfrm>
            <a:off x="10590875" y="6330524"/>
            <a:ext cx="1500023" cy="585000"/>
          </a:xfrm>
          <a:prstGeom prst="rect">
            <a:avLst/>
          </a:prstGeom>
          <a:noFill/>
          <a:ln>
            <a:noFill/>
          </a:ln>
        </p:spPr>
      </p:pic>
      <p:sp>
        <p:nvSpPr>
          <p:cNvPr id="2294" name="Google Shape;2294;g3d209b60b62_3_150"/>
          <p:cNvSpPr txBox="1"/>
          <p:nvPr/>
        </p:nvSpPr>
        <p:spPr>
          <a:xfrm>
            <a:off x="-1" y="6234672"/>
            <a:ext cx="5981100" cy="6465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chemeClr val="dk1"/>
              </a:buClr>
              <a:buSzPts val="1800"/>
              <a:buFont typeface="Arial"/>
              <a:buNone/>
            </a:pPr>
            <a:r>
              <a:rPr b="0" i="0" lang="en-US" sz="1800" u="none" cap="none" strike="noStrike">
                <a:solidFill>
                  <a:schemeClr val="lt1"/>
                </a:solidFill>
                <a:latin typeface="Times New Roman"/>
                <a:ea typeface="Times New Roman"/>
                <a:cs typeface="Times New Roman"/>
                <a:sym typeface="Times New Roman"/>
              </a:rPr>
              <a:t>Machine Learning Professional</a:t>
            </a:r>
            <a:br>
              <a:rPr b="0" i="0" lang="en-US" sz="1800" u="none" cap="none" strike="noStrike">
                <a:solidFill>
                  <a:schemeClr val="lt1"/>
                </a:solidFill>
                <a:latin typeface="Times New Roman"/>
                <a:ea typeface="Times New Roman"/>
                <a:cs typeface="Times New Roman"/>
                <a:sym typeface="Times New Roman"/>
              </a:rPr>
            </a:br>
            <a:r>
              <a:rPr b="0" i="0" lang="en-US" sz="1800" u="none" cap="none" strike="noStrike">
                <a:solidFill>
                  <a:schemeClr val="lt1"/>
                </a:solidFill>
                <a:latin typeface="Times New Roman"/>
                <a:ea typeface="Times New Roman"/>
                <a:cs typeface="Times New Roman"/>
                <a:sym typeface="Times New Roman"/>
              </a:rPr>
              <a:t>Project Presentation</a:t>
            </a:r>
            <a:endParaRPr b="0" i="0" sz="1800" u="none" cap="none" strike="noStrike">
              <a:solidFill>
                <a:schemeClr val="lt1"/>
              </a:solidFill>
              <a:latin typeface="Times New Roman"/>
              <a:ea typeface="Times New Roman"/>
              <a:cs typeface="Times New Roman"/>
              <a:sym typeface="Times New Roman"/>
            </a:endParaRPr>
          </a:p>
        </p:txBody>
      </p:sp>
      <p:pic>
        <p:nvPicPr>
          <p:cNvPr id="2295" name="Google Shape;2295;g3d209b60b62_3_150"/>
          <p:cNvPicPr preferRelativeResize="0"/>
          <p:nvPr/>
        </p:nvPicPr>
        <p:blipFill rotWithShape="1">
          <a:blip r:embed="rId6">
            <a:alphaModFix/>
          </a:blip>
          <a:srcRect b="0" l="0" r="0" t="0"/>
          <a:stretch/>
        </p:blipFill>
        <p:spPr>
          <a:xfrm>
            <a:off x="10590875" y="6330524"/>
            <a:ext cx="1500023" cy="585000"/>
          </a:xfrm>
          <a:prstGeom prst="rect">
            <a:avLst/>
          </a:prstGeom>
          <a:noFill/>
          <a:ln>
            <a:noFill/>
          </a:ln>
        </p:spPr>
      </p:pic>
      <p:sp>
        <p:nvSpPr>
          <p:cNvPr id="2296" name="Google Shape;2296;g3d209b60b62_3_150"/>
          <p:cNvSpPr txBox="1"/>
          <p:nvPr/>
        </p:nvSpPr>
        <p:spPr>
          <a:xfrm>
            <a:off x="-1" y="6234672"/>
            <a:ext cx="5981100" cy="6465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chemeClr val="dk1"/>
              </a:buClr>
              <a:buSzPts val="1800"/>
              <a:buFont typeface="Arial"/>
              <a:buNone/>
            </a:pPr>
            <a:r>
              <a:rPr b="0" i="0" lang="en-US" sz="1800" u="none" cap="none" strike="noStrike">
                <a:solidFill>
                  <a:schemeClr val="lt1"/>
                </a:solidFill>
                <a:latin typeface="Times New Roman"/>
                <a:ea typeface="Times New Roman"/>
                <a:cs typeface="Times New Roman"/>
                <a:sym typeface="Times New Roman"/>
              </a:rPr>
              <a:t>Nanoelectronics - Seminar Presentation</a:t>
            </a:r>
            <a:br>
              <a:rPr b="0" i="0" lang="en-US" sz="1800" u="none" cap="none" strike="noStrike">
                <a:solidFill>
                  <a:schemeClr val="lt1"/>
                </a:solidFill>
                <a:latin typeface="Times New Roman"/>
                <a:ea typeface="Times New Roman"/>
                <a:cs typeface="Times New Roman"/>
                <a:sym typeface="Times New Roman"/>
              </a:rPr>
            </a:br>
            <a:r>
              <a:rPr b="0" i="0" lang="en-US" sz="1800" u="none" cap="none" strike="noStrike">
                <a:solidFill>
                  <a:schemeClr val="lt1"/>
                </a:solidFill>
                <a:latin typeface="Times New Roman"/>
                <a:ea typeface="Times New Roman"/>
                <a:cs typeface="Times New Roman"/>
                <a:sym typeface="Times New Roman"/>
              </a:rPr>
              <a:t>Ronit Dutta</a:t>
            </a:r>
            <a:endParaRPr b="0" i="0" sz="1800" u="none" cap="none" strike="noStrike">
              <a:solidFill>
                <a:schemeClr val="lt1"/>
              </a:solidFill>
              <a:latin typeface="Times New Roman"/>
              <a:ea typeface="Times New Roman"/>
              <a:cs typeface="Times New Roman"/>
              <a:sym typeface="Times New Roman"/>
            </a:endParaRPr>
          </a:p>
        </p:txBody>
      </p:sp>
      <p:pic>
        <p:nvPicPr>
          <p:cNvPr id="2297" name="Google Shape;2297;g3d209b60b62_3_150"/>
          <p:cNvPicPr preferRelativeResize="0"/>
          <p:nvPr/>
        </p:nvPicPr>
        <p:blipFill rotWithShape="1">
          <a:blip r:embed="rId6">
            <a:alphaModFix/>
          </a:blip>
          <a:srcRect b="0" l="0" r="0" t="0"/>
          <a:stretch/>
        </p:blipFill>
        <p:spPr>
          <a:xfrm>
            <a:off x="10590875" y="6330524"/>
            <a:ext cx="1500023" cy="585000"/>
          </a:xfrm>
          <a:prstGeom prst="rect">
            <a:avLst/>
          </a:prstGeom>
          <a:noFill/>
          <a:ln>
            <a:noFill/>
          </a:ln>
        </p:spPr>
      </p:pic>
      <p:pic>
        <p:nvPicPr>
          <p:cNvPr id="2298" name="Google Shape;2298;g3d209b60b62_3_150"/>
          <p:cNvPicPr preferRelativeResize="0"/>
          <p:nvPr/>
        </p:nvPicPr>
        <p:blipFill rotWithShape="1">
          <a:blip r:embed="rId10">
            <a:alphaModFix/>
          </a:blip>
          <a:srcRect b="0" l="0" r="0" t="0"/>
          <a:stretch/>
        </p:blipFill>
        <p:spPr>
          <a:xfrm>
            <a:off x="0" y="6234674"/>
            <a:ext cx="12192000" cy="1165875"/>
          </a:xfrm>
          <a:prstGeom prst="rect">
            <a:avLst/>
          </a:prstGeom>
          <a:noFill/>
          <a:ln>
            <a:noFill/>
          </a:ln>
        </p:spPr>
      </p:pic>
      <p:sp>
        <p:nvSpPr>
          <p:cNvPr id="2299" name="Google Shape;2299;g3d209b60b62_3_150"/>
          <p:cNvSpPr txBox="1"/>
          <p:nvPr/>
        </p:nvSpPr>
        <p:spPr>
          <a:xfrm>
            <a:off x="-1" y="6310697"/>
            <a:ext cx="5981100" cy="6465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chemeClr val="dk1"/>
              </a:buClr>
              <a:buSzPts val="1800"/>
              <a:buFont typeface="Arial"/>
              <a:buNone/>
            </a:pPr>
            <a:r>
              <a:rPr lang="en-US" sz="1800">
                <a:solidFill>
                  <a:schemeClr val="lt1"/>
                </a:solidFill>
                <a:latin typeface="Times New Roman"/>
                <a:ea typeface="Times New Roman"/>
                <a:cs typeface="Times New Roman"/>
                <a:sym typeface="Times New Roman"/>
              </a:rPr>
              <a:t>Applied Mathematics for Engineering [MIDTERM PROJECT]</a:t>
            </a:r>
            <a:br>
              <a:rPr b="0" i="0" lang="en-US" sz="1800" u="none" cap="none" strike="noStrike">
                <a:solidFill>
                  <a:schemeClr val="lt1"/>
                </a:solidFill>
                <a:latin typeface="Times New Roman"/>
                <a:ea typeface="Times New Roman"/>
                <a:cs typeface="Times New Roman"/>
                <a:sym typeface="Times New Roman"/>
              </a:rPr>
            </a:br>
            <a:r>
              <a:rPr b="0" i="0" lang="en-US" sz="1800" u="none" cap="none" strike="noStrike">
                <a:solidFill>
                  <a:schemeClr val="lt1"/>
                </a:solidFill>
                <a:latin typeface="Times New Roman"/>
                <a:ea typeface="Times New Roman"/>
                <a:cs typeface="Times New Roman"/>
                <a:sym typeface="Times New Roman"/>
              </a:rPr>
              <a:t>Ronit Dutta</a:t>
            </a:r>
            <a:endParaRPr b="0" i="0" sz="1800" u="none" cap="none" strike="noStrike">
              <a:solidFill>
                <a:schemeClr val="lt1"/>
              </a:solidFill>
              <a:latin typeface="Times New Roman"/>
              <a:ea typeface="Times New Roman"/>
              <a:cs typeface="Times New Roman"/>
              <a:sym typeface="Times New Roman"/>
            </a:endParaRPr>
          </a:p>
        </p:txBody>
      </p:sp>
      <p:sp>
        <p:nvSpPr>
          <p:cNvPr id="2300" name="Google Shape;2300;g3d209b60b62_3_150"/>
          <p:cNvSpPr/>
          <p:nvPr/>
        </p:nvSpPr>
        <p:spPr>
          <a:xfrm>
            <a:off x="320800" y="2676775"/>
            <a:ext cx="5159100" cy="521400"/>
          </a:xfrm>
          <a:prstGeom prst="rect">
            <a:avLst/>
          </a:prstGeom>
          <a:noFill/>
          <a:ln cap="flat" cmpd="sng" w="9250">
            <a:solidFill>
              <a:schemeClr val="dk2"/>
            </a:solidFill>
            <a:prstDash val="solid"/>
            <a:round/>
            <a:headEnd len="sm" w="sm" type="none"/>
            <a:tailEnd len="sm" w="sm" type="none"/>
          </a:ln>
        </p:spPr>
        <p:txBody>
          <a:bodyPr anchorCtr="0" anchor="ctr" bIns="89025" lIns="89025" spcFirstLastPara="1" rIns="89025" wrap="square" tIns="89025">
            <a:noAutofit/>
          </a:bodyPr>
          <a:lstStyle/>
          <a:p>
            <a:pPr indent="0" lvl="0" marL="0" rtl="0" algn="l">
              <a:spcBef>
                <a:spcPts val="0"/>
              </a:spcBef>
              <a:spcAft>
                <a:spcPts val="0"/>
              </a:spcAft>
              <a:buNone/>
            </a:pPr>
            <a:r>
              <a:rPr lang="en-US" sz="1363">
                <a:latin typeface="Georgia"/>
                <a:ea typeface="Georgia"/>
                <a:cs typeface="Georgia"/>
                <a:sym typeface="Georgia"/>
              </a:rPr>
              <a:t>Partial wave was expanded for </a:t>
            </a:r>
            <a:r>
              <a:rPr lang="en-US" sz="1363">
                <a:latin typeface="Georgia"/>
                <a:ea typeface="Georgia"/>
                <a:cs typeface="Georgia"/>
                <a:sym typeface="Georgia"/>
              </a:rPr>
              <a:t>the</a:t>
            </a:r>
            <a:r>
              <a:rPr lang="en-US" sz="1363">
                <a:latin typeface="Georgia"/>
                <a:ea typeface="Georgia"/>
                <a:cs typeface="Georgia"/>
                <a:sym typeface="Georgia"/>
              </a:rPr>
              <a:t> initial incident plane wave using z = r*cos(</a:t>
            </a:r>
            <a:r>
              <a:rPr lang="en-US" sz="1363">
                <a:solidFill>
                  <a:schemeClr val="dk1"/>
                </a:solidFill>
                <a:latin typeface="Georgia"/>
                <a:ea typeface="Georgia"/>
                <a:cs typeface="Georgia"/>
                <a:sym typeface="Georgia"/>
              </a:rPr>
              <a:t>θ) given by :</a:t>
            </a:r>
            <a:endParaRPr sz="1363">
              <a:latin typeface="Georgia"/>
              <a:ea typeface="Georgia"/>
              <a:cs typeface="Georgia"/>
              <a:sym typeface="Georgia"/>
            </a:endParaRPr>
          </a:p>
        </p:txBody>
      </p:sp>
      <p:pic>
        <p:nvPicPr>
          <p:cNvPr id="2301" name="Google Shape;2301;g3d209b60b62_3_150"/>
          <p:cNvPicPr preferRelativeResize="0"/>
          <p:nvPr/>
        </p:nvPicPr>
        <p:blipFill rotWithShape="1">
          <a:blip r:embed="rId6">
            <a:alphaModFix/>
          </a:blip>
          <a:srcRect b="0" l="0" r="0" t="0"/>
          <a:stretch/>
        </p:blipFill>
        <p:spPr>
          <a:xfrm>
            <a:off x="10579375" y="6341449"/>
            <a:ext cx="1500023" cy="585000"/>
          </a:xfrm>
          <a:prstGeom prst="rect">
            <a:avLst/>
          </a:prstGeom>
          <a:noFill/>
          <a:ln>
            <a:noFill/>
          </a:ln>
        </p:spPr>
      </p:pic>
      <p:sp>
        <p:nvSpPr>
          <p:cNvPr id="2302" name="Google Shape;2302;g3d209b60b62_3_150"/>
          <p:cNvSpPr/>
          <p:nvPr/>
        </p:nvSpPr>
        <p:spPr>
          <a:xfrm>
            <a:off x="320825" y="851104"/>
            <a:ext cx="5159100" cy="778200"/>
          </a:xfrm>
          <a:prstGeom prst="rect">
            <a:avLst/>
          </a:prstGeom>
          <a:noFill/>
          <a:ln cap="flat" cmpd="sng" w="9250">
            <a:solidFill>
              <a:schemeClr val="dk2"/>
            </a:solidFill>
            <a:prstDash val="solid"/>
            <a:round/>
            <a:headEnd len="sm" w="sm" type="none"/>
            <a:tailEnd len="sm" w="sm" type="none"/>
          </a:ln>
        </p:spPr>
        <p:txBody>
          <a:bodyPr anchorCtr="0" anchor="ctr" bIns="89025" lIns="89025" spcFirstLastPara="1" rIns="89025" wrap="square" tIns="89025">
            <a:noAutofit/>
          </a:bodyPr>
          <a:lstStyle/>
          <a:p>
            <a:pPr indent="0" lvl="0" marL="0" rtl="0" algn="l">
              <a:spcBef>
                <a:spcPts val="0"/>
              </a:spcBef>
              <a:spcAft>
                <a:spcPts val="0"/>
              </a:spcAft>
              <a:buNone/>
            </a:pPr>
            <a:r>
              <a:rPr lang="en-US" sz="1363">
                <a:latin typeface="Georgia"/>
                <a:ea typeface="Georgia"/>
                <a:cs typeface="Georgia"/>
                <a:sym typeface="Georgia"/>
              </a:rPr>
              <a:t>For the same impact parameter we have orbital angular momentum ‘l’ dependent channel separation and the scattering amplitude f(θ) given by :</a:t>
            </a:r>
            <a:endParaRPr sz="1363">
              <a:latin typeface="Georgia"/>
              <a:ea typeface="Georgia"/>
              <a:cs typeface="Georgia"/>
              <a:sym typeface="Georgia"/>
            </a:endParaRPr>
          </a:p>
        </p:txBody>
      </p:sp>
      <p:pic>
        <p:nvPicPr>
          <p:cNvPr id="2303" name="Google Shape;2303;g3d209b60b62_3_150"/>
          <p:cNvPicPr preferRelativeResize="0"/>
          <p:nvPr/>
        </p:nvPicPr>
        <p:blipFill rotWithShape="1">
          <a:blip r:embed="rId11">
            <a:alphaModFix/>
          </a:blip>
          <a:srcRect b="0" l="0" r="5258" t="0"/>
          <a:stretch/>
        </p:blipFill>
        <p:spPr>
          <a:xfrm>
            <a:off x="752901" y="1723088"/>
            <a:ext cx="4294900" cy="778100"/>
          </a:xfrm>
          <a:prstGeom prst="rect">
            <a:avLst/>
          </a:prstGeom>
          <a:noFill/>
          <a:ln cap="flat" cmpd="sng" w="9525">
            <a:solidFill>
              <a:schemeClr val="dk1"/>
            </a:solidFill>
            <a:prstDash val="solid"/>
            <a:round/>
            <a:headEnd len="sm" w="sm" type="none"/>
            <a:tailEnd len="sm" w="sm" type="none"/>
          </a:ln>
        </p:spPr>
      </p:pic>
      <p:pic>
        <p:nvPicPr>
          <p:cNvPr id="2304" name="Google Shape;2304;g3d209b60b62_3_150"/>
          <p:cNvPicPr preferRelativeResize="0"/>
          <p:nvPr/>
        </p:nvPicPr>
        <p:blipFill rotWithShape="1">
          <a:blip r:embed="rId12">
            <a:alphaModFix/>
          </a:blip>
          <a:srcRect b="64864" l="4124" r="31543" t="29199"/>
          <a:stretch/>
        </p:blipFill>
        <p:spPr>
          <a:xfrm>
            <a:off x="1539713" y="3260913"/>
            <a:ext cx="2721276" cy="546048"/>
          </a:xfrm>
          <a:prstGeom prst="rect">
            <a:avLst/>
          </a:prstGeom>
          <a:noFill/>
          <a:ln cap="flat" cmpd="sng" w="9525">
            <a:solidFill>
              <a:schemeClr val="dk1"/>
            </a:solidFill>
            <a:prstDash val="solid"/>
            <a:round/>
            <a:headEnd len="sm" w="sm" type="none"/>
            <a:tailEnd len="sm" w="sm" type="none"/>
          </a:ln>
        </p:spPr>
      </p:pic>
      <p:pic>
        <p:nvPicPr>
          <p:cNvPr id="2305" name="Google Shape;2305;g3d209b60b62_3_150"/>
          <p:cNvPicPr preferRelativeResize="0"/>
          <p:nvPr/>
        </p:nvPicPr>
        <p:blipFill rotWithShape="1">
          <a:blip r:embed="rId13">
            <a:alphaModFix/>
          </a:blip>
          <a:srcRect b="53970" l="0" r="4997" t="39914"/>
          <a:stretch/>
        </p:blipFill>
        <p:spPr>
          <a:xfrm>
            <a:off x="752913" y="4262950"/>
            <a:ext cx="4294901" cy="601052"/>
          </a:xfrm>
          <a:prstGeom prst="rect">
            <a:avLst/>
          </a:prstGeom>
          <a:noFill/>
          <a:ln cap="flat" cmpd="sng" w="9525">
            <a:solidFill>
              <a:schemeClr val="dk1"/>
            </a:solidFill>
            <a:prstDash val="solid"/>
            <a:round/>
            <a:headEnd len="sm" w="sm" type="none"/>
            <a:tailEnd len="sm" w="sm" type="none"/>
          </a:ln>
        </p:spPr>
      </p:pic>
      <p:sp>
        <p:nvSpPr>
          <p:cNvPr id="2306" name="Google Shape;2306;g3d209b60b62_3_150"/>
          <p:cNvSpPr/>
          <p:nvPr/>
        </p:nvSpPr>
        <p:spPr>
          <a:xfrm>
            <a:off x="320813" y="3935023"/>
            <a:ext cx="5159100" cy="275400"/>
          </a:xfrm>
          <a:prstGeom prst="rect">
            <a:avLst/>
          </a:prstGeom>
          <a:noFill/>
          <a:ln cap="flat" cmpd="sng" w="9250">
            <a:solidFill>
              <a:schemeClr val="dk2"/>
            </a:solidFill>
            <a:prstDash val="solid"/>
            <a:round/>
            <a:headEnd len="sm" w="sm" type="none"/>
            <a:tailEnd len="sm" w="sm" type="none"/>
          </a:ln>
        </p:spPr>
        <p:txBody>
          <a:bodyPr anchorCtr="0" anchor="ctr" bIns="89025" lIns="89025" spcFirstLastPara="1" rIns="89025" wrap="square" tIns="89025">
            <a:noAutofit/>
          </a:bodyPr>
          <a:lstStyle/>
          <a:p>
            <a:pPr indent="0" lvl="0" marL="0" rtl="0" algn="l">
              <a:spcBef>
                <a:spcPts val="0"/>
              </a:spcBef>
              <a:spcAft>
                <a:spcPts val="0"/>
              </a:spcAft>
              <a:buNone/>
            </a:pPr>
            <a:r>
              <a:rPr lang="en-US" sz="1363">
                <a:latin typeface="Georgia"/>
                <a:ea typeface="Georgia"/>
                <a:cs typeface="Georgia"/>
                <a:sym typeface="Georgia"/>
              </a:rPr>
              <a:t>and using bessel function asymptotics it becomes</a:t>
            </a:r>
            <a:endParaRPr sz="1363">
              <a:latin typeface="Georgia"/>
              <a:ea typeface="Georgia"/>
              <a:cs typeface="Georgia"/>
              <a:sym typeface="Georgia"/>
            </a:endParaRPr>
          </a:p>
        </p:txBody>
      </p:sp>
      <p:pic>
        <p:nvPicPr>
          <p:cNvPr id="2307" name="Google Shape;2307;g3d209b60b62_3_150"/>
          <p:cNvPicPr preferRelativeResize="0"/>
          <p:nvPr/>
        </p:nvPicPr>
        <p:blipFill rotWithShape="1">
          <a:blip r:embed="rId14">
            <a:alphaModFix/>
          </a:blip>
          <a:srcRect b="46855" l="8716" r="3240" t="46468"/>
          <a:stretch/>
        </p:blipFill>
        <p:spPr>
          <a:xfrm>
            <a:off x="841363" y="5390064"/>
            <a:ext cx="4118000" cy="679025"/>
          </a:xfrm>
          <a:prstGeom prst="rect">
            <a:avLst/>
          </a:prstGeom>
          <a:noFill/>
          <a:ln cap="flat" cmpd="sng" w="9525">
            <a:solidFill>
              <a:schemeClr val="dk1"/>
            </a:solidFill>
            <a:prstDash val="solid"/>
            <a:round/>
            <a:headEnd len="sm" w="sm" type="none"/>
            <a:tailEnd len="sm" w="sm" type="none"/>
          </a:ln>
        </p:spPr>
      </p:pic>
      <p:sp>
        <p:nvSpPr>
          <p:cNvPr id="2308" name="Google Shape;2308;g3d209b60b62_3_150"/>
          <p:cNvSpPr/>
          <p:nvPr/>
        </p:nvSpPr>
        <p:spPr>
          <a:xfrm>
            <a:off x="320788" y="5029586"/>
            <a:ext cx="5159100" cy="275400"/>
          </a:xfrm>
          <a:prstGeom prst="rect">
            <a:avLst/>
          </a:prstGeom>
          <a:noFill/>
          <a:ln cap="flat" cmpd="sng" w="9250">
            <a:solidFill>
              <a:schemeClr val="dk2"/>
            </a:solidFill>
            <a:prstDash val="solid"/>
            <a:round/>
            <a:headEnd len="sm" w="sm" type="none"/>
            <a:tailEnd len="sm" w="sm" type="none"/>
          </a:ln>
        </p:spPr>
        <p:txBody>
          <a:bodyPr anchorCtr="0" anchor="ctr" bIns="89025" lIns="89025" spcFirstLastPara="1" rIns="89025" wrap="square" tIns="89025">
            <a:noAutofit/>
          </a:bodyPr>
          <a:lstStyle/>
          <a:p>
            <a:pPr indent="0" lvl="0" marL="0" rtl="0" algn="l">
              <a:spcBef>
                <a:spcPts val="0"/>
              </a:spcBef>
              <a:spcAft>
                <a:spcPts val="0"/>
              </a:spcAft>
              <a:buNone/>
            </a:pPr>
            <a:r>
              <a:rPr lang="en-US" sz="1363">
                <a:latin typeface="Georgia"/>
                <a:ea typeface="Georgia"/>
                <a:cs typeface="Georgia"/>
                <a:sym typeface="Georgia"/>
              </a:rPr>
              <a:t>Total wavefunction should be : </a:t>
            </a:r>
            <a:endParaRPr sz="1363">
              <a:latin typeface="Georgia"/>
              <a:ea typeface="Georgia"/>
              <a:cs typeface="Georgia"/>
              <a:sym typeface="Georgia"/>
            </a:endParaRPr>
          </a:p>
        </p:txBody>
      </p:sp>
      <p:sp>
        <p:nvSpPr>
          <p:cNvPr id="2309" name="Google Shape;2309;g3d209b60b62_3_150"/>
          <p:cNvSpPr/>
          <p:nvPr/>
        </p:nvSpPr>
        <p:spPr>
          <a:xfrm>
            <a:off x="6594775" y="633076"/>
            <a:ext cx="5159100" cy="325500"/>
          </a:xfrm>
          <a:prstGeom prst="rect">
            <a:avLst/>
          </a:prstGeom>
          <a:noFill/>
          <a:ln cap="flat" cmpd="sng" w="9250">
            <a:solidFill>
              <a:schemeClr val="dk2"/>
            </a:solidFill>
            <a:prstDash val="solid"/>
            <a:round/>
            <a:headEnd len="sm" w="sm" type="none"/>
            <a:tailEnd len="sm" w="sm" type="none"/>
          </a:ln>
        </p:spPr>
        <p:txBody>
          <a:bodyPr anchorCtr="0" anchor="ctr" bIns="89025" lIns="89025" spcFirstLastPara="1" rIns="89025" wrap="square" tIns="89025">
            <a:noAutofit/>
          </a:bodyPr>
          <a:lstStyle/>
          <a:p>
            <a:pPr indent="0" lvl="0" marL="0" rtl="0" algn="l">
              <a:spcBef>
                <a:spcPts val="0"/>
              </a:spcBef>
              <a:spcAft>
                <a:spcPts val="0"/>
              </a:spcAft>
              <a:buNone/>
            </a:pPr>
            <a:r>
              <a:rPr lang="en-US" sz="1363">
                <a:latin typeface="Georgia"/>
                <a:ea typeface="Georgia"/>
                <a:cs typeface="Georgia"/>
                <a:sym typeface="Georgia"/>
              </a:rPr>
              <a:t>Therefore if we modify the f(</a:t>
            </a:r>
            <a:r>
              <a:rPr lang="en-US" sz="1363">
                <a:solidFill>
                  <a:schemeClr val="dk1"/>
                </a:solidFill>
                <a:latin typeface="Georgia"/>
                <a:ea typeface="Georgia"/>
                <a:cs typeface="Georgia"/>
                <a:sym typeface="Georgia"/>
              </a:rPr>
              <a:t>θ) expansion for the spherical wave:</a:t>
            </a:r>
            <a:endParaRPr sz="1363">
              <a:latin typeface="Georgia"/>
              <a:ea typeface="Georgia"/>
              <a:cs typeface="Georgia"/>
              <a:sym typeface="Georgia"/>
            </a:endParaRPr>
          </a:p>
        </p:txBody>
      </p:sp>
      <p:pic>
        <p:nvPicPr>
          <p:cNvPr id="2310" name="Google Shape;2310;g3d209b60b62_3_150"/>
          <p:cNvPicPr preferRelativeResize="0"/>
          <p:nvPr/>
        </p:nvPicPr>
        <p:blipFill>
          <a:blip r:embed="rId15">
            <a:alphaModFix/>
          </a:blip>
          <a:stretch>
            <a:fillRect/>
          </a:stretch>
        </p:blipFill>
        <p:spPr>
          <a:xfrm>
            <a:off x="6902613" y="2170075"/>
            <a:ext cx="4851275" cy="647575"/>
          </a:xfrm>
          <a:prstGeom prst="rect">
            <a:avLst/>
          </a:prstGeom>
          <a:noFill/>
          <a:ln cap="flat" cmpd="sng" w="19050">
            <a:solidFill>
              <a:schemeClr val="dk2"/>
            </a:solidFill>
            <a:prstDash val="solid"/>
            <a:round/>
            <a:headEnd len="sm" w="sm" type="none"/>
            <a:tailEnd len="sm" w="sm" type="none"/>
          </a:ln>
        </p:spPr>
      </p:pic>
      <p:pic>
        <p:nvPicPr>
          <p:cNvPr id="2311" name="Google Shape;2311;g3d209b60b62_3_150"/>
          <p:cNvPicPr preferRelativeResize="0"/>
          <p:nvPr/>
        </p:nvPicPr>
        <p:blipFill rotWithShape="1">
          <a:blip r:embed="rId16">
            <a:alphaModFix/>
          </a:blip>
          <a:srcRect b="57759" l="0" r="25844" t="36828"/>
          <a:stretch/>
        </p:blipFill>
        <p:spPr>
          <a:xfrm>
            <a:off x="7453900" y="1032176"/>
            <a:ext cx="3440850" cy="546028"/>
          </a:xfrm>
          <a:prstGeom prst="rect">
            <a:avLst/>
          </a:prstGeom>
          <a:noFill/>
          <a:ln cap="flat" cmpd="sng" w="9525">
            <a:solidFill>
              <a:schemeClr val="dk1"/>
            </a:solidFill>
            <a:prstDash val="solid"/>
            <a:round/>
            <a:headEnd len="sm" w="sm" type="none"/>
            <a:tailEnd len="sm" w="sm" type="none"/>
          </a:ln>
        </p:spPr>
      </p:pic>
      <p:sp>
        <p:nvSpPr>
          <p:cNvPr id="2312" name="Google Shape;2312;g3d209b60b62_3_150"/>
          <p:cNvSpPr/>
          <p:nvPr/>
        </p:nvSpPr>
        <p:spPr>
          <a:xfrm>
            <a:off x="6748700" y="1738345"/>
            <a:ext cx="5159100" cy="324300"/>
          </a:xfrm>
          <a:prstGeom prst="rect">
            <a:avLst/>
          </a:prstGeom>
          <a:noFill/>
          <a:ln cap="flat" cmpd="sng" w="9250">
            <a:solidFill>
              <a:schemeClr val="dk2"/>
            </a:solidFill>
            <a:prstDash val="solid"/>
            <a:round/>
            <a:headEnd len="sm" w="sm" type="none"/>
            <a:tailEnd len="sm" w="sm" type="none"/>
          </a:ln>
        </p:spPr>
        <p:txBody>
          <a:bodyPr anchorCtr="0" anchor="ctr" bIns="89025" lIns="89025" spcFirstLastPara="1" rIns="89025" wrap="square" tIns="89025">
            <a:noAutofit/>
          </a:bodyPr>
          <a:lstStyle/>
          <a:p>
            <a:pPr indent="0" lvl="0" marL="0" rtl="0" algn="l">
              <a:spcBef>
                <a:spcPts val="0"/>
              </a:spcBef>
              <a:spcAft>
                <a:spcPts val="0"/>
              </a:spcAft>
              <a:buNone/>
            </a:pPr>
            <a:r>
              <a:rPr lang="en-US" sz="1363">
                <a:solidFill>
                  <a:schemeClr val="dk1"/>
                </a:solidFill>
                <a:latin typeface="Georgia"/>
                <a:ea typeface="Georgia"/>
                <a:cs typeface="Georgia"/>
                <a:sym typeface="Georgia"/>
              </a:rPr>
              <a:t>W</a:t>
            </a:r>
            <a:r>
              <a:rPr lang="en-US" sz="1363">
                <a:solidFill>
                  <a:schemeClr val="dk1"/>
                </a:solidFill>
                <a:latin typeface="Georgia"/>
                <a:ea typeface="Georgia"/>
                <a:cs typeface="Georgia"/>
                <a:sym typeface="Georgia"/>
              </a:rPr>
              <a:t>e get the general form of our complete wavefunction:</a:t>
            </a:r>
            <a:endParaRPr sz="1363">
              <a:latin typeface="Georgia"/>
              <a:ea typeface="Georgia"/>
              <a:cs typeface="Georgia"/>
              <a:sym typeface="Georgia"/>
            </a:endParaRPr>
          </a:p>
        </p:txBody>
      </p:sp>
    </p:spTree>
  </p:cSld>
  <p:clrMapOvr>
    <a:masterClrMapping/>
  </p:clrMapOvr>
</p:sld>
</file>

<file path=ppt/slides/slide2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316" name="Shape 2316"/>
        <p:cNvGrpSpPr/>
        <p:nvPr/>
      </p:nvGrpSpPr>
      <p:grpSpPr>
        <a:xfrm>
          <a:off x="0" y="0"/>
          <a:ext cx="0" cy="0"/>
          <a:chOff x="0" y="0"/>
          <a:chExt cx="0" cy="0"/>
        </a:xfrm>
      </p:grpSpPr>
      <p:pic>
        <p:nvPicPr>
          <p:cNvPr id="2317" name="Google Shape;2317;g3da1138a163_0_671"/>
          <p:cNvPicPr preferRelativeResize="0"/>
          <p:nvPr/>
        </p:nvPicPr>
        <p:blipFill rotWithShape="1">
          <a:blip r:embed="rId3">
            <a:alphaModFix/>
          </a:blip>
          <a:srcRect b="0" l="0" r="0" t="0"/>
          <a:stretch/>
        </p:blipFill>
        <p:spPr>
          <a:xfrm>
            <a:off x="-4" y="6211289"/>
            <a:ext cx="12192003" cy="1285104"/>
          </a:xfrm>
          <a:prstGeom prst="rect">
            <a:avLst/>
          </a:prstGeom>
          <a:noFill/>
          <a:ln>
            <a:noFill/>
          </a:ln>
        </p:spPr>
      </p:pic>
      <p:pic>
        <p:nvPicPr>
          <p:cNvPr id="2318" name="Google Shape;2318;g3da1138a163_0_671"/>
          <p:cNvPicPr preferRelativeResize="0"/>
          <p:nvPr/>
        </p:nvPicPr>
        <p:blipFill rotWithShape="1">
          <a:blip r:embed="rId4">
            <a:alphaModFix/>
          </a:blip>
          <a:srcRect b="0" l="0" r="0" t="0"/>
          <a:stretch/>
        </p:blipFill>
        <p:spPr>
          <a:xfrm>
            <a:off x="10590934" y="6330522"/>
            <a:ext cx="1499906" cy="585000"/>
          </a:xfrm>
          <a:prstGeom prst="rect">
            <a:avLst/>
          </a:prstGeom>
          <a:noFill/>
          <a:ln>
            <a:noFill/>
          </a:ln>
        </p:spPr>
      </p:pic>
      <p:sp>
        <p:nvSpPr>
          <p:cNvPr id="2319" name="Google Shape;2319;g3da1138a163_0_671"/>
          <p:cNvSpPr txBox="1"/>
          <p:nvPr/>
        </p:nvSpPr>
        <p:spPr>
          <a:xfrm>
            <a:off x="-1" y="6288587"/>
            <a:ext cx="5981100" cy="3693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chemeClr val="dk1"/>
              </a:buClr>
              <a:buSzPts val="1800"/>
              <a:buFont typeface="Arial"/>
              <a:buNone/>
            </a:pPr>
            <a:r>
              <a:rPr b="0" i="0" lang="en-US" sz="1800" u="none" cap="none" strike="noStrike">
                <a:solidFill>
                  <a:schemeClr val="lt1"/>
                </a:solidFill>
                <a:latin typeface="Times New Roman"/>
                <a:ea typeface="Times New Roman"/>
                <a:cs typeface="Times New Roman"/>
                <a:sym typeface="Times New Roman"/>
              </a:rPr>
              <a:t>Term Paper Presentation | Ronit Dutta</a:t>
            </a:r>
            <a:endParaRPr b="0" i="0" sz="1800" u="none" cap="none" strike="noStrike">
              <a:solidFill>
                <a:schemeClr val="lt1"/>
              </a:solidFill>
              <a:latin typeface="Times New Roman"/>
              <a:ea typeface="Times New Roman"/>
              <a:cs typeface="Times New Roman"/>
              <a:sym typeface="Times New Roman"/>
            </a:endParaRPr>
          </a:p>
        </p:txBody>
      </p:sp>
      <p:sp>
        <p:nvSpPr>
          <p:cNvPr id="2320" name="Google Shape;2320;g3da1138a163_0_671"/>
          <p:cNvSpPr txBox="1"/>
          <p:nvPr/>
        </p:nvSpPr>
        <p:spPr>
          <a:xfrm>
            <a:off x="0" y="0"/>
            <a:ext cx="12192000" cy="5850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3200"/>
              <a:buFont typeface="Arial"/>
              <a:buNone/>
            </a:pPr>
            <a:r>
              <a:rPr lang="en-US" sz="3200">
                <a:solidFill>
                  <a:schemeClr val="dk1"/>
                </a:solidFill>
                <a:latin typeface="Times New Roman"/>
                <a:ea typeface="Times New Roman"/>
                <a:cs typeface="Times New Roman"/>
                <a:sym typeface="Times New Roman"/>
              </a:rPr>
              <a:t>Solution for the hard sphere</a:t>
            </a:r>
            <a:endParaRPr b="0" i="0" sz="3200" u="none" cap="none" strike="noStrike">
              <a:solidFill>
                <a:schemeClr val="dk1"/>
              </a:solidFill>
              <a:latin typeface="Times New Roman"/>
              <a:ea typeface="Times New Roman"/>
              <a:cs typeface="Times New Roman"/>
              <a:sym typeface="Times New Roman"/>
            </a:endParaRPr>
          </a:p>
        </p:txBody>
      </p:sp>
      <p:cxnSp>
        <p:nvCxnSpPr>
          <p:cNvPr id="2321" name="Google Shape;2321;g3da1138a163_0_671"/>
          <p:cNvCxnSpPr/>
          <p:nvPr/>
        </p:nvCxnSpPr>
        <p:spPr>
          <a:xfrm flipH="1" rot="10800000">
            <a:off x="6" y="654189"/>
            <a:ext cx="6318000" cy="30600"/>
          </a:xfrm>
          <a:prstGeom prst="straightConnector1">
            <a:avLst/>
          </a:prstGeom>
          <a:noFill/>
          <a:ln cap="flat" cmpd="sng" w="9525">
            <a:solidFill>
              <a:srgbClr val="0E4D3B"/>
            </a:solidFill>
            <a:prstDash val="solid"/>
            <a:miter lim="800000"/>
            <a:headEnd len="sm" w="sm" type="none"/>
            <a:tailEnd len="sm" w="sm" type="none"/>
          </a:ln>
        </p:spPr>
      </p:cxnSp>
      <p:pic>
        <p:nvPicPr>
          <p:cNvPr id="2322" name="Google Shape;2322;g3da1138a163_0_671"/>
          <p:cNvPicPr preferRelativeResize="0"/>
          <p:nvPr/>
        </p:nvPicPr>
        <p:blipFill rotWithShape="1">
          <a:blip r:embed="rId5">
            <a:alphaModFix/>
          </a:blip>
          <a:srcRect b="0" l="0" r="0" t="0"/>
          <a:stretch/>
        </p:blipFill>
        <p:spPr>
          <a:xfrm>
            <a:off x="-4" y="6211289"/>
            <a:ext cx="12192003" cy="1285104"/>
          </a:xfrm>
          <a:prstGeom prst="rect">
            <a:avLst/>
          </a:prstGeom>
          <a:noFill/>
          <a:ln>
            <a:noFill/>
          </a:ln>
        </p:spPr>
      </p:pic>
      <p:pic>
        <p:nvPicPr>
          <p:cNvPr id="2323" name="Google Shape;2323;g3da1138a163_0_671"/>
          <p:cNvPicPr preferRelativeResize="0"/>
          <p:nvPr/>
        </p:nvPicPr>
        <p:blipFill rotWithShape="1">
          <a:blip r:embed="rId4">
            <a:alphaModFix/>
          </a:blip>
          <a:srcRect b="0" l="0" r="0" t="0"/>
          <a:stretch/>
        </p:blipFill>
        <p:spPr>
          <a:xfrm>
            <a:off x="10590934" y="6330522"/>
            <a:ext cx="1499906" cy="585000"/>
          </a:xfrm>
          <a:prstGeom prst="rect">
            <a:avLst/>
          </a:prstGeom>
          <a:noFill/>
          <a:ln>
            <a:noFill/>
          </a:ln>
        </p:spPr>
      </p:pic>
      <p:sp>
        <p:nvSpPr>
          <p:cNvPr id="2324" name="Google Shape;2324;g3da1138a163_0_671"/>
          <p:cNvSpPr txBox="1"/>
          <p:nvPr/>
        </p:nvSpPr>
        <p:spPr>
          <a:xfrm>
            <a:off x="-1" y="6288587"/>
            <a:ext cx="5981100" cy="3693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chemeClr val="dk1"/>
              </a:buClr>
              <a:buSzPts val="1800"/>
              <a:buFont typeface="Arial"/>
              <a:buNone/>
            </a:pPr>
            <a:r>
              <a:rPr b="0" i="0" lang="en-US" sz="1800" u="none" cap="none" strike="noStrike">
                <a:solidFill>
                  <a:schemeClr val="lt1"/>
                </a:solidFill>
                <a:latin typeface="Times New Roman"/>
                <a:ea typeface="Times New Roman"/>
                <a:cs typeface="Times New Roman"/>
                <a:sym typeface="Times New Roman"/>
              </a:rPr>
              <a:t>Term Paper Presentation | Ronit Dutta</a:t>
            </a:r>
            <a:endParaRPr b="0" i="0" sz="1800" u="none" cap="none" strike="noStrike">
              <a:solidFill>
                <a:schemeClr val="lt1"/>
              </a:solidFill>
              <a:latin typeface="Times New Roman"/>
              <a:ea typeface="Times New Roman"/>
              <a:cs typeface="Times New Roman"/>
              <a:sym typeface="Times New Roman"/>
            </a:endParaRPr>
          </a:p>
        </p:txBody>
      </p:sp>
      <p:pic>
        <p:nvPicPr>
          <p:cNvPr id="2325" name="Google Shape;2325;g3da1138a163_0_671"/>
          <p:cNvPicPr preferRelativeResize="0"/>
          <p:nvPr/>
        </p:nvPicPr>
        <p:blipFill rotWithShape="1">
          <a:blip r:embed="rId5">
            <a:alphaModFix/>
          </a:blip>
          <a:srcRect b="0" l="0" r="0" t="0"/>
          <a:stretch/>
        </p:blipFill>
        <p:spPr>
          <a:xfrm>
            <a:off x="-4" y="6211289"/>
            <a:ext cx="12192003" cy="1285104"/>
          </a:xfrm>
          <a:prstGeom prst="rect">
            <a:avLst/>
          </a:prstGeom>
          <a:noFill/>
          <a:ln>
            <a:noFill/>
          </a:ln>
        </p:spPr>
      </p:pic>
      <p:pic>
        <p:nvPicPr>
          <p:cNvPr id="2326" name="Google Shape;2326;g3da1138a163_0_671"/>
          <p:cNvPicPr preferRelativeResize="0"/>
          <p:nvPr/>
        </p:nvPicPr>
        <p:blipFill rotWithShape="1">
          <a:blip r:embed="rId4">
            <a:alphaModFix/>
          </a:blip>
          <a:srcRect b="0" l="0" r="0" t="0"/>
          <a:stretch/>
        </p:blipFill>
        <p:spPr>
          <a:xfrm>
            <a:off x="10590934" y="6330522"/>
            <a:ext cx="1499906" cy="585000"/>
          </a:xfrm>
          <a:prstGeom prst="rect">
            <a:avLst/>
          </a:prstGeom>
          <a:noFill/>
          <a:ln>
            <a:noFill/>
          </a:ln>
        </p:spPr>
      </p:pic>
      <p:sp>
        <p:nvSpPr>
          <p:cNvPr id="2327" name="Google Shape;2327;g3da1138a163_0_671"/>
          <p:cNvSpPr txBox="1"/>
          <p:nvPr/>
        </p:nvSpPr>
        <p:spPr>
          <a:xfrm>
            <a:off x="-1" y="6288587"/>
            <a:ext cx="5981100" cy="6465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chemeClr val="dk1"/>
              </a:buClr>
              <a:buSzPts val="1800"/>
              <a:buFont typeface="Arial"/>
              <a:buNone/>
            </a:pPr>
            <a:r>
              <a:rPr b="0" i="0" lang="en-US" sz="1800" u="none" cap="none" strike="noStrike">
                <a:solidFill>
                  <a:schemeClr val="lt1"/>
                </a:solidFill>
                <a:latin typeface="Times New Roman"/>
                <a:ea typeface="Times New Roman"/>
                <a:cs typeface="Times New Roman"/>
                <a:sym typeface="Times New Roman"/>
              </a:rPr>
              <a:t>Machine Learning Professional</a:t>
            </a:r>
            <a:br>
              <a:rPr b="0" i="0" lang="en-US" sz="1800" u="none" cap="none" strike="noStrike">
                <a:solidFill>
                  <a:schemeClr val="lt1"/>
                </a:solidFill>
                <a:latin typeface="Times New Roman"/>
                <a:ea typeface="Times New Roman"/>
                <a:cs typeface="Times New Roman"/>
                <a:sym typeface="Times New Roman"/>
              </a:rPr>
            </a:br>
            <a:r>
              <a:rPr b="0" i="0" lang="en-US" sz="1800" u="none" cap="none" strike="noStrike">
                <a:solidFill>
                  <a:schemeClr val="lt1"/>
                </a:solidFill>
                <a:latin typeface="Times New Roman"/>
                <a:ea typeface="Times New Roman"/>
                <a:cs typeface="Times New Roman"/>
                <a:sym typeface="Times New Roman"/>
              </a:rPr>
              <a:t>Project Presentation</a:t>
            </a:r>
            <a:endParaRPr b="0" i="0" sz="1800" u="none" cap="none" strike="noStrike">
              <a:solidFill>
                <a:schemeClr val="lt1"/>
              </a:solidFill>
              <a:latin typeface="Times New Roman"/>
              <a:ea typeface="Times New Roman"/>
              <a:cs typeface="Times New Roman"/>
              <a:sym typeface="Times New Roman"/>
            </a:endParaRPr>
          </a:p>
        </p:txBody>
      </p:sp>
      <p:pic>
        <p:nvPicPr>
          <p:cNvPr id="2328" name="Google Shape;2328;g3da1138a163_0_671"/>
          <p:cNvPicPr preferRelativeResize="0"/>
          <p:nvPr/>
        </p:nvPicPr>
        <p:blipFill rotWithShape="1">
          <a:blip r:embed="rId6">
            <a:alphaModFix/>
          </a:blip>
          <a:srcRect b="0" l="0" r="0" t="0"/>
          <a:stretch/>
        </p:blipFill>
        <p:spPr>
          <a:xfrm>
            <a:off x="10590875" y="6330524"/>
            <a:ext cx="1500023" cy="585000"/>
          </a:xfrm>
          <a:prstGeom prst="rect">
            <a:avLst/>
          </a:prstGeom>
          <a:noFill/>
          <a:ln>
            <a:noFill/>
          </a:ln>
        </p:spPr>
      </p:pic>
      <p:pic>
        <p:nvPicPr>
          <p:cNvPr id="2329" name="Google Shape;2329;g3da1138a163_0_671"/>
          <p:cNvPicPr preferRelativeResize="0"/>
          <p:nvPr/>
        </p:nvPicPr>
        <p:blipFill rotWithShape="1">
          <a:blip r:embed="rId7">
            <a:alphaModFix/>
          </a:blip>
          <a:srcRect b="0" l="0" r="0" t="0"/>
          <a:stretch/>
        </p:blipFill>
        <p:spPr>
          <a:xfrm>
            <a:off x="-4" y="6211289"/>
            <a:ext cx="12192003" cy="1285104"/>
          </a:xfrm>
          <a:prstGeom prst="rect">
            <a:avLst/>
          </a:prstGeom>
          <a:noFill/>
          <a:ln>
            <a:noFill/>
          </a:ln>
        </p:spPr>
      </p:pic>
      <p:sp>
        <p:nvSpPr>
          <p:cNvPr id="2330" name="Google Shape;2330;g3da1138a163_0_671"/>
          <p:cNvSpPr txBox="1"/>
          <p:nvPr/>
        </p:nvSpPr>
        <p:spPr>
          <a:xfrm>
            <a:off x="-1" y="6288587"/>
            <a:ext cx="5981100" cy="6465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chemeClr val="dk1"/>
              </a:buClr>
              <a:buSzPts val="1800"/>
              <a:buFont typeface="Arial"/>
              <a:buNone/>
            </a:pPr>
            <a:r>
              <a:rPr b="0" i="0" lang="en-US" sz="1800" u="none" cap="none" strike="noStrike">
                <a:solidFill>
                  <a:schemeClr val="lt1"/>
                </a:solidFill>
                <a:latin typeface="Times New Roman"/>
                <a:ea typeface="Times New Roman"/>
                <a:cs typeface="Times New Roman"/>
                <a:sym typeface="Times New Roman"/>
              </a:rPr>
              <a:t>Machine Learning Professional</a:t>
            </a:r>
            <a:br>
              <a:rPr b="0" i="0" lang="en-US" sz="1800" u="none" cap="none" strike="noStrike">
                <a:solidFill>
                  <a:schemeClr val="lt1"/>
                </a:solidFill>
                <a:latin typeface="Times New Roman"/>
                <a:ea typeface="Times New Roman"/>
                <a:cs typeface="Times New Roman"/>
                <a:sym typeface="Times New Roman"/>
              </a:rPr>
            </a:br>
            <a:r>
              <a:rPr b="0" i="0" lang="en-US" sz="1800" u="none" cap="none" strike="noStrike">
                <a:solidFill>
                  <a:schemeClr val="lt1"/>
                </a:solidFill>
                <a:latin typeface="Times New Roman"/>
                <a:ea typeface="Times New Roman"/>
                <a:cs typeface="Times New Roman"/>
                <a:sym typeface="Times New Roman"/>
              </a:rPr>
              <a:t>Project Presentation</a:t>
            </a:r>
            <a:endParaRPr b="0" i="0" sz="1800" u="none" cap="none" strike="noStrike">
              <a:solidFill>
                <a:schemeClr val="lt1"/>
              </a:solidFill>
              <a:latin typeface="Times New Roman"/>
              <a:ea typeface="Times New Roman"/>
              <a:cs typeface="Times New Roman"/>
              <a:sym typeface="Times New Roman"/>
            </a:endParaRPr>
          </a:p>
        </p:txBody>
      </p:sp>
      <p:pic>
        <p:nvPicPr>
          <p:cNvPr id="2331" name="Google Shape;2331;g3da1138a163_0_671"/>
          <p:cNvPicPr preferRelativeResize="0"/>
          <p:nvPr/>
        </p:nvPicPr>
        <p:blipFill rotWithShape="1">
          <a:blip r:embed="rId6">
            <a:alphaModFix/>
          </a:blip>
          <a:srcRect b="0" l="0" r="0" t="0"/>
          <a:stretch/>
        </p:blipFill>
        <p:spPr>
          <a:xfrm>
            <a:off x="10590875" y="6330524"/>
            <a:ext cx="1500023" cy="585000"/>
          </a:xfrm>
          <a:prstGeom prst="rect">
            <a:avLst/>
          </a:prstGeom>
          <a:noFill/>
          <a:ln>
            <a:noFill/>
          </a:ln>
        </p:spPr>
      </p:pic>
      <p:pic>
        <p:nvPicPr>
          <p:cNvPr id="2332" name="Google Shape;2332;g3da1138a163_0_671"/>
          <p:cNvPicPr preferRelativeResize="0"/>
          <p:nvPr/>
        </p:nvPicPr>
        <p:blipFill rotWithShape="1">
          <a:blip r:embed="rId7">
            <a:alphaModFix/>
          </a:blip>
          <a:srcRect b="0" l="0" r="0" t="0"/>
          <a:stretch/>
        </p:blipFill>
        <p:spPr>
          <a:xfrm>
            <a:off x="-4" y="6211289"/>
            <a:ext cx="12192003" cy="1285104"/>
          </a:xfrm>
          <a:prstGeom prst="rect">
            <a:avLst/>
          </a:prstGeom>
          <a:noFill/>
          <a:ln>
            <a:noFill/>
          </a:ln>
        </p:spPr>
      </p:pic>
      <p:sp>
        <p:nvSpPr>
          <p:cNvPr id="2333" name="Google Shape;2333;g3da1138a163_0_671"/>
          <p:cNvSpPr txBox="1"/>
          <p:nvPr/>
        </p:nvSpPr>
        <p:spPr>
          <a:xfrm>
            <a:off x="-1" y="6234672"/>
            <a:ext cx="5981100" cy="6465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chemeClr val="dk1"/>
              </a:buClr>
              <a:buSzPts val="1800"/>
              <a:buFont typeface="Arial"/>
              <a:buNone/>
            </a:pPr>
            <a:r>
              <a:rPr b="0" i="0" lang="en-US" sz="1800" u="none" cap="none" strike="noStrike">
                <a:solidFill>
                  <a:schemeClr val="lt1"/>
                </a:solidFill>
                <a:latin typeface="Times New Roman"/>
                <a:ea typeface="Times New Roman"/>
                <a:cs typeface="Times New Roman"/>
                <a:sym typeface="Times New Roman"/>
              </a:rPr>
              <a:t>Machine Learning Professional</a:t>
            </a:r>
            <a:br>
              <a:rPr b="0" i="0" lang="en-US" sz="1800" u="none" cap="none" strike="noStrike">
                <a:solidFill>
                  <a:schemeClr val="lt1"/>
                </a:solidFill>
                <a:latin typeface="Times New Roman"/>
                <a:ea typeface="Times New Roman"/>
                <a:cs typeface="Times New Roman"/>
                <a:sym typeface="Times New Roman"/>
              </a:rPr>
            </a:br>
            <a:r>
              <a:rPr b="0" i="0" lang="en-US" sz="1800" u="none" cap="none" strike="noStrike">
                <a:solidFill>
                  <a:schemeClr val="lt1"/>
                </a:solidFill>
                <a:latin typeface="Times New Roman"/>
                <a:ea typeface="Times New Roman"/>
                <a:cs typeface="Times New Roman"/>
                <a:sym typeface="Times New Roman"/>
              </a:rPr>
              <a:t>Project Presentation</a:t>
            </a:r>
            <a:endParaRPr b="0" i="0" sz="1800" u="none" cap="none" strike="noStrike">
              <a:solidFill>
                <a:schemeClr val="lt1"/>
              </a:solidFill>
              <a:latin typeface="Times New Roman"/>
              <a:ea typeface="Times New Roman"/>
              <a:cs typeface="Times New Roman"/>
              <a:sym typeface="Times New Roman"/>
            </a:endParaRPr>
          </a:p>
        </p:txBody>
      </p:sp>
      <p:pic>
        <p:nvPicPr>
          <p:cNvPr id="2334" name="Google Shape;2334;g3da1138a163_0_671"/>
          <p:cNvPicPr preferRelativeResize="0"/>
          <p:nvPr/>
        </p:nvPicPr>
        <p:blipFill rotWithShape="1">
          <a:blip r:embed="rId6">
            <a:alphaModFix/>
          </a:blip>
          <a:srcRect b="0" l="0" r="0" t="0"/>
          <a:stretch/>
        </p:blipFill>
        <p:spPr>
          <a:xfrm>
            <a:off x="10590875" y="6330524"/>
            <a:ext cx="1500023" cy="585000"/>
          </a:xfrm>
          <a:prstGeom prst="rect">
            <a:avLst/>
          </a:prstGeom>
          <a:noFill/>
          <a:ln>
            <a:noFill/>
          </a:ln>
        </p:spPr>
      </p:pic>
      <p:pic>
        <p:nvPicPr>
          <p:cNvPr id="2335" name="Google Shape;2335;g3da1138a163_0_671"/>
          <p:cNvPicPr preferRelativeResize="0"/>
          <p:nvPr/>
        </p:nvPicPr>
        <p:blipFill rotWithShape="1">
          <a:blip r:embed="rId8">
            <a:alphaModFix/>
          </a:blip>
          <a:srcRect b="0" l="0" r="0" t="0"/>
          <a:stretch/>
        </p:blipFill>
        <p:spPr>
          <a:xfrm>
            <a:off x="-4" y="6211289"/>
            <a:ext cx="12192003" cy="1285104"/>
          </a:xfrm>
          <a:prstGeom prst="rect">
            <a:avLst/>
          </a:prstGeom>
          <a:noFill/>
          <a:ln>
            <a:noFill/>
          </a:ln>
        </p:spPr>
      </p:pic>
      <p:sp>
        <p:nvSpPr>
          <p:cNvPr id="2336" name="Google Shape;2336;g3da1138a163_0_671"/>
          <p:cNvSpPr txBox="1"/>
          <p:nvPr/>
        </p:nvSpPr>
        <p:spPr>
          <a:xfrm>
            <a:off x="-1" y="6234672"/>
            <a:ext cx="5981100" cy="6465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chemeClr val="dk1"/>
              </a:buClr>
              <a:buSzPts val="1800"/>
              <a:buFont typeface="Arial"/>
              <a:buNone/>
            </a:pPr>
            <a:r>
              <a:rPr b="0" i="0" lang="en-US" sz="1800" u="none" cap="none" strike="noStrike">
                <a:solidFill>
                  <a:schemeClr val="lt1"/>
                </a:solidFill>
                <a:latin typeface="Times New Roman"/>
                <a:ea typeface="Times New Roman"/>
                <a:cs typeface="Times New Roman"/>
                <a:sym typeface="Times New Roman"/>
              </a:rPr>
              <a:t>Nanoelectronics - Seminar Presentation</a:t>
            </a:r>
            <a:br>
              <a:rPr b="0" i="0" lang="en-US" sz="1800" u="none" cap="none" strike="noStrike">
                <a:solidFill>
                  <a:schemeClr val="lt1"/>
                </a:solidFill>
                <a:latin typeface="Times New Roman"/>
                <a:ea typeface="Times New Roman"/>
                <a:cs typeface="Times New Roman"/>
                <a:sym typeface="Times New Roman"/>
              </a:rPr>
            </a:br>
            <a:r>
              <a:rPr b="0" i="0" lang="en-US" sz="1800" u="none" cap="none" strike="noStrike">
                <a:solidFill>
                  <a:schemeClr val="lt1"/>
                </a:solidFill>
                <a:latin typeface="Times New Roman"/>
                <a:ea typeface="Times New Roman"/>
                <a:cs typeface="Times New Roman"/>
                <a:sym typeface="Times New Roman"/>
              </a:rPr>
              <a:t>Ronit Dutta</a:t>
            </a:r>
            <a:endParaRPr b="0" i="0" sz="1800" u="none" cap="none" strike="noStrike">
              <a:solidFill>
                <a:schemeClr val="lt1"/>
              </a:solidFill>
              <a:latin typeface="Times New Roman"/>
              <a:ea typeface="Times New Roman"/>
              <a:cs typeface="Times New Roman"/>
              <a:sym typeface="Times New Roman"/>
            </a:endParaRPr>
          </a:p>
        </p:txBody>
      </p:sp>
      <p:pic>
        <p:nvPicPr>
          <p:cNvPr id="2337" name="Google Shape;2337;g3da1138a163_0_671"/>
          <p:cNvPicPr preferRelativeResize="0"/>
          <p:nvPr/>
        </p:nvPicPr>
        <p:blipFill rotWithShape="1">
          <a:blip r:embed="rId6">
            <a:alphaModFix/>
          </a:blip>
          <a:srcRect b="0" l="0" r="0" t="0"/>
          <a:stretch/>
        </p:blipFill>
        <p:spPr>
          <a:xfrm>
            <a:off x="10590875" y="6330524"/>
            <a:ext cx="1500023" cy="585000"/>
          </a:xfrm>
          <a:prstGeom prst="rect">
            <a:avLst/>
          </a:prstGeom>
          <a:noFill/>
          <a:ln>
            <a:noFill/>
          </a:ln>
        </p:spPr>
      </p:pic>
      <p:pic>
        <p:nvPicPr>
          <p:cNvPr id="2338" name="Google Shape;2338;g3da1138a163_0_671"/>
          <p:cNvPicPr preferRelativeResize="0"/>
          <p:nvPr/>
        </p:nvPicPr>
        <p:blipFill rotWithShape="1">
          <a:blip r:embed="rId9">
            <a:alphaModFix/>
          </a:blip>
          <a:srcRect b="0" l="0" r="0" t="0"/>
          <a:stretch/>
        </p:blipFill>
        <p:spPr>
          <a:xfrm>
            <a:off x="0" y="6330524"/>
            <a:ext cx="12192000" cy="1165875"/>
          </a:xfrm>
          <a:prstGeom prst="rect">
            <a:avLst/>
          </a:prstGeom>
          <a:noFill/>
          <a:ln>
            <a:noFill/>
          </a:ln>
        </p:spPr>
      </p:pic>
      <p:sp>
        <p:nvSpPr>
          <p:cNvPr id="2339" name="Google Shape;2339;g3da1138a163_0_671"/>
          <p:cNvSpPr txBox="1"/>
          <p:nvPr/>
        </p:nvSpPr>
        <p:spPr>
          <a:xfrm>
            <a:off x="-1" y="6445547"/>
            <a:ext cx="5981100" cy="6465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chemeClr val="dk1"/>
              </a:buClr>
              <a:buSzPts val="1800"/>
              <a:buFont typeface="Arial"/>
              <a:buNone/>
            </a:pPr>
            <a:r>
              <a:rPr lang="en-US" sz="1800">
                <a:solidFill>
                  <a:schemeClr val="lt1"/>
                </a:solidFill>
                <a:latin typeface="Times New Roman"/>
                <a:ea typeface="Times New Roman"/>
                <a:cs typeface="Times New Roman"/>
                <a:sym typeface="Times New Roman"/>
              </a:rPr>
              <a:t>Applied Mathematics for Engineering [MIDTERM PROJECT]</a:t>
            </a:r>
            <a:br>
              <a:rPr b="0" i="0" lang="en-US" sz="1800" u="none" cap="none" strike="noStrike">
                <a:solidFill>
                  <a:schemeClr val="lt1"/>
                </a:solidFill>
                <a:latin typeface="Times New Roman"/>
                <a:ea typeface="Times New Roman"/>
                <a:cs typeface="Times New Roman"/>
                <a:sym typeface="Times New Roman"/>
              </a:rPr>
            </a:br>
            <a:r>
              <a:rPr b="0" i="0" lang="en-US" sz="1800" u="none" cap="none" strike="noStrike">
                <a:solidFill>
                  <a:schemeClr val="lt1"/>
                </a:solidFill>
                <a:latin typeface="Times New Roman"/>
                <a:ea typeface="Times New Roman"/>
                <a:cs typeface="Times New Roman"/>
                <a:sym typeface="Times New Roman"/>
              </a:rPr>
              <a:t>Ronit Dutta</a:t>
            </a:r>
            <a:endParaRPr b="0" i="0" sz="1800" u="none" cap="none" strike="noStrike">
              <a:solidFill>
                <a:schemeClr val="lt1"/>
              </a:solidFill>
              <a:latin typeface="Times New Roman"/>
              <a:ea typeface="Times New Roman"/>
              <a:cs typeface="Times New Roman"/>
              <a:sym typeface="Times New Roman"/>
            </a:endParaRPr>
          </a:p>
        </p:txBody>
      </p:sp>
      <p:pic>
        <p:nvPicPr>
          <p:cNvPr id="2340" name="Google Shape;2340;g3da1138a163_0_671"/>
          <p:cNvPicPr preferRelativeResize="0"/>
          <p:nvPr/>
        </p:nvPicPr>
        <p:blipFill rotWithShape="1">
          <a:blip r:embed="rId6">
            <a:alphaModFix/>
          </a:blip>
          <a:srcRect b="0" l="0" r="0" t="0"/>
          <a:stretch/>
        </p:blipFill>
        <p:spPr>
          <a:xfrm>
            <a:off x="10579375" y="6476299"/>
            <a:ext cx="1500023" cy="585000"/>
          </a:xfrm>
          <a:prstGeom prst="rect">
            <a:avLst/>
          </a:prstGeom>
          <a:noFill/>
          <a:ln>
            <a:noFill/>
          </a:ln>
        </p:spPr>
      </p:pic>
      <p:pic>
        <p:nvPicPr>
          <p:cNvPr id="2341" name="Google Shape;2341;g3da1138a163_0_671"/>
          <p:cNvPicPr preferRelativeResize="0"/>
          <p:nvPr/>
        </p:nvPicPr>
        <p:blipFill rotWithShape="1">
          <a:blip r:embed="rId4">
            <a:alphaModFix/>
          </a:blip>
          <a:srcRect b="0" l="0" r="0" t="0"/>
          <a:stretch/>
        </p:blipFill>
        <p:spPr>
          <a:xfrm>
            <a:off x="10590934" y="6330522"/>
            <a:ext cx="1499906" cy="585000"/>
          </a:xfrm>
          <a:prstGeom prst="rect">
            <a:avLst/>
          </a:prstGeom>
          <a:noFill/>
          <a:ln>
            <a:noFill/>
          </a:ln>
        </p:spPr>
      </p:pic>
      <p:sp>
        <p:nvSpPr>
          <p:cNvPr id="2342" name="Google Shape;2342;g3da1138a163_0_671"/>
          <p:cNvSpPr txBox="1"/>
          <p:nvPr/>
        </p:nvSpPr>
        <p:spPr>
          <a:xfrm>
            <a:off x="-1" y="6288587"/>
            <a:ext cx="5981100" cy="3693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chemeClr val="dk1"/>
              </a:buClr>
              <a:buSzPts val="1800"/>
              <a:buFont typeface="Arial"/>
              <a:buNone/>
            </a:pPr>
            <a:r>
              <a:rPr b="0" i="0" lang="en-US" sz="1800" u="none" cap="none" strike="noStrike">
                <a:solidFill>
                  <a:schemeClr val="lt1"/>
                </a:solidFill>
                <a:latin typeface="Times New Roman"/>
                <a:ea typeface="Times New Roman"/>
                <a:cs typeface="Times New Roman"/>
                <a:sym typeface="Times New Roman"/>
              </a:rPr>
              <a:t>Term Paper Presentation | Ronit Dutta</a:t>
            </a:r>
            <a:endParaRPr b="0" i="0" sz="1800" u="none" cap="none" strike="noStrike">
              <a:solidFill>
                <a:schemeClr val="lt1"/>
              </a:solidFill>
              <a:latin typeface="Times New Roman"/>
              <a:ea typeface="Times New Roman"/>
              <a:cs typeface="Times New Roman"/>
              <a:sym typeface="Times New Roman"/>
            </a:endParaRPr>
          </a:p>
        </p:txBody>
      </p:sp>
      <p:pic>
        <p:nvPicPr>
          <p:cNvPr id="2343" name="Google Shape;2343;g3da1138a163_0_671"/>
          <p:cNvPicPr preferRelativeResize="0"/>
          <p:nvPr/>
        </p:nvPicPr>
        <p:blipFill rotWithShape="1">
          <a:blip r:embed="rId4">
            <a:alphaModFix/>
          </a:blip>
          <a:srcRect b="0" l="0" r="0" t="0"/>
          <a:stretch/>
        </p:blipFill>
        <p:spPr>
          <a:xfrm>
            <a:off x="10590934" y="6330522"/>
            <a:ext cx="1499906" cy="585000"/>
          </a:xfrm>
          <a:prstGeom prst="rect">
            <a:avLst/>
          </a:prstGeom>
          <a:noFill/>
          <a:ln>
            <a:noFill/>
          </a:ln>
        </p:spPr>
      </p:pic>
      <p:sp>
        <p:nvSpPr>
          <p:cNvPr id="2344" name="Google Shape;2344;g3da1138a163_0_671"/>
          <p:cNvSpPr txBox="1"/>
          <p:nvPr/>
        </p:nvSpPr>
        <p:spPr>
          <a:xfrm>
            <a:off x="-1" y="6288587"/>
            <a:ext cx="5981100" cy="3693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chemeClr val="dk1"/>
              </a:buClr>
              <a:buSzPts val="1800"/>
              <a:buFont typeface="Arial"/>
              <a:buNone/>
            </a:pPr>
            <a:r>
              <a:rPr b="0" i="0" lang="en-US" sz="1800" u="none" cap="none" strike="noStrike">
                <a:solidFill>
                  <a:schemeClr val="lt1"/>
                </a:solidFill>
                <a:latin typeface="Times New Roman"/>
                <a:ea typeface="Times New Roman"/>
                <a:cs typeface="Times New Roman"/>
                <a:sym typeface="Times New Roman"/>
              </a:rPr>
              <a:t>Term Paper Presentation | Ronit Dutta</a:t>
            </a:r>
            <a:endParaRPr b="0" i="0" sz="1800" u="none" cap="none" strike="noStrike">
              <a:solidFill>
                <a:schemeClr val="lt1"/>
              </a:solidFill>
              <a:latin typeface="Times New Roman"/>
              <a:ea typeface="Times New Roman"/>
              <a:cs typeface="Times New Roman"/>
              <a:sym typeface="Times New Roman"/>
            </a:endParaRPr>
          </a:p>
        </p:txBody>
      </p:sp>
      <p:pic>
        <p:nvPicPr>
          <p:cNvPr id="2345" name="Google Shape;2345;g3da1138a163_0_671"/>
          <p:cNvPicPr preferRelativeResize="0"/>
          <p:nvPr/>
        </p:nvPicPr>
        <p:blipFill rotWithShape="1">
          <a:blip r:embed="rId4">
            <a:alphaModFix/>
          </a:blip>
          <a:srcRect b="0" l="0" r="0" t="0"/>
          <a:stretch/>
        </p:blipFill>
        <p:spPr>
          <a:xfrm>
            <a:off x="10590934" y="6330522"/>
            <a:ext cx="1499906" cy="585000"/>
          </a:xfrm>
          <a:prstGeom prst="rect">
            <a:avLst/>
          </a:prstGeom>
          <a:noFill/>
          <a:ln>
            <a:noFill/>
          </a:ln>
        </p:spPr>
      </p:pic>
      <p:sp>
        <p:nvSpPr>
          <p:cNvPr id="2346" name="Google Shape;2346;g3da1138a163_0_671"/>
          <p:cNvSpPr txBox="1"/>
          <p:nvPr/>
        </p:nvSpPr>
        <p:spPr>
          <a:xfrm>
            <a:off x="-1" y="6288587"/>
            <a:ext cx="5981100" cy="6465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chemeClr val="dk1"/>
              </a:buClr>
              <a:buSzPts val="1800"/>
              <a:buFont typeface="Arial"/>
              <a:buNone/>
            </a:pPr>
            <a:r>
              <a:rPr b="0" i="0" lang="en-US" sz="1800" u="none" cap="none" strike="noStrike">
                <a:solidFill>
                  <a:schemeClr val="lt1"/>
                </a:solidFill>
                <a:latin typeface="Times New Roman"/>
                <a:ea typeface="Times New Roman"/>
                <a:cs typeface="Times New Roman"/>
                <a:sym typeface="Times New Roman"/>
              </a:rPr>
              <a:t>Machine Learning Professional</a:t>
            </a:r>
            <a:br>
              <a:rPr b="0" i="0" lang="en-US" sz="1800" u="none" cap="none" strike="noStrike">
                <a:solidFill>
                  <a:schemeClr val="lt1"/>
                </a:solidFill>
                <a:latin typeface="Times New Roman"/>
                <a:ea typeface="Times New Roman"/>
                <a:cs typeface="Times New Roman"/>
                <a:sym typeface="Times New Roman"/>
              </a:rPr>
            </a:br>
            <a:r>
              <a:rPr b="0" i="0" lang="en-US" sz="1800" u="none" cap="none" strike="noStrike">
                <a:solidFill>
                  <a:schemeClr val="lt1"/>
                </a:solidFill>
                <a:latin typeface="Times New Roman"/>
                <a:ea typeface="Times New Roman"/>
                <a:cs typeface="Times New Roman"/>
                <a:sym typeface="Times New Roman"/>
              </a:rPr>
              <a:t>Project Presentation</a:t>
            </a:r>
            <a:endParaRPr b="0" i="0" sz="1800" u="none" cap="none" strike="noStrike">
              <a:solidFill>
                <a:schemeClr val="lt1"/>
              </a:solidFill>
              <a:latin typeface="Times New Roman"/>
              <a:ea typeface="Times New Roman"/>
              <a:cs typeface="Times New Roman"/>
              <a:sym typeface="Times New Roman"/>
            </a:endParaRPr>
          </a:p>
        </p:txBody>
      </p:sp>
      <p:pic>
        <p:nvPicPr>
          <p:cNvPr id="2347" name="Google Shape;2347;g3da1138a163_0_671"/>
          <p:cNvPicPr preferRelativeResize="0"/>
          <p:nvPr/>
        </p:nvPicPr>
        <p:blipFill rotWithShape="1">
          <a:blip r:embed="rId6">
            <a:alphaModFix/>
          </a:blip>
          <a:srcRect b="0" l="0" r="0" t="0"/>
          <a:stretch/>
        </p:blipFill>
        <p:spPr>
          <a:xfrm>
            <a:off x="10590875" y="6341462"/>
            <a:ext cx="1500023" cy="585000"/>
          </a:xfrm>
          <a:prstGeom prst="rect">
            <a:avLst/>
          </a:prstGeom>
          <a:noFill/>
          <a:ln>
            <a:noFill/>
          </a:ln>
        </p:spPr>
      </p:pic>
      <p:sp>
        <p:nvSpPr>
          <p:cNvPr id="2348" name="Google Shape;2348;g3da1138a163_0_671"/>
          <p:cNvSpPr txBox="1"/>
          <p:nvPr/>
        </p:nvSpPr>
        <p:spPr>
          <a:xfrm>
            <a:off x="-1" y="6288587"/>
            <a:ext cx="5981100" cy="6465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chemeClr val="dk1"/>
              </a:buClr>
              <a:buSzPts val="1800"/>
              <a:buFont typeface="Arial"/>
              <a:buNone/>
            </a:pPr>
            <a:r>
              <a:rPr b="0" i="0" lang="en-US" sz="1800" u="none" cap="none" strike="noStrike">
                <a:solidFill>
                  <a:schemeClr val="lt1"/>
                </a:solidFill>
                <a:latin typeface="Times New Roman"/>
                <a:ea typeface="Times New Roman"/>
                <a:cs typeface="Times New Roman"/>
                <a:sym typeface="Times New Roman"/>
              </a:rPr>
              <a:t>Machine Learning Professional</a:t>
            </a:r>
            <a:br>
              <a:rPr b="0" i="0" lang="en-US" sz="1800" u="none" cap="none" strike="noStrike">
                <a:solidFill>
                  <a:schemeClr val="lt1"/>
                </a:solidFill>
                <a:latin typeface="Times New Roman"/>
                <a:ea typeface="Times New Roman"/>
                <a:cs typeface="Times New Roman"/>
                <a:sym typeface="Times New Roman"/>
              </a:rPr>
            </a:br>
            <a:r>
              <a:rPr b="0" i="0" lang="en-US" sz="1800" u="none" cap="none" strike="noStrike">
                <a:solidFill>
                  <a:schemeClr val="lt1"/>
                </a:solidFill>
                <a:latin typeface="Times New Roman"/>
                <a:ea typeface="Times New Roman"/>
                <a:cs typeface="Times New Roman"/>
                <a:sym typeface="Times New Roman"/>
              </a:rPr>
              <a:t>Project Presentation</a:t>
            </a:r>
            <a:endParaRPr b="0" i="0" sz="1800" u="none" cap="none" strike="noStrike">
              <a:solidFill>
                <a:schemeClr val="lt1"/>
              </a:solidFill>
              <a:latin typeface="Times New Roman"/>
              <a:ea typeface="Times New Roman"/>
              <a:cs typeface="Times New Roman"/>
              <a:sym typeface="Times New Roman"/>
            </a:endParaRPr>
          </a:p>
        </p:txBody>
      </p:sp>
      <p:pic>
        <p:nvPicPr>
          <p:cNvPr id="2349" name="Google Shape;2349;g3da1138a163_0_671"/>
          <p:cNvPicPr preferRelativeResize="0"/>
          <p:nvPr/>
        </p:nvPicPr>
        <p:blipFill rotWithShape="1">
          <a:blip r:embed="rId6">
            <a:alphaModFix/>
          </a:blip>
          <a:srcRect b="0" l="0" r="0" t="0"/>
          <a:stretch/>
        </p:blipFill>
        <p:spPr>
          <a:xfrm>
            <a:off x="10590875" y="6330524"/>
            <a:ext cx="1500023" cy="585000"/>
          </a:xfrm>
          <a:prstGeom prst="rect">
            <a:avLst/>
          </a:prstGeom>
          <a:noFill/>
          <a:ln>
            <a:noFill/>
          </a:ln>
        </p:spPr>
      </p:pic>
      <p:sp>
        <p:nvSpPr>
          <p:cNvPr id="2350" name="Google Shape;2350;g3da1138a163_0_671"/>
          <p:cNvSpPr txBox="1"/>
          <p:nvPr/>
        </p:nvSpPr>
        <p:spPr>
          <a:xfrm>
            <a:off x="-1" y="6234672"/>
            <a:ext cx="5981100" cy="6465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chemeClr val="dk1"/>
              </a:buClr>
              <a:buSzPts val="1800"/>
              <a:buFont typeface="Arial"/>
              <a:buNone/>
            </a:pPr>
            <a:r>
              <a:rPr b="0" i="0" lang="en-US" sz="1800" u="none" cap="none" strike="noStrike">
                <a:solidFill>
                  <a:schemeClr val="lt1"/>
                </a:solidFill>
                <a:latin typeface="Times New Roman"/>
                <a:ea typeface="Times New Roman"/>
                <a:cs typeface="Times New Roman"/>
                <a:sym typeface="Times New Roman"/>
              </a:rPr>
              <a:t>Machine Learning Professional</a:t>
            </a:r>
            <a:br>
              <a:rPr b="0" i="0" lang="en-US" sz="1800" u="none" cap="none" strike="noStrike">
                <a:solidFill>
                  <a:schemeClr val="lt1"/>
                </a:solidFill>
                <a:latin typeface="Times New Roman"/>
                <a:ea typeface="Times New Roman"/>
                <a:cs typeface="Times New Roman"/>
                <a:sym typeface="Times New Roman"/>
              </a:rPr>
            </a:br>
            <a:r>
              <a:rPr b="0" i="0" lang="en-US" sz="1800" u="none" cap="none" strike="noStrike">
                <a:solidFill>
                  <a:schemeClr val="lt1"/>
                </a:solidFill>
                <a:latin typeface="Times New Roman"/>
                <a:ea typeface="Times New Roman"/>
                <a:cs typeface="Times New Roman"/>
                <a:sym typeface="Times New Roman"/>
              </a:rPr>
              <a:t>Project Presentation</a:t>
            </a:r>
            <a:endParaRPr b="0" i="0" sz="1800" u="none" cap="none" strike="noStrike">
              <a:solidFill>
                <a:schemeClr val="lt1"/>
              </a:solidFill>
              <a:latin typeface="Times New Roman"/>
              <a:ea typeface="Times New Roman"/>
              <a:cs typeface="Times New Roman"/>
              <a:sym typeface="Times New Roman"/>
            </a:endParaRPr>
          </a:p>
        </p:txBody>
      </p:sp>
      <p:pic>
        <p:nvPicPr>
          <p:cNvPr id="2351" name="Google Shape;2351;g3da1138a163_0_671"/>
          <p:cNvPicPr preferRelativeResize="0"/>
          <p:nvPr/>
        </p:nvPicPr>
        <p:blipFill rotWithShape="1">
          <a:blip r:embed="rId6">
            <a:alphaModFix/>
          </a:blip>
          <a:srcRect b="0" l="0" r="0" t="0"/>
          <a:stretch/>
        </p:blipFill>
        <p:spPr>
          <a:xfrm>
            <a:off x="10590875" y="6330524"/>
            <a:ext cx="1500023" cy="585000"/>
          </a:xfrm>
          <a:prstGeom prst="rect">
            <a:avLst/>
          </a:prstGeom>
          <a:noFill/>
          <a:ln>
            <a:noFill/>
          </a:ln>
        </p:spPr>
      </p:pic>
      <p:sp>
        <p:nvSpPr>
          <p:cNvPr id="2352" name="Google Shape;2352;g3da1138a163_0_671"/>
          <p:cNvSpPr txBox="1"/>
          <p:nvPr/>
        </p:nvSpPr>
        <p:spPr>
          <a:xfrm>
            <a:off x="-1" y="6234672"/>
            <a:ext cx="5981100" cy="6465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chemeClr val="dk1"/>
              </a:buClr>
              <a:buSzPts val="1800"/>
              <a:buFont typeface="Arial"/>
              <a:buNone/>
            </a:pPr>
            <a:r>
              <a:rPr b="0" i="0" lang="en-US" sz="1800" u="none" cap="none" strike="noStrike">
                <a:solidFill>
                  <a:schemeClr val="lt1"/>
                </a:solidFill>
                <a:latin typeface="Times New Roman"/>
                <a:ea typeface="Times New Roman"/>
                <a:cs typeface="Times New Roman"/>
                <a:sym typeface="Times New Roman"/>
              </a:rPr>
              <a:t>Machine Learning Professional</a:t>
            </a:r>
            <a:br>
              <a:rPr b="0" i="0" lang="en-US" sz="1800" u="none" cap="none" strike="noStrike">
                <a:solidFill>
                  <a:schemeClr val="lt1"/>
                </a:solidFill>
                <a:latin typeface="Times New Roman"/>
                <a:ea typeface="Times New Roman"/>
                <a:cs typeface="Times New Roman"/>
                <a:sym typeface="Times New Roman"/>
              </a:rPr>
            </a:br>
            <a:r>
              <a:rPr b="0" i="0" lang="en-US" sz="1800" u="none" cap="none" strike="noStrike">
                <a:solidFill>
                  <a:schemeClr val="lt1"/>
                </a:solidFill>
                <a:latin typeface="Times New Roman"/>
                <a:ea typeface="Times New Roman"/>
                <a:cs typeface="Times New Roman"/>
                <a:sym typeface="Times New Roman"/>
              </a:rPr>
              <a:t>Project Presentation</a:t>
            </a:r>
            <a:endParaRPr b="0" i="0" sz="1800" u="none" cap="none" strike="noStrike">
              <a:solidFill>
                <a:schemeClr val="lt1"/>
              </a:solidFill>
              <a:latin typeface="Times New Roman"/>
              <a:ea typeface="Times New Roman"/>
              <a:cs typeface="Times New Roman"/>
              <a:sym typeface="Times New Roman"/>
            </a:endParaRPr>
          </a:p>
        </p:txBody>
      </p:sp>
      <p:pic>
        <p:nvPicPr>
          <p:cNvPr id="2353" name="Google Shape;2353;g3da1138a163_0_671"/>
          <p:cNvPicPr preferRelativeResize="0"/>
          <p:nvPr/>
        </p:nvPicPr>
        <p:blipFill rotWithShape="1">
          <a:blip r:embed="rId6">
            <a:alphaModFix/>
          </a:blip>
          <a:srcRect b="0" l="0" r="0" t="0"/>
          <a:stretch/>
        </p:blipFill>
        <p:spPr>
          <a:xfrm>
            <a:off x="10590875" y="6330524"/>
            <a:ext cx="1500023" cy="585000"/>
          </a:xfrm>
          <a:prstGeom prst="rect">
            <a:avLst/>
          </a:prstGeom>
          <a:noFill/>
          <a:ln>
            <a:noFill/>
          </a:ln>
        </p:spPr>
      </p:pic>
      <p:sp>
        <p:nvSpPr>
          <p:cNvPr id="2354" name="Google Shape;2354;g3da1138a163_0_671"/>
          <p:cNvSpPr txBox="1"/>
          <p:nvPr/>
        </p:nvSpPr>
        <p:spPr>
          <a:xfrm>
            <a:off x="-1" y="6234672"/>
            <a:ext cx="5981100" cy="6465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chemeClr val="dk1"/>
              </a:buClr>
              <a:buSzPts val="1800"/>
              <a:buFont typeface="Arial"/>
              <a:buNone/>
            </a:pPr>
            <a:r>
              <a:rPr b="0" i="0" lang="en-US" sz="1800" u="none" cap="none" strike="noStrike">
                <a:solidFill>
                  <a:schemeClr val="lt1"/>
                </a:solidFill>
                <a:latin typeface="Times New Roman"/>
                <a:ea typeface="Times New Roman"/>
                <a:cs typeface="Times New Roman"/>
                <a:sym typeface="Times New Roman"/>
              </a:rPr>
              <a:t>Nanoelectronics - Seminar Presentation</a:t>
            </a:r>
            <a:br>
              <a:rPr b="0" i="0" lang="en-US" sz="1800" u="none" cap="none" strike="noStrike">
                <a:solidFill>
                  <a:schemeClr val="lt1"/>
                </a:solidFill>
                <a:latin typeface="Times New Roman"/>
                <a:ea typeface="Times New Roman"/>
                <a:cs typeface="Times New Roman"/>
                <a:sym typeface="Times New Roman"/>
              </a:rPr>
            </a:br>
            <a:r>
              <a:rPr b="0" i="0" lang="en-US" sz="1800" u="none" cap="none" strike="noStrike">
                <a:solidFill>
                  <a:schemeClr val="lt1"/>
                </a:solidFill>
                <a:latin typeface="Times New Roman"/>
                <a:ea typeface="Times New Roman"/>
                <a:cs typeface="Times New Roman"/>
                <a:sym typeface="Times New Roman"/>
              </a:rPr>
              <a:t>Ronit Dutta</a:t>
            </a:r>
            <a:endParaRPr b="0" i="0" sz="1800" u="none" cap="none" strike="noStrike">
              <a:solidFill>
                <a:schemeClr val="lt1"/>
              </a:solidFill>
              <a:latin typeface="Times New Roman"/>
              <a:ea typeface="Times New Roman"/>
              <a:cs typeface="Times New Roman"/>
              <a:sym typeface="Times New Roman"/>
            </a:endParaRPr>
          </a:p>
        </p:txBody>
      </p:sp>
      <p:pic>
        <p:nvPicPr>
          <p:cNvPr id="2355" name="Google Shape;2355;g3da1138a163_0_671"/>
          <p:cNvPicPr preferRelativeResize="0"/>
          <p:nvPr/>
        </p:nvPicPr>
        <p:blipFill rotWithShape="1">
          <a:blip r:embed="rId6">
            <a:alphaModFix/>
          </a:blip>
          <a:srcRect b="0" l="0" r="0" t="0"/>
          <a:stretch/>
        </p:blipFill>
        <p:spPr>
          <a:xfrm>
            <a:off x="10590875" y="6330524"/>
            <a:ext cx="1500023" cy="585000"/>
          </a:xfrm>
          <a:prstGeom prst="rect">
            <a:avLst/>
          </a:prstGeom>
          <a:noFill/>
          <a:ln>
            <a:noFill/>
          </a:ln>
        </p:spPr>
      </p:pic>
      <p:pic>
        <p:nvPicPr>
          <p:cNvPr id="2356" name="Google Shape;2356;g3da1138a163_0_671"/>
          <p:cNvPicPr preferRelativeResize="0"/>
          <p:nvPr/>
        </p:nvPicPr>
        <p:blipFill rotWithShape="1">
          <a:blip r:embed="rId4">
            <a:alphaModFix/>
          </a:blip>
          <a:srcRect b="0" l="0" r="0" t="0"/>
          <a:stretch/>
        </p:blipFill>
        <p:spPr>
          <a:xfrm>
            <a:off x="10590934" y="6330522"/>
            <a:ext cx="1499906" cy="585000"/>
          </a:xfrm>
          <a:prstGeom prst="rect">
            <a:avLst/>
          </a:prstGeom>
          <a:noFill/>
          <a:ln>
            <a:noFill/>
          </a:ln>
        </p:spPr>
      </p:pic>
      <p:sp>
        <p:nvSpPr>
          <p:cNvPr id="2357" name="Google Shape;2357;g3da1138a163_0_671"/>
          <p:cNvSpPr txBox="1"/>
          <p:nvPr/>
        </p:nvSpPr>
        <p:spPr>
          <a:xfrm>
            <a:off x="-1" y="6288587"/>
            <a:ext cx="5981100" cy="3693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chemeClr val="dk1"/>
              </a:buClr>
              <a:buSzPts val="1800"/>
              <a:buFont typeface="Arial"/>
              <a:buNone/>
            </a:pPr>
            <a:r>
              <a:rPr b="0" i="0" lang="en-US" sz="1800" u="none" cap="none" strike="noStrike">
                <a:solidFill>
                  <a:schemeClr val="lt1"/>
                </a:solidFill>
                <a:latin typeface="Times New Roman"/>
                <a:ea typeface="Times New Roman"/>
                <a:cs typeface="Times New Roman"/>
                <a:sym typeface="Times New Roman"/>
              </a:rPr>
              <a:t>Term Paper Presentation | Ronit Dutta</a:t>
            </a:r>
            <a:endParaRPr b="0" i="0" sz="1800" u="none" cap="none" strike="noStrike">
              <a:solidFill>
                <a:schemeClr val="lt1"/>
              </a:solidFill>
              <a:latin typeface="Times New Roman"/>
              <a:ea typeface="Times New Roman"/>
              <a:cs typeface="Times New Roman"/>
              <a:sym typeface="Times New Roman"/>
            </a:endParaRPr>
          </a:p>
        </p:txBody>
      </p:sp>
      <p:pic>
        <p:nvPicPr>
          <p:cNvPr id="2358" name="Google Shape;2358;g3da1138a163_0_671"/>
          <p:cNvPicPr preferRelativeResize="0"/>
          <p:nvPr/>
        </p:nvPicPr>
        <p:blipFill rotWithShape="1">
          <a:blip r:embed="rId4">
            <a:alphaModFix/>
          </a:blip>
          <a:srcRect b="0" l="0" r="0" t="0"/>
          <a:stretch/>
        </p:blipFill>
        <p:spPr>
          <a:xfrm>
            <a:off x="10590934" y="6330522"/>
            <a:ext cx="1499906" cy="585000"/>
          </a:xfrm>
          <a:prstGeom prst="rect">
            <a:avLst/>
          </a:prstGeom>
          <a:noFill/>
          <a:ln>
            <a:noFill/>
          </a:ln>
        </p:spPr>
      </p:pic>
      <p:sp>
        <p:nvSpPr>
          <p:cNvPr id="2359" name="Google Shape;2359;g3da1138a163_0_671"/>
          <p:cNvSpPr txBox="1"/>
          <p:nvPr/>
        </p:nvSpPr>
        <p:spPr>
          <a:xfrm>
            <a:off x="-1" y="6288587"/>
            <a:ext cx="5981100" cy="3693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chemeClr val="dk1"/>
              </a:buClr>
              <a:buSzPts val="1800"/>
              <a:buFont typeface="Arial"/>
              <a:buNone/>
            </a:pPr>
            <a:r>
              <a:rPr b="0" i="0" lang="en-US" sz="1800" u="none" cap="none" strike="noStrike">
                <a:solidFill>
                  <a:schemeClr val="lt1"/>
                </a:solidFill>
                <a:latin typeface="Times New Roman"/>
                <a:ea typeface="Times New Roman"/>
                <a:cs typeface="Times New Roman"/>
                <a:sym typeface="Times New Roman"/>
              </a:rPr>
              <a:t>Term Paper Presentation | Ronit Dutta</a:t>
            </a:r>
            <a:endParaRPr b="0" i="0" sz="1800" u="none" cap="none" strike="noStrike">
              <a:solidFill>
                <a:schemeClr val="lt1"/>
              </a:solidFill>
              <a:latin typeface="Times New Roman"/>
              <a:ea typeface="Times New Roman"/>
              <a:cs typeface="Times New Roman"/>
              <a:sym typeface="Times New Roman"/>
            </a:endParaRPr>
          </a:p>
        </p:txBody>
      </p:sp>
      <p:pic>
        <p:nvPicPr>
          <p:cNvPr id="2360" name="Google Shape;2360;g3da1138a163_0_671"/>
          <p:cNvPicPr preferRelativeResize="0"/>
          <p:nvPr/>
        </p:nvPicPr>
        <p:blipFill rotWithShape="1">
          <a:blip r:embed="rId4">
            <a:alphaModFix/>
          </a:blip>
          <a:srcRect b="0" l="0" r="0" t="0"/>
          <a:stretch/>
        </p:blipFill>
        <p:spPr>
          <a:xfrm>
            <a:off x="10590934" y="6330522"/>
            <a:ext cx="1499906" cy="585000"/>
          </a:xfrm>
          <a:prstGeom prst="rect">
            <a:avLst/>
          </a:prstGeom>
          <a:noFill/>
          <a:ln>
            <a:noFill/>
          </a:ln>
        </p:spPr>
      </p:pic>
      <p:sp>
        <p:nvSpPr>
          <p:cNvPr id="2361" name="Google Shape;2361;g3da1138a163_0_671"/>
          <p:cNvSpPr txBox="1"/>
          <p:nvPr/>
        </p:nvSpPr>
        <p:spPr>
          <a:xfrm>
            <a:off x="-1" y="6288587"/>
            <a:ext cx="5981100" cy="6465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chemeClr val="dk1"/>
              </a:buClr>
              <a:buSzPts val="1800"/>
              <a:buFont typeface="Arial"/>
              <a:buNone/>
            </a:pPr>
            <a:r>
              <a:rPr b="0" i="0" lang="en-US" sz="1800" u="none" cap="none" strike="noStrike">
                <a:solidFill>
                  <a:schemeClr val="lt1"/>
                </a:solidFill>
                <a:latin typeface="Times New Roman"/>
                <a:ea typeface="Times New Roman"/>
                <a:cs typeface="Times New Roman"/>
                <a:sym typeface="Times New Roman"/>
              </a:rPr>
              <a:t>Machine Learning Professional</a:t>
            </a:r>
            <a:br>
              <a:rPr b="0" i="0" lang="en-US" sz="1800" u="none" cap="none" strike="noStrike">
                <a:solidFill>
                  <a:schemeClr val="lt1"/>
                </a:solidFill>
                <a:latin typeface="Times New Roman"/>
                <a:ea typeface="Times New Roman"/>
                <a:cs typeface="Times New Roman"/>
                <a:sym typeface="Times New Roman"/>
              </a:rPr>
            </a:br>
            <a:r>
              <a:rPr b="0" i="0" lang="en-US" sz="1800" u="none" cap="none" strike="noStrike">
                <a:solidFill>
                  <a:schemeClr val="lt1"/>
                </a:solidFill>
                <a:latin typeface="Times New Roman"/>
                <a:ea typeface="Times New Roman"/>
                <a:cs typeface="Times New Roman"/>
                <a:sym typeface="Times New Roman"/>
              </a:rPr>
              <a:t>Project Presentation</a:t>
            </a:r>
            <a:endParaRPr b="0" i="0" sz="1800" u="none" cap="none" strike="noStrike">
              <a:solidFill>
                <a:schemeClr val="lt1"/>
              </a:solidFill>
              <a:latin typeface="Times New Roman"/>
              <a:ea typeface="Times New Roman"/>
              <a:cs typeface="Times New Roman"/>
              <a:sym typeface="Times New Roman"/>
            </a:endParaRPr>
          </a:p>
        </p:txBody>
      </p:sp>
      <p:pic>
        <p:nvPicPr>
          <p:cNvPr id="2362" name="Google Shape;2362;g3da1138a163_0_671"/>
          <p:cNvPicPr preferRelativeResize="0"/>
          <p:nvPr/>
        </p:nvPicPr>
        <p:blipFill rotWithShape="1">
          <a:blip r:embed="rId6">
            <a:alphaModFix/>
          </a:blip>
          <a:srcRect b="0" l="0" r="0" t="0"/>
          <a:stretch/>
        </p:blipFill>
        <p:spPr>
          <a:xfrm>
            <a:off x="10590875" y="6341462"/>
            <a:ext cx="1500023" cy="585000"/>
          </a:xfrm>
          <a:prstGeom prst="rect">
            <a:avLst/>
          </a:prstGeom>
          <a:noFill/>
          <a:ln>
            <a:noFill/>
          </a:ln>
        </p:spPr>
      </p:pic>
      <p:sp>
        <p:nvSpPr>
          <p:cNvPr id="2363" name="Google Shape;2363;g3da1138a163_0_671"/>
          <p:cNvSpPr txBox="1"/>
          <p:nvPr/>
        </p:nvSpPr>
        <p:spPr>
          <a:xfrm>
            <a:off x="-1" y="6288587"/>
            <a:ext cx="5981100" cy="6465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chemeClr val="dk1"/>
              </a:buClr>
              <a:buSzPts val="1800"/>
              <a:buFont typeface="Arial"/>
              <a:buNone/>
            </a:pPr>
            <a:r>
              <a:rPr b="0" i="0" lang="en-US" sz="1800" u="none" cap="none" strike="noStrike">
                <a:solidFill>
                  <a:schemeClr val="lt1"/>
                </a:solidFill>
                <a:latin typeface="Times New Roman"/>
                <a:ea typeface="Times New Roman"/>
                <a:cs typeface="Times New Roman"/>
                <a:sym typeface="Times New Roman"/>
              </a:rPr>
              <a:t>Machine Learning Professional</a:t>
            </a:r>
            <a:br>
              <a:rPr b="0" i="0" lang="en-US" sz="1800" u="none" cap="none" strike="noStrike">
                <a:solidFill>
                  <a:schemeClr val="lt1"/>
                </a:solidFill>
                <a:latin typeface="Times New Roman"/>
                <a:ea typeface="Times New Roman"/>
                <a:cs typeface="Times New Roman"/>
                <a:sym typeface="Times New Roman"/>
              </a:rPr>
            </a:br>
            <a:r>
              <a:rPr b="0" i="0" lang="en-US" sz="1800" u="none" cap="none" strike="noStrike">
                <a:solidFill>
                  <a:schemeClr val="lt1"/>
                </a:solidFill>
                <a:latin typeface="Times New Roman"/>
                <a:ea typeface="Times New Roman"/>
                <a:cs typeface="Times New Roman"/>
                <a:sym typeface="Times New Roman"/>
              </a:rPr>
              <a:t>Project Presentation</a:t>
            </a:r>
            <a:endParaRPr b="0" i="0" sz="1800" u="none" cap="none" strike="noStrike">
              <a:solidFill>
                <a:schemeClr val="lt1"/>
              </a:solidFill>
              <a:latin typeface="Times New Roman"/>
              <a:ea typeface="Times New Roman"/>
              <a:cs typeface="Times New Roman"/>
              <a:sym typeface="Times New Roman"/>
            </a:endParaRPr>
          </a:p>
        </p:txBody>
      </p:sp>
      <p:pic>
        <p:nvPicPr>
          <p:cNvPr id="2364" name="Google Shape;2364;g3da1138a163_0_671"/>
          <p:cNvPicPr preferRelativeResize="0"/>
          <p:nvPr/>
        </p:nvPicPr>
        <p:blipFill rotWithShape="1">
          <a:blip r:embed="rId6">
            <a:alphaModFix/>
          </a:blip>
          <a:srcRect b="0" l="0" r="0" t="0"/>
          <a:stretch/>
        </p:blipFill>
        <p:spPr>
          <a:xfrm>
            <a:off x="10590875" y="6330524"/>
            <a:ext cx="1500023" cy="585000"/>
          </a:xfrm>
          <a:prstGeom prst="rect">
            <a:avLst/>
          </a:prstGeom>
          <a:noFill/>
          <a:ln>
            <a:noFill/>
          </a:ln>
        </p:spPr>
      </p:pic>
      <p:sp>
        <p:nvSpPr>
          <p:cNvPr id="2365" name="Google Shape;2365;g3da1138a163_0_671"/>
          <p:cNvSpPr txBox="1"/>
          <p:nvPr/>
        </p:nvSpPr>
        <p:spPr>
          <a:xfrm>
            <a:off x="-1" y="6234672"/>
            <a:ext cx="5981100" cy="6465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chemeClr val="dk1"/>
              </a:buClr>
              <a:buSzPts val="1800"/>
              <a:buFont typeface="Arial"/>
              <a:buNone/>
            </a:pPr>
            <a:r>
              <a:rPr b="0" i="0" lang="en-US" sz="1800" u="none" cap="none" strike="noStrike">
                <a:solidFill>
                  <a:schemeClr val="lt1"/>
                </a:solidFill>
                <a:latin typeface="Times New Roman"/>
                <a:ea typeface="Times New Roman"/>
                <a:cs typeface="Times New Roman"/>
                <a:sym typeface="Times New Roman"/>
              </a:rPr>
              <a:t>Machine Learning Professional</a:t>
            </a:r>
            <a:br>
              <a:rPr b="0" i="0" lang="en-US" sz="1800" u="none" cap="none" strike="noStrike">
                <a:solidFill>
                  <a:schemeClr val="lt1"/>
                </a:solidFill>
                <a:latin typeface="Times New Roman"/>
                <a:ea typeface="Times New Roman"/>
                <a:cs typeface="Times New Roman"/>
                <a:sym typeface="Times New Roman"/>
              </a:rPr>
            </a:br>
            <a:r>
              <a:rPr b="0" i="0" lang="en-US" sz="1800" u="none" cap="none" strike="noStrike">
                <a:solidFill>
                  <a:schemeClr val="lt1"/>
                </a:solidFill>
                <a:latin typeface="Times New Roman"/>
                <a:ea typeface="Times New Roman"/>
                <a:cs typeface="Times New Roman"/>
                <a:sym typeface="Times New Roman"/>
              </a:rPr>
              <a:t>Project Presentation</a:t>
            </a:r>
            <a:endParaRPr b="0" i="0" sz="1800" u="none" cap="none" strike="noStrike">
              <a:solidFill>
                <a:schemeClr val="lt1"/>
              </a:solidFill>
              <a:latin typeface="Times New Roman"/>
              <a:ea typeface="Times New Roman"/>
              <a:cs typeface="Times New Roman"/>
              <a:sym typeface="Times New Roman"/>
            </a:endParaRPr>
          </a:p>
        </p:txBody>
      </p:sp>
      <p:pic>
        <p:nvPicPr>
          <p:cNvPr id="2366" name="Google Shape;2366;g3da1138a163_0_671"/>
          <p:cNvPicPr preferRelativeResize="0"/>
          <p:nvPr/>
        </p:nvPicPr>
        <p:blipFill rotWithShape="1">
          <a:blip r:embed="rId6">
            <a:alphaModFix/>
          </a:blip>
          <a:srcRect b="0" l="0" r="0" t="0"/>
          <a:stretch/>
        </p:blipFill>
        <p:spPr>
          <a:xfrm>
            <a:off x="10590875" y="6330524"/>
            <a:ext cx="1500023" cy="585000"/>
          </a:xfrm>
          <a:prstGeom prst="rect">
            <a:avLst/>
          </a:prstGeom>
          <a:noFill/>
          <a:ln>
            <a:noFill/>
          </a:ln>
        </p:spPr>
      </p:pic>
      <p:sp>
        <p:nvSpPr>
          <p:cNvPr id="2367" name="Google Shape;2367;g3da1138a163_0_671"/>
          <p:cNvSpPr txBox="1"/>
          <p:nvPr/>
        </p:nvSpPr>
        <p:spPr>
          <a:xfrm>
            <a:off x="-1" y="6234672"/>
            <a:ext cx="5981100" cy="6465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chemeClr val="dk1"/>
              </a:buClr>
              <a:buSzPts val="1800"/>
              <a:buFont typeface="Arial"/>
              <a:buNone/>
            </a:pPr>
            <a:r>
              <a:rPr b="0" i="0" lang="en-US" sz="1800" u="none" cap="none" strike="noStrike">
                <a:solidFill>
                  <a:schemeClr val="lt1"/>
                </a:solidFill>
                <a:latin typeface="Times New Roman"/>
                <a:ea typeface="Times New Roman"/>
                <a:cs typeface="Times New Roman"/>
                <a:sym typeface="Times New Roman"/>
              </a:rPr>
              <a:t>Machine Learning Professional</a:t>
            </a:r>
            <a:br>
              <a:rPr b="0" i="0" lang="en-US" sz="1800" u="none" cap="none" strike="noStrike">
                <a:solidFill>
                  <a:schemeClr val="lt1"/>
                </a:solidFill>
                <a:latin typeface="Times New Roman"/>
                <a:ea typeface="Times New Roman"/>
                <a:cs typeface="Times New Roman"/>
                <a:sym typeface="Times New Roman"/>
              </a:rPr>
            </a:br>
            <a:r>
              <a:rPr b="0" i="0" lang="en-US" sz="1800" u="none" cap="none" strike="noStrike">
                <a:solidFill>
                  <a:schemeClr val="lt1"/>
                </a:solidFill>
                <a:latin typeface="Times New Roman"/>
                <a:ea typeface="Times New Roman"/>
                <a:cs typeface="Times New Roman"/>
                <a:sym typeface="Times New Roman"/>
              </a:rPr>
              <a:t>Project Presentation</a:t>
            </a:r>
            <a:endParaRPr b="0" i="0" sz="1800" u="none" cap="none" strike="noStrike">
              <a:solidFill>
                <a:schemeClr val="lt1"/>
              </a:solidFill>
              <a:latin typeface="Times New Roman"/>
              <a:ea typeface="Times New Roman"/>
              <a:cs typeface="Times New Roman"/>
              <a:sym typeface="Times New Roman"/>
            </a:endParaRPr>
          </a:p>
        </p:txBody>
      </p:sp>
      <p:pic>
        <p:nvPicPr>
          <p:cNvPr id="2368" name="Google Shape;2368;g3da1138a163_0_671"/>
          <p:cNvPicPr preferRelativeResize="0"/>
          <p:nvPr/>
        </p:nvPicPr>
        <p:blipFill rotWithShape="1">
          <a:blip r:embed="rId6">
            <a:alphaModFix/>
          </a:blip>
          <a:srcRect b="0" l="0" r="0" t="0"/>
          <a:stretch/>
        </p:blipFill>
        <p:spPr>
          <a:xfrm>
            <a:off x="10590875" y="6330524"/>
            <a:ext cx="1500023" cy="585000"/>
          </a:xfrm>
          <a:prstGeom prst="rect">
            <a:avLst/>
          </a:prstGeom>
          <a:noFill/>
          <a:ln>
            <a:noFill/>
          </a:ln>
        </p:spPr>
      </p:pic>
      <p:sp>
        <p:nvSpPr>
          <p:cNvPr id="2369" name="Google Shape;2369;g3da1138a163_0_671"/>
          <p:cNvSpPr txBox="1"/>
          <p:nvPr/>
        </p:nvSpPr>
        <p:spPr>
          <a:xfrm>
            <a:off x="-1" y="6234672"/>
            <a:ext cx="5981100" cy="6465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chemeClr val="dk1"/>
              </a:buClr>
              <a:buSzPts val="1800"/>
              <a:buFont typeface="Arial"/>
              <a:buNone/>
            </a:pPr>
            <a:r>
              <a:rPr b="0" i="0" lang="en-US" sz="1800" u="none" cap="none" strike="noStrike">
                <a:solidFill>
                  <a:schemeClr val="lt1"/>
                </a:solidFill>
                <a:latin typeface="Times New Roman"/>
                <a:ea typeface="Times New Roman"/>
                <a:cs typeface="Times New Roman"/>
                <a:sym typeface="Times New Roman"/>
              </a:rPr>
              <a:t>Nanoelectronics - Seminar Presentation</a:t>
            </a:r>
            <a:br>
              <a:rPr b="0" i="0" lang="en-US" sz="1800" u="none" cap="none" strike="noStrike">
                <a:solidFill>
                  <a:schemeClr val="lt1"/>
                </a:solidFill>
                <a:latin typeface="Times New Roman"/>
                <a:ea typeface="Times New Roman"/>
                <a:cs typeface="Times New Roman"/>
                <a:sym typeface="Times New Roman"/>
              </a:rPr>
            </a:br>
            <a:r>
              <a:rPr b="0" i="0" lang="en-US" sz="1800" u="none" cap="none" strike="noStrike">
                <a:solidFill>
                  <a:schemeClr val="lt1"/>
                </a:solidFill>
                <a:latin typeface="Times New Roman"/>
                <a:ea typeface="Times New Roman"/>
                <a:cs typeface="Times New Roman"/>
                <a:sym typeface="Times New Roman"/>
              </a:rPr>
              <a:t>Ronit Dutta</a:t>
            </a:r>
            <a:endParaRPr b="0" i="0" sz="1800" u="none" cap="none" strike="noStrike">
              <a:solidFill>
                <a:schemeClr val="lt1"/>
              </a:solidFill>
              <a:latin typeface="Times New Roman"/>
              <a:ea typeface="Times New Roman"/>
              <a:cs typeface="Times New Roman"/>
              <a:sym typeface="Times New Roman"/>
            </a:endParaRPr>
          </a:p>
        </p:txBody>
      </p:sp>
      <p:pic>
        <p:nvPicPr>
          <p:cNvPr id="2370" name="Google Shape;2370;g3da1138a163_0_671"/>
          <p:cNvPicPr preferRelativeResize="0"/>
          <p:nvPr/>
        </p:nvPicPr>
        <p:blipFill rotWithShape="1">
          <a:blip r:embed="rId6">
            <a:alphaModFix/>
          </a:blip>
          <a:srcRect b="0" l="0" r="0" t="0"/>
          <a:stretch/>
        </p:blipFill>
        <p:spPr>
          <a:xfrm>
            <a:off x="10590875" y="6330524"/>
            <a:ext cx="1500023" cy="585000"/>
          </a:xfrm>
          <a:prstGeom prst="rect">
            <a:avLst/>
          </a:prstGeom>
          <a:noFill/>
          <a:ln>
            <a:noFill/>
          </a:ln>
        </p:spPr>
      </p:pic>
      <p:pic>
        <p:nvPicPr>
          <p:cNvPr id="2371" name="Google Shape;2371;g3da1138a163_0_671"/>
          <p:cNvPicPr preferRelativeResize="0"/>
          <p:nvPr/>
        </p:nvPicPr>
        <p:blipFill rotWithShape="1">
          <a:blip r:embed="rId9">
            <a:alphaModFix/>
          </a:blip>
          <a:srcRect b="0" l="0" r="0" t="0"/>
          <a:stretch/>
        </p:blipFill>
        <p:spPr>
          <a:xfrm>
            <a:off x="0" y="6234674"/>
            <a:ext cx="12192000" cy="1165875"/>
          </a:xfrm>
          <a:prstGeom prst="rect">
            <a:avLst/>
          </a:prstGeom>
          <a:noFill/>
          <a:ln>
            <a:noFill/>
          </a:ln>
        </p:spPr>
      </p:pic>
      <p:sp>
        <p:nvSpPr>
          <p:cNvPr id="2372" name="Google Shape;2372;g3da1138a163_0_671"/>
          <p:cNvSpPr txBox="1"/>
          <p:nvPr/>
        </p:nvSpPr>
        <p:spPr>
          <a:xfrm>
            <a:off x="-1" y="6310697"/>
            <a:ext cx="5981100" cy="6465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chemeClr val="dk1"/>
              </a:buClr>
              <a:buSzPts val="1800"/>
              <a:buFont typeface="Arial"/>
              <a:buNone/>
            </a:pPr>
            <a:r>
              <a:rPr lang="en-US" sz="1800">
                <a:solidFill>
                  <a:schemeClr val="lt1"/>
                </a:solidFill>
                <a:latin typeface="Times New Roman"/>
                <a:ea typeface="Times New Roman"/>
                <a:cs typeface="Times New Roman"/>
                <a:sym typeface="Times New Roman"/>
              </a:rPr>
              <a:t>Applied Mathematics for Engineering [MIDTERM PROJECT]</a:t>
            </a:r>
            <a:br>
              <a:rPr b="0" i="0" lang="en-US" sz="1800" u="none" cap="none" strike="noStrike">
                <a:solidFill>
                  <a:schemeClr val="lt1"/>
                </a:solidFill>
                <a:latin typeface="Times New Roman"/>
                <a:ea typeface="Times New Roman"/>
                <a:cs typeface="Times New Roman"/>
                <a:sym typeface="Times New Roman"/>
              </a:rPr>
            </a:br>
            <a:r>
              <a:rPr b="0" i="0" lang="en-US" sz="1800" u="none" cap="none" strike="noStrike">
                <a:solidFill>
                  <a:schemeClr val="lt1"/>
                </a:solidFill>
                <a:latin typeface="Times New Roman"/>
                <a:ea typeface="Times New Roman"/>
                <a:cs typeface="Times New Roman"/>
                <a:sym typeface="Times New Roman"/>
              </a:rPr>
              <a:t>Ronit Dutta</a:t>
            </a:r>
            <a:endParaRPr b="0" i="0" sz="1800" u="none" cap="none" strike="noStrike">
              <a:solidFill>
                <a:schemeClr val="lt1"/>
              </a:solidFill>
              <a:latin typeface="Times New Roman"/>
              <a:ea typeface="Times New Roman"/>
              <a:cs typeface="Times New Roman"/>
              <a:sym typeface="Times New Roman"/>
            </a:endParaRPr>
          </a:p>
        </p:txBody>
      </p:sp>
      <p:pic>
        <p:nvPicPr>
          <p:cNvPr id="2373" name="Google Shape;2373;g3da1138a163_0_671"/>
          <p:cNvPicPr preferRelativeResize="0"/>
          <p:nvPr/>
        </p:nvPicPr>
        <p:blipFill rotWithShape="1">
          <a:blip r:embed="rId6">
            <a:alphaModFix/>
          </a:blip>
          <a:srcRect b="0" l="0" r="0" t="0"/>
          <a:stretch/>
        </p:blipFill>
        <p:spPr>
          <a:xfrm>
            <a:off x="10579375" y="6341449"/>
            <a:ext cx="1500023" cy="585000"/>
          </a:xfrm>
          <a:prstGeom prst="rect">
            <a:avLst/>
          </a:prstGeom>
          <a:noFill/>
          <a:ln>
            <a:noFill/>
          </a:ln>
        </p:spPr>
      </p:pic>
      <p:pic>
        <p:nvPicPr>
          <p:cNvPr id="2374" name="Google Shape;2374;g3da1138a163_0_671"/>
          <p:cNvPicPr preferRelativeResize="0"/>
          <p:nvPr/>
        </p:nvPicPr>
        <p:blipFill rotWithShape="1">
          <a:blip r:embed="rId9">
            <a:alphaModFix/>
          </a:blip>
          <a:srcRect b="0" l="0" r="0" t="0"/>
          <a:stretch/>
        </p:blipFill>
        <p:spPr>
          <a:xfrm>
            <a:off x="0" y="6330524"/>
            <a:ext cx="12192000" cy="1165875"/>
          </a:xfrm>
          <a:prstGeom prst="rect">
            <a:avLst/>
          </a:prstGeom>
          <a:noFill/>
          <a:ln>
            <a:noFill/>
          </a:ln>
        </p:spPr>
      </p:pic>
      <p:sp>
        <p:nvSpPr>
          <p:cNvPr id="2375" name="Google Shape;2375;g3da1138a163_0_671"/>
          <p:cNvSpPr txBox="1"/>
          <p:nvPr/>
        </p:nvSpPr>
        <p:spPr>
          <a:xfrm>
            <a:off x="-1" y="6445547"/>
            <a:ext cx="5981100" cy="6465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chemeClr val="dk1"/>
              </a:buClr>
              <a:buSzPts val="1800"/>
              <a:buFont typeface="Arial"/>
              <a:buNone/>
            </a:pPr>
            <a:r>
              <a:rPr lang="en-US" sz="1800">
                <a:solidFill>
                  <a:schemeClr val="lt1"/>
                </a:solidFill>
                <a:latin typeface="Times New Roman"/>
                <a:ea typeface="Times New Roman"/>
                <a:cs typeface="Times New Roman"/>
                <a:sym typeface="Times New Roman"/>
              </a:rPr>
              <a:t>Applied Mathematics for Engineering [MIDTERM PROJECT]</a:t>
            </a:r>
            <a:br>
              <a:rPr b="0" i="0" lang="en-US" sz="1800" u="none" cap="none" strike="noStrike">
                <a:solidFill>
                  <a:schemeClr val="lt1"/>
                </a:solidFill>
                <a:latin typeface="Times New Roman"/>
                <a:ea typeface="Times New Roman"/>
                <a:cs typeface="Times New Roman"/>
                <a:sym typeface="Times New Roman"/>
              </a:rPr>
            </a:br>
            <a:r>
              <a:rPr b="0" i="0" lang="en-US" sz="1800" u="none" cap="none" strike="noStrike">
                <a:solidFill>
                  <a:schemeClr val="lt1"/>
                </a:solidFill>
                <a:latin typeface="Times New Roman"/>
                <a:ea typeface="Times New Roman"/>
                <a:cs typeface="Times New Roman"/>
                <a:sym typeface="Times New Roman"/>
              </a:rPr>
              <a:t>Ronit Dutta</a:t>
            </a:r>
            <a:endParaRPr b="0" i="0" sz="1800" u="none" cap="none" strike="noStrike">
              <a:solidFill>
                <a:schemeClr val="lt1"/>
              </a:solidFill>
              <a:latin typeface="Times New Roman"/>
              <a:ea typeface="Times New Roman"/>
              <a:cs typeface="Times New Roman"/>
              <a:sym typeface="Times New Roman"/>
            </a:endParaRPr>
          </a:p>
        </p:txBody>
      </p:sp>
      <p:pic>
        <p:nvPicPr>
          <p:cNvPr id="2376" name="Google Shape;2376;g3da1138a163_0_671"/>
          <p:cNvPicPr preferRelativeResize="0"/>
          <p:nvPr/>
        </p:nvPicPr>
        <p:blipFill rotWithShape="1">
          <a:blip r:embed="rId6">
            <a:alphaModFix/>
          </a:blip>
          <a:srcRect b="0" l="0" r="0" t="0"/>
          <a:stretch/>
        </p:blipFill>
        <p:spPr>
          <a:xfrm>
            <a:off x="10579375" y="6476299"/>
            <a:ext cx="1500023" cy="585000"/>
          </a:xfrm>
          <a:prstGeom prst="rect">
            <a:avLst/>
          </a:prstGeom>
          <a:noFill/>
          <a:ln>
            <a:noFill/>
          </a:ln>
        </p:spPr>
      </p:pic>
      <p:pic>
        <p:nvPicPr>
          <p:cNvPr id="2377" name="Google Shape;2377;g3da1138a163_0_671"/>
          <p:cNvPicPr preferRelativeResize="0"/>
          <p:nvPr/>
        </p:nvPicPr>
        <p:blipFill rotWithShape="1">
          <a:blip r:embed="rId4">
            <a:alphaModFix/>
          </a:blip>
          <a:srcRect b="0" l="0" r="0" t="0"/>
          <a:stretch/>
        </p:blipFill>
        <p:spPr>
          <a:xfrm>
            <a:off x="10590934" y="6330522"/>
            <a:ext cx="1499906" cy="585000"/>
          </a:xfrm>
          <a:prstGeom prst="rect">
            <a:avLst/>
          </a:prstGeom>
          <a:noFill/>
          <a:ln>
            <a:noFill/>
          </a:ln>
        </p:spPr>
      </p:pic>
      <p:sp>
        <p:nvSpPr>
          <p:cNvPr id="2378" name="Google Shape;2378;g3da1138a163_0_671"/>
          <p:cNvSpPr txBox="1"/>
          <p:nvPr/>
        </p:nvSpPr>
        <p:spPr>
          <a:xfrm>
            <a:off x="-1" y="6288587"/>
            <a:ext cx="5981100" cy="3693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chemeClr val="dk1"/>
              </a:buClr>
              <a:buSzPts val="1800"/>
              <a:buFont typeface="Arial"/>
              <a:buNone/>
            </a:pPr>
            <a:r>
              <a:rPr b="0" i="0" lang="en-US" sz="1800" u="none" cap="none" strike="noStrike">
                <a:solidFill>
                  <a:schemeClr val="lt1"/>
                </a:solidFill>
                <a:latin typeface="Times New Roman"/>
                <a:ea typeface="Times New Roman"/>
                <a:cs typeface="Times New Roman"/>
                <a:sym typeface="Times New Roman"/>
              </a:rPr>
              <a:t>Term Paper Presentation | Ronit Dutta</a:t>
            </a:r>
            <a:endParaRPr b="0" i="0" sz="1800" u="none" cap="none" strike="noStrike">
              <a:solidFill>
                <a:schemeClr val="lt1"/>
              </a:solidFill>
              <a:latin typeface="Times New Roman"/>
              <a:ea typeface="Times New Roman"/>
              <a:cs typeface="Times New Roman"/>
              <a:sym typeface="Times New Roman"/>
            </a:endParaRPr>
          </a:p>
        </p:txBody>
      </p:sp>
      <p:pic>
        <p:nvPicPr>
          <p:cNvPr id="2379" name="Google Shape;2379;g3da1138a163_0_671"/>
          <p:cNvPicPr preferRelativeResize="0"/>
          <p:nvPr/>
        </p:nvPicPr>
        <p:blipFill rotWithShape="1">
          <a:blip r:embed="rId4">
            <a:alphaModFix/>
          </a:blip>
          <a:srcRect b="0" l="0" r="0" t="0"/>
          <a:stretch/>
        </p:blipFill>
        <p:spPr>
          <a:xfrm>
            <a:off x="10590934" y="6330522"/>
            <a:ext cx="1499906" cy="585000"/>
          </a:xfrm>
          <a:prstGeom prst="rect">
            <a:avLst/>
          </a:prstGeom>
          <a:noFill/>
          <a:ln>
            <a:noFill/>
          </a:ln>
        </p:spPr>
      </p:pic>
      <p:sp>
        <p:nvSpPr>
          <p:cNvPr id="2380" name="Google Shape;2380;g3da1138a163_0_671"/>
          <p:cNvSpPr txBox="1"/>
          <p:nvPr/>
        </p:nvSpPr>
        <p:spPr>
          <a:xfrm>
            <a:off x="-1" y="6288587"/>
            <a:ext cx="5981100" cy="3693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chemeClr val="dk1"/>
              </a:buClr>
              <a:buSzPts val="1800"/>
              <a:buFont typeface="Arial"/>
              <a:buNone/>
            </a:pPr>
            <a:r>
              <a:rPr b="0" i="0" lang="en-US" sz="1800" u="none" cap="none" strike="noStrike">
                <a:solidFill>
                  <a:schemeClr val="lt1"/>
                </a:solidFill>
                <a:latin typeface="Times New Roman"/>
                <a:ea typeface="Times New Roman"/>
                <a:cs typeface="Times New Roman"/>
                <a:sym typeface="Times New Roman"/>
              </a:rPr>
              <a:t>Term Paper Presentation | Ronit Dutta</a:t>
            </a:r>
            <a:endParaRPr b="0" i="0" sz="1800" u="none" cap="none" strike="noStrike">
              <a:solidFill>
                <a:schemeClr val="lt1"/>
              </a:solidFill>
              <a:latin typeface="Times New Roman"/>
              <a:ea typeface="Times New Roman"/>
              <a:cs typeface="Times New Roman"/>
              <a:sym typeface="Times New Roman"/>
            </a:endParaRPr>
          </a:p>
        </p:txBody>
      </p:sp>
      <p:pic>
        <p:nvPicPr>
          <p:cNvPr id="2381" name="Google Shape;2381;g3da1138a163_0_671"/>
          <p:cNvPicPr preferRelativeResize="0"/>
          <p:nvPr/>
        </p:nvPicPr>
        <p:blipFill rotWithShape="1">
          <a:blip r:embed="rId4">
            <a:alphaModFix/>
          </a:blip>
          <a:srcRect b="0" l="0" r="0" t="0"/>
          <a:stretch/>
        </p:blipFill>
        <p:spPr>
          <a:xfrm>
            <a:off x="10590934" y="6330522"/>
            <a:ext cx="1499906" cy="585000"/>
          </a:xfrm>
          <a:prstGeom prst="rect">
            <a:avLst/>
          </a:prstGeom>
          <a:noFill/>
          <a:ln>
            <a:noFill/>
          </a:ln>
        </p:spPr>
      </p:pic>
      <p:sp>
        <p:nvSpPr>
          <p:cNvPr id="2382" name="Google Shape;2382;g3da1138a163_0_671"/>
          <p:cNvSpPr txBox="1"/>
          <p:nvPr/>
        </p:nvSpPr>
        <p:spPr>
          <a:xfrm>
            <a:off x="-1" y="6288587"/>
            <a:ext cx="5981100" cy="6465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chemeClr val="dk1"/>
              </a:buClr>
              <a:buSzPts val="1800"/>
              <a:buFont typeface="Arial"/>
              <a:buNone/>
            </a:pPr>
            <a:r>
              <a:rPr b="0" i="0" lang="en-US" sz="1800" u="none" cap="none" strike="noStrike">
                <a:solidFill>
                  <a:schemeClr val="lt1"/>
                </a:solidFill>
                <a:latin typeface="Times New Roman"/>
                <a:ea typeface="Times New Roman"/>
                <a:cs typeface="Times New Roman"/>
                <a:sym typeface="Times New Roman"/>
              </a:rPr>
              <a:t>Machine Learning Professional</a:t>
            </a:r>
            <a:br>
              <a:rPr b="0" i="0" lang="en-US" sz="1800" u="none" cap="none" strike="noStrike">
                <a:solidFill>
                  <a:schemeClr val="lt1"/>
                </a:solidFill>
                <a:latin typeface="Times New Roman"/>
                <a:ea typeface="Times New Roman"/>
                <a:cs typeface="Times New Roman"/>
                <a:sym typeface="Times New Roman"/>
              </a:rPr>
            </a:br>
            <a:r>
              <a:rPr b="0" i="0" lang="en-US" sz="1800" u="none" cap="none" strike="noStrike">
                <a:solidFill>
                  <a:schemeClr val="lt1"/>
                </a:solidFill>
                <a:latin typeface="Times New Roman"/>
                <a:ea typeface="Times New Roman"/>
                <a:cs typeface="Times New Roman"/>
                <a:sym typeface="Times New Roman"/>
              </a:rPr>
              <a:t>Project Presentation</a:t>
            </a:r>
            <a:endParaRPr b="0" i="0" sz="1800" u="none" cap="none" strike="noStrike">
              <a:solidFill>
                <a:schemeClr val="lt1"/>
              </a:solidFill>
              <a:latin typeface="Times New Roman"/>
              <a:ea typeface="Times New Roman"/>
              <a:cs typeface="Times New Roman"/>
              <a:sym typeface="Times New Roman"/>
            </a:endParaRPr>
          </a:p>
        </p:txBody>
      </p:sp>
      <p:pic>
        <p:nvPicPr>
          <p:cNvPr id="2383" name="Google Shape;2383;g3da1138a163_0_671"/>
          <p:cNvPicPr preferRelativeResize="0"/>
          <p:nvPr/>
        </p:nvPicPr>
        <p:blipFill rotWithShape="1">
          <a:blip r:embed="rId6">
            <a:alphaModFix/>
          </a:blip>
          <a:srcRect b="0" l="0" r="0" t="0"/>
          <a:stretch/>
        </p:blipFill>
        <p:spPr>
          <a:xfrm>
            <a:off x="10590875" y="6341462"/>
            <a:ext cx="1500023" cy="585000"/>
          </a:xfrm>
          <a:prstGeom prst="rect">
            <a:avLst/>
          </a:prstGeom>
          <a:noFill/>
          <a:ln>
            <a:noFill/>
          </a:ln>
        </p:spPr>
      </p:pic>
      <p:sp>
        <p:nvSpPr>
          <p:cNvPr id="2384" name="Google Shape;2384;g3da1138a163_0_671"/>
          <p:cNvSpPr txBox="1"/>
          <p:nvPr/>
        </p:nvSpPr>
        <p:spPr>
          <a:xfrm>
            <a:off x="-1" y="6288587"/>
            <a:ext cx="5981100" cy="6465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chemeClr val="dk1"/>
              </a:buClr>
              <a:buSzPts val="1800"/>
              <a:buFont typeface="Arial"/>
              <a:buNone/>
            </a:pPr>
            <a:r>
              <a:rPr b="0" i="0" lang="en-US" sz="1800" u="none" cap="none" strike="noStrike">
                <a:solidFill>
                  <a:schemeClr val="lt1"/>
                </a:solidFill>
                <a:latin typeface="Times New Roman"/>
                <a:ea typeface="Times New Roman"/>
                <a:cs typeface="Times New Roman"/>
                <a:sym typeface="Times New Roman"/>
              </a:rPr>
              <a:t>Machine Learning Professional</a:t>
            </a:r>
            <a:br>
              <a:rPr b="0" i="0" lang="en-US" sz="1800" u="none" cap="none" strike="noStrike">
                <a:solidFill>
                  <a:schemeClr val="lt1"/>
                </a:solidFill>
                <a:latin typeface="Times New Roman"/>
                <a:ea typeface="Times New Roman"/>
                <a:cs typeface="Times New Roman"/>
                <a:sym typeface="Times New Roman"/>
              </a:rPr>
            </a:br>
            <a:r>
              <a:rPr b="0" i="0" lang="en-US" sz="1800" u="none" cap="none" strike="noStrike">
                <a:solidFill>
                  <a:schemeClr val="lt1"/>
                </a:solidFill>
                <a:latin typeface="Times New Roman"/>
                <a:ea typeface="Times New Roman"/>
                <a:cs typeface="Times New Roman"/>
                <a:sym typeface="Times New Roman"/>
              </a:rPr>
              <a:t>Project Presentation</a:t>
            </a:r>
            <a:endParaRPr b="0" i="0" sz="1800" u="none" cap="none" strike="noStrike">
              <a:solidFill>
                <a:schemeClr val="lt1"/>
              </a:solidFill>
              <a:latin typeface="Times New Roman"/>
              <a:ea typeface="Times New Roman"/>
              <a:cs typeface="Times New Roman"/>
              <a:sym typeface="Times New Roman"/>
            </a:endParaRPr>
          </a:p>
        </p:txBody>
      </p:sp>
      <p:pic>
        <p:nvPicPr>
          <p:cNvPr id="2385" name="Google Shape;2385;g3da1138a163_0_671"/>
          <p:cNvPicPr preferRelativeResize="0"/>
          <p:nvPr/>
        </p:nvPicPr>
        <p:blipFill rotWithShape="1">
          <a:blip r:embed="rId6">
            <a:alphaModFix/>
          </a:blip>
          <a:srcRect b="0" l="0" r="0" t="0"/>
          <a:stretch/>
        </p:blipFill>
        <p:spPr>
          <a:xfrm>
            <a:off x="10590875" y="6330524"/>
            <a:ext cx="1500023" cy="585000"/>
          </a:xfrm>
          <a:prstGeom prst="rect">
            <a:avLst/>
          </a:prstGeom>
          <a:noFill/>
          <a:ln>
            <a:noFill/>
          </a:ln>
        </p:spPr>
      </p:pic>
      <p:sp>
        <p:nvSpPr>
          <p:cNvPr id="2386" name="Google Shape;2386;g3da1138a163_0_671"/>
          <p:cNvSpPr txBox="1"/>
          <p:nvPr/>
        </p:nvSpPr>
        <p:spPr>
          <a:xfrm>
            <a:off x="-1" y="6234672"/>
            <a:ext cx="5981100" cy="6465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chemeClr val="dk1"/>
              </a:buClr>
              <a:buSzPts val="1800"/>
              <a:buFont typeface="Arial"/>
              <a:buNone/>
            </a:pPr>
            <a:r>
              <a:rPr b="0" i="0" lang="en-US" sz="1800" u="none" cap="none" strike="noStrike">
                <a:solidFill>
                  <a:schemeClr val="lt1"/>
                </a:solidFill>
                <a:latin typeface="Times New Roman"/>
                <a:ea typeface="Times New Roman"/>
                <a:cs typeface="Times New Roman"/>
                <a:sym typeface="Times New Roman"/>
              </a:rPr>
              <a:t>Machine Learning Professional</a:t>
            </a:r>
            <a:br>
              <a:rPr b="0" i="0" lang="en-US" sz="1800" u="none" cap="none" strike="noStrike">
                <a:solidFill>
                  <a:schemeClr val="lt1"/>
                </a:solidFill>
                <a:latin typeface="Times New Roman"/>
                <a:ea typeface="Times New Roman"/>
                <a:cs typeface="Times New Roman"/>
                <a:sym typeface="Times New Roman"/>
              </a:rPr>
            </a:br>
            <a:r>
              <a:rPr b="0" i="0" lang="en-US" sz="1800" u="none" cap="none" strike="noStrike">
                <a:solidFill>
                  <a:schemeClr val="lt1"/>
                </a:solidFill>
                <a:latin typeface="Times New Roman"/>
                <a:ea typeface="Times New Roman"/>
                <a:cs typeface="Times New Roman"/>
                <a:sym typeface="Times New Roman"/>
              </a:rPr>
              <a:t>Project Presentation</a:t>
            </a:r>
            <a:endParaRPr b="0" i="0" sz="1800" u="none" cap="none" strike="noStrike">
              <a:solidFill>
                <a:schemeClr val="lt1"/>
              </a:solidFill>
              <a:latin typeface="Times New Roman"/>
              <a:ea typeface="Times New Roman"/>
              <a:cs typeface="Times New Roman"/>
              <a:sym typeface="Times New Roman"/>
            </a:endParaRPr>
          </a:p>
        </p:txBody>
      </p:sp>
      <p:pic>
        <p:nvPicPr>
          <p:cNvPr id="2387" name="Google Shape;2387;g3da1138a163_0_671"/>
          <p:cNvPicPr preferRelativeResize="0"/>
          <p:nvPr/>
        </p:nvPicPr>
        <p:blipFill rotWithShape="1">
          <a:blip r:embed="rId6">
            <a:alphaModFix/>
          </a:blip>
          <a:srcRect b="0" l="0" r="0" t="0"/>
          <a:stretch/>
        </p:blipFill>
        <p:spPr>
          <a:xfrm>
            <a:off x="10590875" y="6330524"/>
            <a:ext cx="1500023" cy="585000"/>
          </a:xfrm>
          <a:prstGeom prst="rect">
            <a:avLst/>
          </a:prstGeom>
          <a:noFill/>
          <a:ln>
            <a:noFill/>
          </a:ln>
        </p:spPr>
      </p:pic>
      <p:sp>
        <p:nvSpPr>
          <p:cNvPr id="2388" name="Google Shape;2388;g3da1138a163_0_671"/>
          <p:cNvSpPr txBox="1"/>
          <p:nvPr/>
        </p:nvSpPr>
        <p:spPr>
          <a:xfrm>
            <a:off x="-1" y="6234672"/>
            <a:ext cx="5981100" cy="6465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chemeClr val="dk1"/>
              </a:buClr>
              <a:buSzPts val="1800"/>
              <a:buFont typeface="Arial"/>
              <a:buNone/>
            </a:pPr>
            <a:r>
              <a:rPr b="0" i="0" lang="en-US" sz="1800" u="none" cap="none" strike="noStrike">
                <a:solidFill>
                  <a:schemeClr val="lt1"/>
                </a:solidFill>
                <a:latin typeface="Times New Roman"/>
                <a:ea typeface="Times New Roman"/>
                <a:cs typeface="Times New Roman"/>
                <a:sym typeface="Times New Roman"/>
              </a:rPr>
              <a:t>Machine Learning Professional</a:t>
            </a:r>
            <a:br>
              <a:rPr b="0" i="0" lang="en-US" sz="1800" u="none" cap="none" strike="noStrike">
                <a:solidFill>
                  <a:schemeClr val="lt1"/>
                </a:solidFill>
                <a:latin typeface="Times New Roman"/>
                <a:ea typeface="Times New Roman"/>
                <a:cs typeface="Times New Roman"/>
                <a:sym typeface="Times New Roman"/>
              </a:rPr>
            </a:br>
            <a:r>
              <a:rPr b="0" i="0" lang="en-US" sz="1800" u="none" cap="none" strike="noStrike">
                <a:solidFill>
                  <a:schemeClr val="lt1"/>
                </a:solidFill>
                <a:latin typeface="Times New Roman"/>
                <a:ea typeface="Times New Roman"/>
                <a:cs typeface="Times New Roman"/>
                <a:sym typeface="Times New Roman"/>
              </a:rPr>
              <a:t>Project Presentation</a:t>
            </a:r>
            <a:endParaRPr b="0" i="0" sz="1800" u="none" cap="none" strike="noStrike">
              <a:solidFill>
                <a:schemeClr val="lt1"/>
              </a:solidFill>
              <a:latin typeface="Times New Roman"/>
              <a:ea typeface="Times New Roman"/>
              <a:cs typeface="Times New Roman"/>
              <a:sym typeface="Times New Roman"/>
            </a:endParaRPr>
          </a:p>
        </p:txBody>
      </p:sp>
      <p:pic>
        <p:nvPicPr>
          <p:cNvPr id="2389" name="Google Shape;2389;g3da1138a163_0_671"/>
          <p:cNvPicPr preferRelativeResize="0"/>
          <p:nvPr/>
        </p:nvPicPr>
        <p:blipFill rotWithShape="1">
          <a:blip r:embed="rId6">
            <a:alphaModFix/>
          </a:blip>
          <a:srcRect b="0" l="0" r="0" t="0"/>
          <a:stretch/>
        </p:blipFill>
        <p:spPr>
          <a:xfrm>
            <a:off x="10590875" y="6330524"/>
            <a:ext cx="1500023" cy="585000"/>
          </a:xfrm>
          <a:prstGeom prst="rect">
            <a:avLst/>
          </a:prstGeom>
          <a:noFill/>
          <a:ln>
            <a:noFill/>
          </a:ln>
        </p:spPr>
      </p:pic>
      <p:sp>
        <p:nvSpPr>
          <p:cNvPr id="2390" name="Google Shape;2390;g3da1138a163_0_671"/>
          <p:cNvSpPr txBox="1"/>
          <p:nvPr/>
        </p:nvSpPr>
        <p:spPr>
          <a:xfrm>
            <a:off x="-1" y="6234672"/>
            <a:ext cx="5981100" cy="6465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chemeClr val="dk1"/>
              </a:buClr>
              <a:buSzPts val="1800"/>
              <a:buFont typeface="Arial"/>
              <a:buNone/>
            </a:pPr>
            <a:r>
              <a:rPr b="0" i="0" lang="en-US" sz="1800" u="none" cap="none" strike="noStrike">
                <a:solidFill>
                  <a:schemeClr val="lt1"/>
                </a:solidFill>
                <a:latin typeface="Times New Roman"/>
                <a:ea typeface="Times New Roman"/>
                <a:cs typeface="Times New Roman"/>
                <a:sym typeface="Times New Roman"/>
              </a:rPr>
              <a:t>Nanoelectronics - Seminar Presentation</a:t>
            </a:r>
            <a:br>
              <a:rPr b="0" i="0" lang="en-US" sz="1800" u="none" cap="none" strike="noStrike">
                <a:solidFill>
                  <a:schemeClr val="lt1"/>
                </a:solidFill>
                <a:latin typeface="Times New Roman"/>
                <a:ea typeface="Times New Roman"/>
                <a:cs typeface="Times New Roman"/>
                <a:sym typeface="Times New Roman"/>
              </a:rPr>
            </a:br>
            <a:r>
              <a:rPr b="0" i="0" lang="en-US" sz="1800" u="none" cap="none" strike="noStrike">
                <a:solidFill>
                  <a:schemeClr val="lt1"/>
                </a:solidFill>
                <a:latin typeface="Times New Roman"/>
                <a:ea typeface="Times New Roman"/>
                <a:cs typeface="Times New Roman"/>
                <a:sym typeface="Times New Roman"/>
              </a:rPr>
              <a:t>Ronit Dutta</a:t>
            </a:r>
            <a:endParaRPr b="0" i="0" sz="1800" u="none" cap="none" strike="noStrike">
              <a:solidFill>
                <a:schemeClr val="lt1"/>
              </a:solidFill>
              <a:latin typeface="Times New Roman"/>
              <a:ea typeface="Times New Roman"/>
              <a:cs typeface="Times New Roman"/>
              <a:sym typeface="Times New Roman"/>
            </a:endParaRPr>
          </a:p>
        </p:txBody>
      </p:sp>
      <p:pic>
        <p:nvPicPr>
          <p:cNvPr id="2391" name="Google Shape;2391;g3da1138a163_0_671"/>
          <p:cNvPicPr preferRelativeResize="0"/>
          <p:nvPr/>
        </p:nvPicPr>
        <p:blipFill rotWithShape="1">
          <a:blip r:embed="rId6">
            <a:alphaModFix/>
          </a:blip>
          <a:srcRect b="0" l="0" r="0" t="0"/>
          <a:stretch/>
        </p:blipFill>
        <p:spPr>
          <a:xfrm>
            <a:off x="10590875" y="6330524"/>
            <a:ext cx="1500023" cy="585000"/>
          </a:xfrm>
          <a:prstGeom prst="rect">
            <a:avLst/>
          </a:prstGeom>
          <a:noFill/>
          <a:ln>
            <a:noFill/>
          </a:ln>
        </p:spPr>
      </p:pic>
      <p:pic>
        <p:nvPicPr>
          <p:cNvPr id="2392" name="Google Shape;2392;g3da1138a163_0_671"/>
          <p:cNvPicPr preferRelativeResize="0"/>
          <p:nvPr/>
        </p:nvPicPr>
        <p:blipFill rotWithShape="1">
          <a:blip r:embed="rId4">
            <a:alphaModFix/>
          </a:blip>
          <a:srcRect b="0" l="0" r="0" t="0"/>
          <a:stretch/>
        </p:blipFill>
        <p:spPr>
          <a:xfrm>
            <a:off x="10590934" y="6330522"/>
            <a:ext cx="1499906" cy="585000"/>
          </a:xfrm>
          <a:prstGeom prst="rect">
            <a:avLst/>
          </a:prstGeom>
          <a:noFill/>
          <a:ln>
            <a:noFill/>
          </a:ln>
        </p:spPr>
      </p:pic>
      <p:sp>
        <p:nvSpPr>
          <p:cNvPr id="2393" name="Google Shape;2393;g3da1138a163_0_671"/>
          <p:cNvSpPr txBox="1"/>
          <p:nvPr/>
        </p:nvSpPr>
        <p:spPr>
          <a:xfrm>
            <a:off x="-1" y="6288587"/>
            <a:ext cx="5981100" cy="3693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chemeClr val="dk1"/>
              </a:buClr>
              <a:buSzPts val="1800"/>
              <a:buFont typeface="Arial"/>
              <a:buNone/>
            </a:pPr>
            <a:r>
              <a:rPr b="0" i="0" lang="en-US" sz="1800" u="none" cap="none" strike="noStrike">
                <a:solidFill>
                  <a:schemeClr val="lt1"/>
                </a:solidFill>
                <a:latin typeface="Times New Roman"/>
                <a:ea typeface="Times New Roman"/>
                <a:cs typeface="Times New Roman"/>
                <a:sym typeface="Times New Roman"/>
              </a:rPr>
              <a:t>Term Paper Presentation | Ronit Dutta</a:t>
            </a:r>
            <a:endParaRPr b="0" i="0" sz="1800" u="none" cap="none" strike="noStrike">
              <a:solidFill>
                <a:schemeClr val="lt1"/>
              </a:solidFill>
              <a:latin typeface="Times New Roman"/>
              <a:ea typeface="Times New Roman"/>
              <a:cs typeface="Times New Roman"/>
              <a:sym typeface="Times New Roman"/>
            </a:endParaRPr>
          </a:p>
        </p:txBody>
      </p:sp>
      <p:pic>
        <p:nvPicPr>
          <p:cNvPr id="2394" name="Google Shape;2394;g3da1138a163_0_671"/>
          <p:cNvPicPr preferRelativeResize="0"/>
          <p:nvPr/>
        </p:nvPicPr>
        <p:blipFill rotWithShape="1">
          <a:blip r:embed="rId4">
            <a:alphaModFix/>
          </a:blip>
          <a:srcRect b="0" l="0" r="0" t="0"/>
          <a:stretch/>
        </p:blipFill>
        <p:spPr>
          <a:xfrm>
            <a:off x="10590934" y="6330522"/>
            <a:ext cx="1499906" cy="585000"/>
          </a:xfrm>
          <a:prstGeom prst="rect">
            <a:avLst/>
          </a:prstGeom>
          <a:noFill/>
          <a:ln>
            <a:noFill/>
          </a:ln>
        </p:spPr>
      </p:pic>
      <p:sp>
        <p:nvSpPr>
          <p:cNvPr id="2395" name="Google Shape;2395;g3da1138a163_0_671"/>
          <p:cNvSpPr txBox="1"/>
          <p:nvPr/>
        </p:nvSpPr>
        <p:spPr>
          <a:xfrm>
            <a:off x="-1" y="6288587"/>
            <a:ext cx="5981100" cy="3693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chemeClr val="dk1"/>
              </a:buClr>
              <a:buSzPts val="1800"/>
              <a:buFont typeface="Arial"/>
              <a:buNone/>
            </a:pPr>
            <a:r>
              <a:rPr b="0" i="0" lang="en-US" sz="1800" u="none" cap="none" strike="noStrike">
                <a:solidFill>
                  <a:schemeClr val="lt1"/>
                </a:solidFill>
                <a:latin typeface="Times New Roman"/>
                <a:ea typeface="Times New Roman"/>
                <a:cs typeface="Times New Roman"/>
                <a:sym typeface="Times New Roman"/>
              </a:rPr>
              <a:t>Term Paper Presentation | Ronit Dutta</a:t>
            </a:r>
            <a:endParaRPr b="0" i="0" sz="1800" u="none" cap="none" strike="noStrike">
              <a:solidFill>
                <a:schemeClr val="lt1"/>
              </a:solidFill>
              <a:latin typeface="Times New Roman"/>
              <a:ea typeface="Times New Roman"/>
              <a:cs typeface="Times New Roman"/>
              <a:sym typeface="Times New Roman"/>
            </a:endParaRPr>
          </a:p>
        </p:txBody>
      </p:sp>
      <p:pic>
        <p:nvPicPr>
          <p:cNvPr id="2396" name="Google Shape;2396;g3da1138a163_0_671"/>
          <p:cNvPicPr preferRelativeResize="0"/>
          <p:nvPr/>
        </p:nvPicPr>
        <p:blipFill rotWithShape="1">
          <a:blip r:embed="rId4">
            <a:alphaModFix/>
          </a:blip>
          <a:srcRect b="0" l="0" r="0" t="0"/>
          <a:stretch/>
        </p:blipFill>
        <p:spPr>
          <a:xfrm>
            <a:off x="10590934" y="6330522"/>
            <a:ext cx="1499906" cy="585000"/>
          </a:xfrm>
          <a:prstGeom prst="rect">
            <a:avLst/>
          </a:prstGeom>
          <a:noFill/>
          <a:ln>
            <a:noFill/>
          </a:ln>
        </p:spPr>
      </p:pic>
      <p:sp>
        <p:nvSpPr>
          <p:cNvPr id="2397" name="Google Shape;2397;g3da1138a163_0_671"/>
          <p:cNvSpPr txBox="1"/>
          <p:nvPr/>
        </p:nvSpPr>
        <p:spPr>
          <a:xfrm>
            <a:off x="-1" y="6288587"/>
            <a:ext cx="5981100" cy="6465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chemeClr val="dk1"/>
              </a:buClr>
              <a:buSzPts val="1800"/>
              <a:buFont typeface="Arial"/>
              <a:buNone/>
            </a:pPr>
            <a:r>
              <a:rPr b="0" i="0" lang="en-US" sz="1800" u="none" cap="none" strike="noStrike">
                <a:solidFill>
                  <a:schemeClr val="lt1"/>
                </a:solidFill>
                <a:latin typeface="Times New Roman"/>
                <a:ea typeface="Times New Roman"/>
                <a:cs typeface="Times New Roman"/>
                <a:sym typeface="Times New Roman"/>
              </a:rPr>
              <a:t>Machine Learning Professional</a:t>
            </a:r>
            <a:br>
              <a:rPr b="0" i="0" lang="en-US" sz="1800" u="none" cap="none" strike="noStrike">
                <a:solidFill>
                  <a:schemeClr val="lt1"/>
                </a:solidFill>
                <a:latin typeface="Times New Roman"/>
                <a:ea typeface="Times New Roman"/>
                <a:cs typeface="Times New Roman"/>
                <a:sym typeface="Times New Roman"/>
              </a:rPr>
            </a:br>
            <a:r>
              <a:rPr b="0" i="0" lang="en-US" sz="1800" u="none" cap="none" strike="noStrike">
                <a:solidFill>
                  <a:schemeClr val="lt1"/>
                </a:solidFill>
                <a:latin typeface="Times New Roman"/>
                <a:ea typeface="Times New Roman"/>
                <a:cs typeface="Times New Roman"/>
                <a:sym typeface="Times New Roman"/>
              </a:rPr>
              <a:t>Project Presentation</a:t>
            </a:r>
            <a:endParaRPr b="0" i="0" sz="1800" u="none" cap="none" strike="noStrike">
              <a:solidFill>
                <a:schemeClr val="lt1"/>
              </a:solidFill>
              <a:latin typeface="Times New Roman"/>
              <a:ea typeface="Times New Roman"/>
              <a:cs typeface="Times New Roman"/>
              <a:sym typeface="Times New Roman"/>
            </a:endParaRPr>
          </a:p>
        </p:txBody>
      </p:sp>
      <p:pic>
        <p:nvPicPr>
          <p:cNvPr id="2398" name="Google Shape;2398;g3da1138a163_0_671"/>
          <p:cNvPicPr preferRelativeResize="0"/>
          <p:nvPr/>
        </p:nvPicPr>
        <p:blipFill rotWithShape="1">
          <a:blip r:embed="rId6">
            <a:alphaModFix/>
          </a:blip>
          <a:srcRect b="0" l="0" r="0" t="0"/>
          <a:stretch/>
        </p:blipFill>
        <p:spPr>
          <a:xfrm>
            <a:off x="10590875" y="6341462"/>
            <a:ext cx="1500023" cy="585000"/>
          </a:xfrm>
          <a:prstGeom prst="rect">
            <a:avLst/>
          </a:prstGeom>
          <a:noFill/>
          <a:ln>
            <a:noFill/>
          </a:ln>
        </p:spPr>
      </p:pic>
      <p:sp>
        <p:nvSpPr>
          <p:cNvPr id="2399" name="Google Shape;2399;g3da1138a163_0_671"/>
          <p:cNvSpPr txBox="1"/>
          <p:nvPr/>
        </p:nvSpPr>
        <p:spPr>
          <a:xfrm>
            <a:off x="-1" y="6288587"/>
            <a:ext cx="5981100" cy="6465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chemeClr val="dk1"/>
              </a:buClr>
              <a:buSzPts val="1800"/>
              <a:buFont typeface="Arial"/>
              <a:buNone/>
            </a:pPr>
            <a:r>
              <a:rPr b="0" i="0" lang="en-US" sz="1800" u="none" cap="none" strike="noStrike">
                <a:solidFill>
                  <a:schemeClr val="lt1"/>
                </a:solidFill>
                <a:latin typeface="Times New Roman"/>
                <a:ea typeface="Times New Roman"/>
                <a:cs typeface="Times New Roman"/>
                <a:sym typeface="Times New Roman"/>
              </a:rPr>
              <a:t>Machine Learning Professional</a:t>
            </a:r>
            <a:br>
              <a:rPr b="0" i="0" lang="en-US" sz="1800" u="none" cap="none" strike="noStrike">
                <a:solidFill>
                  <a:schemeClr val="lt1"/>
                </a:solidFill>
                <a:latin typeface="Times New Roman"/>
                <a:ea typeface="Times New Roman"/>
                <a:cs typeface="Times New Roman"/>
                <a:sym typeface="Times New Roman"/>
              </a:rPr>
            </a:br>
            <a:r>
              <a:rPr b="0" i="0" lang="en-US" sz="1800" u="none" cap="none" strike="noStrike">
                <a:solidFill>
                  <a:schemeClr val="lt1"/>
                </a:solidFill>
                <a:latin typeface="Times New Roman"/>
                <a:ea typeface="Times New Roman"/>
                <a:cs typeface="Times New Roman"/>
                <a:sym typeface="Times New Roman"/>
              </a:rPr>
              <a:t>Project Presentation</a:t>
            </a:r>
            <a:endParaRPr b="0" i="0" sz="1800" u="none" cap="none" strike="noStrike">
              <a:solidFill>
                <a:schemeClr val="lt1"/>
              </a:solidFill>
              <a:latin typeface="Times New Roman"/>
              <a:ea typeface="Times New Roman"/>
              <a:cs typeface="Times New Roman"/>
              <a:sym typeface="Times New Roman"/>
            </a:endParaRPr>
          </a:p>
        </p:txBody>
      </p:sp>
      <p:pic>
        <p:nvPicPr>
          <p:cNvPr id="2400" name="Google Shape;2400;g3da1138a163_0_671"/>
          <p:cNvPicPr preferRelativeResize="0"/>
          <p:nvPr/>
        </p:nvPicPr>
        <p:blipFill rotWithShape="1">
          <a:blip r:embed="rId6">
            <a:alphaModFix/>
          </a:blip>
          <a:srcRect b="0" l="0" r="0" t="0"/>
          <a:stretch/>
        </p:blipFill>
        <p:spPr>
          <a:xfrm>
            <a:off x="10590875" y="6330524"/>
            <a:ext cx="1500023" cy="585000"/>
          </a:xfrm>
          <a:prstGeom prst="rect">
            <a:avLst/>
          </a:prstGeom>
          <a:noFill/>
          <a:ln>
            <a:noFill/>
          </a:ln>
        </p:spPr>
      </p:pic>
      <p:sp>
        <p:nvSpPr>
          <p:cNvPr id="2401" name="Google Shape;2401;g3da1138a163_0_671"/>
          <p:cNvSpPr txBox="1"/>
          <p:nvPr/>
        </p:nvSpPr>
        <p:spPr>
          <a:xfrm>
            <a:off x="-1" y="6234672"/>
            <a:ext cx="5981100" cy="6465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chemeClr val="dk1"/>
              </a:buClr>
              <a:buSzPts val="1800"/>
              <a:buFont typeface="Arial"/>
              <a:buNone/>
            </a:pPr>
            <a:r>
              <a:rPr b="0" i="0" lang="en-US" sz="1800" u="none" cap="none" strike="noStrike">
                <a:solidFill>
                  <a:schemeClr val="lt1"/>
                </a:solidFill>
                <a:latin typeface="Times New Roman"/>
                <a:ea typeface="Times New Roman"/>
                <a:cs typeface="Times New Roman"/>
                <a:sym typeface="Times New Roman"/>
              </a:rPr>
              <a:t>Machine Learning Professional</a:t>
            </a:r>
            <a:br>
              <a:rPr b="0" i="0" lang="en-US" sz="1800" u="none" cap="none" strike="noStrike">
                <a:solidFill>
                  <a:schemeClr val="lt1"/>
                </a:solidFill>
                <a:latin typeface="Times New Roman"/>
                <a:ea typeface="Times New Roman"/>
                <a:cs typeface="Times New Roman"/>
                <a:sym typeface="Times New Roman"/>
              </a:rPr>
            </a:br>
            <a:r>
              <a:rPr b="0" i="0" lang="en-US" sz="1800" u="none" cap="none" strike="noStrike">
                <a:solidFill>
                  <a:schemeClr val="lt1"/>
                </a:solidFill>
                <a:latin typeface="Times New Roman"/>
                <a:ea typeface="Times New Roman"/>
                <a:cs typeface="Times New Roman"/>
                <a:sym typeface="Times New Roman"/>
              </a:rPr>
              <a:t>Project Presentation</a:t>
            </a:r>
            <a:endParaRPr b="0" i="0" sz="1800" u="none" cap="none" strike="noStrike">
              <a:solidFill>
                <a:schemeClr val="lt1"/>
              </a:solidFill>
              <a:latin typeface="Times New Roman"/>
              <a:ea typeface="Times New Roman"/>
              <a:cs typeface="Times New Roman"/>
              <a:sym typeface="Times New Roman"/>
            </a:endParaRPr>
          </a:p>
        </p:txBody>
      </p:sp>
      <p:pic>
        <p:nvPicPr>
          <p:cNvPr id="2402" name="Google Shape;2402;g3da1138a163_0_671"/>
          <p:cNvPicPr preferRelativeResize="0"/>
          <p:nvPr/>
        </p:nvPicPr>
        <p:blipFill rotWithShape="1">
          <a:blip r:embed="rId6">
            <a:alphaModFix/>
          </a:blip>
          <a:srcRect b="0" l="0" r="0" t="0"/>
          <a:stretch/>
        </p:blipFill>
        <p:spPr>
          <a:xfrm>
            <a:off x="10590875" y="6330524"/>
            <a:ext cx="1500023" cy="585000"/>
          </a:xfrm>
          <a:prstGeom prst="rect">
            <a:avLst/>
          </a:prstGeom>
          <a:noFill/>
          <a:ln>
            <a:noFill/>
          </a:ln>
        </p:spPr>
      </p:pic>
      <p:sp>
        <p:nvSpPr>
          <p:cNvPr id="2403" name="Google Shape;2403;g3da1138a163_0_671"/>
          <p:cNvSpPr txBox="1"/>
          <p:nvPr/>
        </p:nvSpPr>
        <p:spPr>
          <a:xfrm>
            <a:off x="-1" y="6234672"/>
            <a:ext cx="5981100" cy="6465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chemeClr val="dk1"/>
              </a:buClr>
              <a:buSzPts val="1800"/>
              <a:buFont typeface="Arial"/>
              <a:buNone/>
            </a:pPr>
            <a:r>
              <a:rPr b="0" i="0" lang="en-US" sz="1800" u="none" cap="none" strike="noStrike">
                <a:solidFill>
                  <a:schemeClr val="lt1"/>
                </a:solidFill>
                <a:latin typeface="Times New Roman"/>
                <a:ea typeface="Times New Roman"/>
                <a:cs typeface="Times New Roman"/>
                <a:sym typeface="Times New Roman"/>
              </a:rPr>
              <a:t>Machine Learning Professional</a:t>
            </a:r>
            <a:br>
              <a:rPr b="0" i="0" lang="en-US" sz="1800" u="none" cap="none" strike="noStrike">
                <a:solidFill>
                  <a:schemeClr val="lt1"/>
                </a:solidFill>
                <a:latin typeface="Times New Roman"/>
                <a:ea typeface="Times New Roman"/>
                <a:cs typeface="Times New Roman"/>
                <a:sym typeface="Times New Roman"/>
              </a:rPr>
            </a:br>
            <a:r>
              <a:rPr b="0" i="0" lang="en-US" sz="1800" u="none" cap="none" strike="noStrike">
                <a:solidFill>
                  <a:schemeClr val="lt1"/>
                </a:solidFill>
                <a:latin typeface="Times New Roman"/>
                <a:ea typeface="Times New Roman"/>
                <a:cs typeface="Times New Roman"/>
                <a:sym typeface="Times New Roman"/>
              </a:rPr>
              <a:t>Project Presentation</a:t>
            </a:r>
            <a:endParaRPr b="0" i="0" sz="1800" u="none" cap="none" strike="noStrike">
              <a:solidFill>
                <a:schemeClr val="lt1"/>
              </a:solidFill>
              <a:latin typeface="Times New Roman"/>
              <a:ea typeface="Times New Roman"/>
              <a:cs typeface="Times New Roman"/>
              <a:sym typeface="Times New Roman"/>
            </a:endParaRPr>
          </a:p>
        </p:txBody>
      </p:sp>
      <p:pic>
        <p:nvPicPr>
          <p:cNvPr id="2404" name="Google Shape;2404;g3da1138a163_0_671"/>
          <p:cNvPicPr preferRelativeResize="0"/>
          <p:nvPr/>
        </p:nvPicPr>
        <p:blipFill rotWithShape="1">
          <a:blip r:embed="rId6">
            <a:alphaModFix/>
          </a:blip>
          <a:srcRect b="0" l="0" r="0" t="0"/>
          <a:stretch/>
        </p:blipFill>
        <p:spPr>
          <a:xfrm>
            <a:off x="10590875" y="6330524"/>
            <a:ext cx="1500023" cy="585000"/>
          </a:xfrm>
          <a:prstGeom prst="rect">
            <a:avLst/>
          </a:prstGeom>
          <a:noFill/>
          <a:ln>
            <a:noFill/>
          </a:ln>
        </p:spPr>
      </p:pic>
      <p:sp>
        <p:nvSpPr>
          <p:cNvPr id="2405" name="Google Shape;2405;g3da1138a163_0_671"/>
          <p:cNvSpPr txBox="1"/>
          <p:nvPr/>
        </p:nvSpPr>
        <p:spPr>
          <a:xfrm>
            <a:off x="-1" y="6234672"/>
            <a:ext cx="5981100" cy="6465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chemeClr val="dk1"/>
              </a:buClr>
              <a:buSzPts val="1800"/>
              <a:buFont typeface="Arial"/>
              <a:buNone/>
            </a:pPr>
            <a:r>
              <a:rPr b="0" i="0" lang="en-US" sz="1800" u="none" cap="none" strike="noStrike">
                <a:solidFill>
                  <a:schemeClr val="lt1"/>
                </a:solidFill>
                <a:latin typeface="Times New Roman"/>
                <a:ea typeface="Times New Roman"/>
                <a:cs typeface="Times New Roman"/>
                <a:sym typeface="Times New Roman"/>
              </a:rPr>
              <a:t>Nanoelectronics - Seminar Presentation</a:t>
            </a:r>
            <a:br>
              <a:rPr b="0" i="0" lang="en-US" sz="1800" u="none" cap="none" strike="noStrike">
                <a:solidFill>
                  <a:schemeClr val="lt1"/>
                </a:solidFill>
                <a:latin typeface="Times New Roman"/>
                <a:ea typeface="Times New Roman"/>
                <a:cs typeface="Times New Roman"/>
                <a:sym typeface="Times New Roman"/>
              </a:rPr>
            </a:br>
            <a:r>
              <a:rPr b="0" i="0" lang="en-US" sz="1800" u="none" cap="none" strike="noStrike">
                <a:solidFill>
                  <a:schemeClr val="lt1"/>
                </a:solidFill>
                <a:latin typeface="Times New Roman"/>
                <a:ea typeface="Times New Roman"/>
                <a:cs typeface="Times New Roman"/>
                <a:sym typeface="Times New Roman"/>
              </a:rPr>
              <a:t>Ronit Dutta</a:t>
            </a:r>
            <a:endParaRPr b="0" i="0" sz="1800" u="none" cap="none" strike="noStrike">
              <a:solidFill>
                <a:schemeClr val="lt1"/>
              </a:solidFill>
              <a:latin typeface="Times New Roman"/>
              <a:ea typeface="Times New Roman"/>
              <a:cs typeface="Times New Roman"/>
              <a:sym typeface="Times New Roman"/>
            </a:endParaRPr>
          </a:p>
        </p:txBody>
      </p:sp>
      <p:pic>
        <p:nvPicPr>
          <p:cNvPr id="2406" name="Google Shape;2406;g3da1138a163_0_671"/>
          <p:cNvPicPr preferRelativeResize="0"/>
          <p:nvPr/>
        </p:nvPicPr>
        <p:blipFill rotWithShape="1">
          <a:blip r:embed="rId6">
            <a:alphaModFix/>
          </a:blip>
          <a:srcRect b="0" l="0" r="0" t="0"/>
          <a:stretch/>
        </p:blipFill>
        <p:spPr>
          <a:xfrm>
            <a:off x="10590875" y="6330524"/>
            <a:ext cx="1500023" cy="585000"/>
          </a:xfrm>
          <a:prstGeom prst="rect">
            <a:avLst/>
          </a:prstGeom>
          <a:noFill/>
          <a:ln>
            <a:noFill/>
          </a:ln>
        </p:spPr>
      </p:pic>
      <p:pic>
        <p:nvPicPr>
          <p:cNvPr id="2407" name="Google Shape;2407;g3da1138a163_0_671"/>
          <p:cNvPicPr preferRelativeResize="0"/>
          <p:nvPr/>
        </p:nvPicPr>
        <p:blipFill rotWithShape="1">
          <a:blip r:embed="rId10">
            <a:alphaModFix/>
          </a:blip>
          <a:srcRect b="0" l="0" r="0" t="0"/>
          <a:stretch/>
        </p:blipFill>
        <p:spPr>
          <a:xfrm>
            <a:off x="0" y="6234674"/>
            <a:ext cx="12192000" cy="1165875"/>
          </a:xfrm>
          <a:prstGeom prst="rect">
            <a:avLst/>
          </a:prstGeom>
          <a:noFill/>
          <a:ln>
            <a:noFill/>
          </a:ln>
        </p:spPr>
      </p:pic>
      <p:sp>
        <p:nvSpPr>
          <p:cNvPr id="2408" name="Google Shape;2408;g3da1138a163_0_671"/>
          <p:cNvSpPr txBox="1"/>
          <p:nvPr/>
        </p:nvSpPr>
        <p:spPr>
          <a:xfrm>
            <a:off x="-1" y="6310697"/>
            <a:ext cx="5981100" cy="6465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chemeClr val="dk1"/>
              </a:buClr>
              <a:buSzPts val="1800"/>
              <a:buFont typeface="Arial"/>
              <a:buNone/>
            </a:pPr>
            <a:r>
              <a:rPr lang="en-US" sz="1800">
                <a:solidFill>
                  <a:schemeClr val="lt1"/>
                </a:solidFill>
                <a:latin typeface="Times New Roman"/>
                <a:ea typeface="Times New Roman"/>
                <a:cs typeface="Times New Roman"/>
                <a:sym typeface="Times New Roman"/>
              </a:rPr>
              <a:t>Applied Mathematics for Engineering [MIDTERM PROJECT]</a:t>
            </a:r>
            <a:br>
              <a:rPr b="0" i="0" lang="en-US" sz="1800" u="none" cap="none" strike="noStrike">
                <a:solidFill>
                  <a:schemeClr val="lt1"/>
                </a:solidFill>
                <a:latin typeface="Times New Roman"/>
                <a:ea typeface="Times New Roman"/>
                <a:cs typeface="Times New Roman"/>
                <a:sym typeface="Times New Roman"/>
              </a:rPr>
            </a:br>
            <a:r>
              <a:rPr b="0" i="0" lang="en-US" sz="1800" u="none" cap="none" strike="noStrike">
                <a:solidFill>
                  <a:schemeClr val="lt1"/>
                </a:solidFill>
                <a:latin typeface="Times New Roman"/>
                <a:ea typeface="Times New Roman"/>
                <a:cs typeface="Times New Roman"/>
                <a:sym typeface="Times New Roman"/>
              </a:rPr>
              <a:t>Ronit Dutta</a:t>
            </a:r>
            <a:endParaRPr b="0" i="0" sz="1800" u="none" cap="none" strike="noStrike">
              <a:solidFill>
                <a:schemeClr val="lt1"/>
              </a:solidFill>
              <a:latin typeface="Times New Roman"/>
              <a:ea typeface="Times New Roman"/>
              <a:cs typeface="Times New Roman"/>
              <a:sym typeface="Times New Roman"/>
            </a:endParaRPr>
          </a:p>
        </p:txBody>
      </p:sp>
      <p:pic>
        <p:nvPicPr>
          <p:cNvPr id="2409" name="Google Shape;2409;g3da1138a163_0_671"/>
          <p:cNvPicPr preferRelativeResize="0"/>
          <p:nvPr/>
        </p:nvPicPr>
        <p:blipFill rotWithShape="1">
          <a:blip r:embed="rId6">
            <a:alphaModFix/>
          </a:blip>
          <a:srcRect b="0" l="0" r="0" t="0"/>
          <a:stretch/>
        </p:blipFill>
        <p:spPr>
          <a:xfrm>
            <a:off x="10579375" y="6341449"/>
            <a:ext cx="1500023" cy="585000"/>
          </a:xfrm>
          <a:prstGeom prst="rect">
            <a:avLst/>
          </a:prstGeom>
          <a:noFill/>
          <a:ln>
            <a:noFill/>
          </a:ln>
        </p:spPr>
      </p:pic>
      <p:pic>
        <p:nvPicPr>
          <p:cNvPr id="2410" name="Google Shape;2410;g3da1138a163_0_671"/>
          <p:cNvPicPr preferRelativeResize="0"/>
          <p:nvPr/>
        </p:nvPicPr>
        <p:blipFill rotWithShape="1">
          <a:blip r:embed="rId11">
            <a:alphaModFix/>
          </a:blip>
          <a:srcRect b="39708" l="0" r="0" t="0"/>
          <a:stretch/>
        </p:blipFill>
        <p:spPr>
          <a:xfrm>
            <a:off x="163350" y="1133475"/>
            <a:ext cx="9158050" cy="4982400"/>
          </a:xfrm>
          <a:prstGeom prst="rect">
            <a:avLst/>
          </a:prstGeom>
          <a:noFill/>
          <a:ln cap="flat" cmpd="sng" w="19050">
            <a:solidFill>
              <a:schemeClr val="dk1"/>
            </a:solidFill>
            <a:prstDash val="solid"/>
            <a:round/>
            <a:headEnd len="sm" w="sm" type="none"/>
            <a:tailEnd len="sm" w="sm" type="none"/>
          </a:ln>
        </p:spPr>
      </p:pic>
      <p:pic>
        <p:nvPicPr>
          <p:cNvPr id="2411" name="Google Shape;2411;g3da1138a163_0_671"/>
          <p:cNvPicPr preferRelativeResize="0"/>
          <p:nvPr/>
        </p:nvPicPr>
        <p:blipFill>
          <a:blip r:embed="rId12">
            <a:alphaModFix/>
          </a:blip>
          <a:stretch>
            <a:fillRect/>
          </a:stretch>
        </p:blipFill>
        <p:spPr>
          <a:xfrm>
            <a:off x="9363800" y="1259400"/>
            <a:ext cx="2828201" cy="2330100"/>
          </a:xfrm>
          <a:prstGeom prst="rect">
            <a:avLst/>
          </a:prstGeom>
          <a:noFill/>
          <a:ln>
            <a:noFill/>
          </a:ln>
        </p:spPr>
      </p:pic>
      <p:sp>
        <p:nvSpPr>
          <p:cNvPr id="2412" name="Google Shape;2412;g3da1138a163_0_671"/>
          <p:cNvSpPr/>
          <p:nvPr/>
        </p:nvSpPr>
        <p:spPr>
          <a:xfrm>
            <a:off x="4260763" y="1133475"/>
            <a:ext cx="3551100" cy="326700"/>
          </a:xfrm>
          <a:prstGeom prst="rect">
            <a:avLst/>
          </a:prstGeom>
          <a:noFill/>
          <a:ln cap="flat" cmpd="sng" w="9250">
            <a:solidFill>
              <a:schemeClr val="dk2"/>
            </a:solidFill>
            <a:prstDash val="solid"/>
            <a:round/>
            <a:headEnd len="sm" w="sm" type="none"/>
            <a:tailEnd len="sm" w="sm" type="none"/>
          </a:ln>
        </p:spPr>
        <p:txBody>
          <a:bodyPr anchorCtr="0" anchor="ctr" bIns="89025" lIns="89025" spcFirstLastPara="1" rIns="89025" wrap="square" tIns="89025">
            <a:noAutofit/>
          </a:bodyPr>
          <a:lstStyle/>
          <a:p>
            <a:pPr indent="0" lvl="0" marL="0" rtl="0" algn="ctr">
              <a:spcBef>
                <a:spcPts val="0"/>
              </a:spcBef>
              <a:spcAft>
                <a:spcPts val="0"/>
              </a:spcAft>
              <a:buNone/>
            </a:pPr>
            <a:r>
              <a:t/>
            </a:r>
            <a:endParaRPr sz="1363">
              <a:latin typeface="Calibri"/>
              <a:ea typeface="Calibri"/>
              <a:cs typeface="Calibri"/>
              <a:sym typeface="Calibri"/>
            </a:endParaRPr>
          </a:p>
        </p:txBody>
      </p:sp>
      <p:sp>
        <p:nvSpPr>
          <p:cNvPr id="2413" name="Google Shape;2413;g3da1138a163_0_671"/>
          <p:cNvSpPr/>
          <p:nvPr/>
        </p:nvSpPr>
        <p:spPr>
          <a:xfrm>
            <a:off x="4466125" y="2008650"/>
            <a:ext cx="801900" cy="369300"/>
          </a:xfrm>
          <a:prstGeom prst="rect">
            <a:avLst/>
          </a:prstGeom>
          <a:noFill/>
          <a:ln cap="flat" cmpd="sng" w="9250">
            <a:solidFill>
              <a:schemeClr val="dk2"/>
            </a:solidFill>
            <a:prstDash val="solid"/>
            <a:round/>
            <a:headEnd len="sm" w="sm" type="none"/>
            <a:tailEnd len="sm" w="sm" type="none"/>
          </a:ln>
        </p:spPr>
        <p:txBody>
          <a:bodyPr anchorCtr="0" anchor="ctr" bIns="89025" lIns="89025" spcFirstLastPara="1" rIns="89025" wrap="square" tIns="89025">
            <a:noAutofit/>
          </a:bodyPr>
          <a:lstStyle/>
          <a:p>
            <a:pPr indent="0" lvl="0" marL="0" rtl="0" algn="l">
              <a:spcBef>
                <a:spcPts val="0"/>
              </a:spcBef>
              <a:spcAft>
                <a:spcPts val="0"/>
              </a:spcAft>
              <a:buNone/>
            </a:pPr>
            <a:r>
              <a:t/>
            </a:r>
            <a:endParaRPr sz="1363">
              <a:latin typeface="Calibri"/>
              <a:ea typeface="Calibri"/>
              <a:cs typeface="Calibri"/>
              <a:sym typeface="Calibri"/>
            </a:endParaRPr>
          </a:p>
        </p:txBody>
      </p:sp>
      <p:sp>
        <p:nvSpPr>
          <p:cNvPr id="2414" name="Google Shape;2414;g3da1138a163_0_671"/>
          <p:cNvSpPr/>
          <p:nvPr/>
        </p:nvSpPr>
        <p:spPr>
          <a:xfrm>
            <a:off x="792025" y="1112175"/>
            <a:ext cx="2048700" cy="369300"/>
          </a:xfrm>
          <a:prstGeom prst="rect">
            <a:avLst/>
          </a:prstGeom>
          <a:noFill/>
          <a:ln cap="flat" cmpd="sng" w="9250">
            <a:solidFill>
              <a:schemeClr val="dk2"/>
            </a:solidFill>
            <a:prstDash val="solid"/>
            <a:round/>
            <a:headEnd len="sm" w="sm" type="none"/>
            <a:tailEnd len="sm" w="sm" type="none"/>
          </a:ln>
        </p:spPr>
        <p:txBody>
          <a:bodyPr anchorCtr="0" anchor="ctr" bIns="89025" lIns="89025" spcFirstLastPara="1" rIns="89025" wrap="square" tIns="89025">
            <a:noAutofit/>
          </a:bodyPr>
          <a:lstStyle/>
          <a:p>
            <a:pPr indent="0" lvl="0" marL="0" rtl="0" algn="l">
              <a:spcBef>
                <a:spcPts val="0"/>
              </a:spcBef>
              <a:spcAft>
                <a:spcPts val="0"/>
              </a:spcAft>
              <a:buNone/>
            </a:pPr>
            <a:r>
              <a:t/>
            </a:r>
            <a:endParaRPr sz="1363">
              <a:latin typeface="Calibri"/>
              <a:ea typeface="Calibri"/>
              <a:cs typeface="Calibri"/>
              <a:sym typeface="Calibri"/>
            </a:endParaRPr>
          </a:p>
        </p:txBody>
      </p:sp>
    </p:spTree>
  </p:cSld>
  <p:clrMapOvr>
    <a:masterClrMapping/>
  </p:clrMapOvr>
</p:sld>
</file>

<file path=ppt/slides/slide2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418" name="Shape 2418"/>
        <p:cNvGrpSpPr/>
        <p:nvPr/>
      </p:nvGrpSpPr>
      <p:grpSpPr>
        <a:xfrm>
          <a:off x="0" y="0"/>
          <a:ext cx="0" cy="0"/>
          <a:chOff x="0" y="0"/>
          <a:chExt cx="0" cy="0"/>
        </a:xfrm>
      </p:grpSpPr>
      <p:pic>
        <p:nvPicPr>
          <p:cNvPr id="2419" name="Google Shape;2419;g3d1afc4545f_0_2531"/>
          <p:cNvPicPr preferRelativeResize="0"/>
          <p:nvPr/>
        </p:nvPicPr>
        <p:blipFill rotWithShape="1">
          <a:blip r:embed="rId3">
            <a:alphaModFix/>
          </a:blip>
          <a:srcRect b="0" l="0" r="0" t="0"/>
          <a:stretch/>
        </p:blipFill>
        <p:spPr>
          <a:xfrm>
            <a:off x="-4" y="6211289"/>
            <a:ext cx="12192003" cy="1285104"/>
          </a:xfrm>
          <a:prstGeom prst="rect">
            <a:avLst/>
          </a:prstGeom>
          <a:noFill/>
          <a:ln>
            <a:noFill/>
          </a:ln>
        </p:spPr>
      </p:pic>
      <p:pic>
        <p:nvPicPr>
          <p:cNvPr id="2420" name="Google Shape;2420;g3d1afc4545f_0_2531"/>
          <p:cNvPicPr preferRelativeResize="0"/>
          <p:nvPr/>
        </p:nvPicPr>
        <p:blipFill rotWithShape="1">
          <a:blip r:embed="rId4">
            <a:alphaModFix/>
          </a:blip>
          <a:srcRect b="0" l="0" r="0" t="0"/>
          <a:stretch/>
        </p:blipFill>
        <p:spPr>
          <a:xfrm>
            <a:off x="10590934" y="6330522"/>
            <a:ext cx="1499906" cy="585000"/>
          </a:xfrm>
          <a:prstGeom prst="rect">
            <a:avLst/>
          </a:prstGeom>
          <a:noFill/>
          <a:ln>
            <a:noFill/>
          </a:ln>
        </p:spPr>
      </p:pic>
      <p:sp>
        <p:nvSpPr>
          <p:cNvPr id="2421" name="Google Shape;2421;g3d1afc4545f_0_2531"/>
          <p:cNvSpPr txBox="1"/>
          <p:nvPr/>
        </p:nvSpPr>
        <p:spPr>
          <a:xfrm>
            <a:off x="-1" y="6288587"/>
            <a:ext cx="5981100" cy="3693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chemeClr val="dk1"/>
              </a:buClr>
              <a:buSzPts val="1800"/>
              <a:buFont typeface="Arial"/>
              <a:buNone/>
            </a:pPr>
            <a:r>
              <a:rPr b="0" i="0" lang="en-US" sz="1800" u="none" cap="none" strike="noStrike">
                <a:solidFill>
                  <a:schemeClr val="lt1"/>
                </a:solidFill>
                <a:latin typeface="Times New Roman"/>
                <a:ea typeface="Times New Roman"/>
                <a:cs typeface="Times New Roman"/>
                <a:sym typeface="Times New Roman"/>
              </a:rPr>
              <a:t>Term Paper Presentation | Ronit Dutta</a:t>
            </a:r>
            <a:endParaRPr b="0" i="0" sz="1800" u="none" cap="none" strike="noStrike">
              <a:solidFill>
                <a:schemeClr val="lt1"/>
              </a:solidFill>
              <a:latin typeface="Times New Roman"/>
              <a:ea typeface="Times New Roman"/>
              <a:cs typeface="Times New Roman"/>
              <a:sym typeface="Times New Roman"/>
            </a:endParaRPr>
          </a:p>
        </p:txBody>
      </p:sp>
      <p:sp>
        <p:nvSpPr>
          <p:cNvPr id="2422" name="Google Shape;2422;g3d1afc4545f_0_2531"/>
          <p:cNvSpPr txBox="1"/>
          <p:nvPr/>
        </p:nvSpPr>
        <p:spPr>
          <a:xfrm>
            <a:off x="0" y="0"/>
            <a:ext cx="12192000" cy="5850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3200"/>
              <a:buFont typeface="Arial"/>
              <a:buNone/>
            </a:pPr>
            <a:r>
              <a:rPr lang="en-US" sz="3200">
                <a:solidFill>
                  <a:schemeClr val="dk1"/>
                </a:solidFill>
                <a:latin typeface="Times New Roman"/>
                <a:ea typeface="Times New Roman"/>
                <a:cs typeface="Times New Roman"/>
                <a:sym typeface="Times New Roman"/>
              </a:rPr>
              <a:t>Solution for the hard sphere</a:t>
            </a:r>
            <a:endParaRPr b="0" i="0" sz="3200" u="none" cap="none" strike="noStrike">
              <a:solidFill>
                <a:schemeClr val="dk1"/>
              </a:solidFill>
              <a:latin typeface="Times New Roman"/>
              <a:ea typeface="Times New Roman"/>
              <a:cs typeface="Times New Roman"/>
              <a:sym typeface="Times New Roman"/>
            </a:endParaRPr>
          </a:p>
        </p:txBody>
      </p:sp>
      <p:cxnSp>
        <p:nvCxnSpPr>
          <p:cNvPr id="2423" name="Google Shape;2423;g3d1afc4545f_0_2531"/>
          <p:cNvCxnSpPr/>
          <p:nvPr/>
        </p:nvCxnSpPr>
        <p:spPr>
          <a:xfrm flipH="1" rot="10800000">
            <a:off x="6" y="654189"/>
            <a:ext cx="6318000" cy="30600"/>
          </a:xfrm>
          <a:prstGeom prst="straightConnector1">
            <a:avLst/>
          </a:prstGeom>
          <a:noFill/>
          <a:ln cap="flat" cmpd="sng" w="9525">
            <a:solidFill>
              <a:srgbClr val="0E4D3B"/>
            </a:solidFill>
            <a:prstDash val="solid"/>
            <a:miter lim="800000"/>
            <a:headEnd len="sm" w="sm" type="none"/>
            <a:tailEnd len="sm" w="sm" type="none"/>
          </a:ln>
        </p:spPr>
      </p:cxnSp>
      <p:pic>
        <p:nvPicPr>
          <p:cNvPr id="2424" name="Google Shape;2424;g3d1afc4545f_0_2531"/>
          <p:cNvPicPr preferRelativeResize="0"/>
          <p:nvPr/>
        </p:nvPicPr>
        <p:blipFill rotWithShape="1">
          <a:blip r:embed="rId5">
            <a:alphaModFix/>
          </a:blip>
          <a:srcRect b="0" l="0" r="0" t="0"/>
          <a:stretch/>
        </p:blipFill>
        <p:spPr>
          <a:xfrm>
            <a:off x="-4" y="6211289"/>
            <a:ext cx="12192003" cy="1285104"/>
          </a:xfrm>
          <a:prstGeom prst="rect">
            <a:avLst/>
          </a:prstGeom>
          <a:noFill/>
          <a:ln>
            <a:noFill/>
          </a:ln>
        </p:spPr>
      </p:pic>
      <p:pic>
        <p:nvPicPr>
          <p:cNvPr id="2425" name="Google Shape;2425;g3d1afc4545f_0_2531"/>
          <p:cNvPicPr preferRelativeResize="0"/>
          <p:nvPr/>
        </p:nvPicPr>
        <p:blipFill rotWithShape="1">
          <a:blip r:embed="rId4">
            <a:alphaModFix/>
          </a:blip>
          <a:srcRect b="0" l="0" r="0" t="0"/>
          <a:stretch/>
        </p:blipFill>
        <p:spPr>
          <a:xfrm>
            <a:off x="10590934" y="6330522"/>
            <a:ext cx="1499906" cy="585000"/>
          </a:xfrm>
          <a:prstGeom prst="rect">
            <a:avLst/>
          </a:prstGeom>
          <a:noFill/>
          <a:ln>
            <a:noFill/>
          </a:ln>
        </p:spPr>
      </p:pic>
      <p:sp>
        <p:nvSpPr>
          <p:cNvPr id="2426" name="Google Shape;2426;g3d1afc4545f_0_2531"/>
          <p:cNvSpPr txBox="1"/>
          <p:nvPr/>
        </p:nvSpPr>
        <p:spPr>
          <a:xfrm>
            <a:off x="-1" y="6288587"/>
            <a:ext cx="5981100" cy="3693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chemeClr val="dk1"/>
              </a:buClr>
              <a:buSzPts val="1800"/>
              <a:buFont typeface="Arial"/>
              <a:buNone/>
            </a:pPr>
            <a:r>
              <a:rPr b="0" i="0" lang="en-US" sz="1800" u="none" cap="none" strike="noStrike">
                <a:solidFill>
                  <a:schemeClr val="lt1"/>
                </a:solidFill>
                <a:latin typeface="Times New Roman"/>
                <a:ea typeface="Times New Roman"/>
                <a:cs typeface="Times New Roman"/>
                <a:sym typeface="Times New Roman"/>
              </a:rPr>
              <a:t>Term Paper Presentation | Ronit Dutta</a:t>
            </a:r>
            <a:endParaRPr b="0" i="0" sz="1800" u="none" cap="none" strike="noStrike">
              <a:solidFill>
                <a:schemeClr val="lt1"/>
              </a:solidFill>
              <a:latin typeface="Times New Roman"/>
              <a:ea typeface="Times New Roman"/>
              <a:cs typeface="Times New Roman"/>
              <a:sym typeface="Times New Roman"/>
            </a:endParaRPr>
          </a:p>
        </p:txBody>
      </p:sp>
      <p:pic>
        <p:nvPicPr>
          <p:cNvPr id="2427" name="Google Shape;2427;g3d1afc4545f_0_2531"/>
          <p:cNvPicPr preferRelativeResize="0"/>
          <p:nvPr/>
        </p:nvPicPr>
        <p:blipFill rotWithShape="1">
          <a:blip r:embed="rId5">
            <a:alphaModFix/>
          </a:blip>
          <a:srcRect b="0" l="0" r="0" t="0"/>
          <a:stretch/>
        </p:blipFill>
        <p:spPr>
          <a:xfrm>
            <a:off x="-4" y="6211289"/>
            <a:ext cx="12192003" cy="1285104"/>
          </a:xfrm>
          <a:prstGeom prst="rect">
            <a:avLst/>
          </a:prstGeom>
          <a:noFill/>
          <a:ln>
            <a:noFill/>
          </a:ln>
        </p:spPr>
      </p:pic>
      <p:pic>
        <p:nvPicPr>
          <p:cNvPr id="2428" name="Google Shape;2428;g3d1afc4545f_0_2531"/>
          <p:cNvPicPr preferRelativeResize="0"/>
          <p:nvPr/>
        </p:nvPicPr>
        <p:blipFill rotWithShape="1">
          <a:blip r:embed="rId4">
            <a:alphaModFix/>
          </a:blip>
          <a:srcRect b="0" l="0" r="0" t="0"/>
          <a:stretch/>
        </p:blipFill>
        <p:spPr>
          <a:xfrm>
            <a:off x="10590934" y="6330522"/>
            <a:ext cx="1499906" cy="585000"/>
          </a:xfrm>
          <a:prstGeom prst="rect">
            <a:avLst/>
          </a:prstGeom>
          <a:noFill/>
          <a:ln>
            <a:noFill/>
          </a:ln>
        </p:spPr>
      </p:pic>
      <p:sp>
        <p:nvSpPr>
          <p:cNvPr id="2429" name="Google Shape;2429;g3d1afc4545f_0_2531"/>
          <p:cNvSpPr txBox="1"/>
          <p:nvPr/>
        </p:nvSpPr>
        <p:spPr>
          <a:xfrm>
            <a:off x="-1" y="6288587"/>
            <a:ext cx="5981100" cy="6465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chemeClr val="dk1"/>
              </a:buClr>
              <a:buSzPts val="1800"/>
              <a:buFont typeface="Arial"/>
              <a:buNone/>
            </a:pPr>
            <a:r>
              <a:rPr b="0" i="0" lang="en-US" sz="1800" u="none" cap="none" strike="noStrike">
                <a:solidFill>
                  <a:schemeClr val="lt1"/>
                </a:solidFill>
                <a:latin typeface="Times New Roman"/>
                <a:ea typeface="Times New Roman"/>
                <a:cs typeface="Times New Roman"/>
                <a:sym typeface="Times New Roman"/>
              </a:rPr>
              <a:t>Machine Learning Professional</a:t>
            </a:r>
            <a:br>
              <a:rPr b="0" i="0" lang="en-US" sz="1800" u="none" cap="none" strike="noStrike">
                <a:solidFill>
                  <a:schemeClr val="lt1"/>
                </a:solidFill>
                <a:latin typeface="Times New Roman"/>
                <a:ea typeface="Times New Roman"/>
                <a:cs typeface="Times New Roman"/>
                <a:sym typeface="Times New Roman"/>
              </a:rPr>
            </a:br>
            <a:r>
              <a:rPr b="0" i="0" lang="en-US" sz="1800" u="none" cap="none" strike="noStrike">
                <a:solidFill>
                  <a:schemeClr val="lt1"/>
                </a:solidFill>
                <a:latin typeface="Times New Roman"/>
                <a:ea typeface="Times New Roman"/>
                <a:cs typeface="Times New Roman"/>
                <a:sym typeface="Times New Roman"/>
              </a:rPr>
              <a:t>Project Presentation</a:t>
            </a:r>
            <a:endParaRPr b="0" i="0" sz="1800" u="none" cap="none" strike="noStrike">
              <a:solidFill>
                <a:schemeClr val="lt1"/>
              </a:solidFill>
              <a:latin typeface="Times New Roman"/>
              <a:ea typeface="Times New Roman"/>
              <a:cs typeface="Times New Roman"/>
              <a:sym typeface="Times New Roman"/>
            </a:endParaRPr>
          </a:p>
        </p:txBody>
      </p:sp>
      <p:pic>
        <p:nvPicPr>
          <p:cNvPr id="2430" name="Google Shape;2430;g3d1afc4545f_0_2531"/>
          <p:cNvPicPr preferRelativeResize="0"/>
          <p:nvPr/>
        </p:nvPicPr>
        <p:blipFill rotWithShape="1">
          <a:blip r:embed="rId6">
            <a:alphaModFix/>
          </a:blip>
          <a:srcRect b="0" l="0" r="0" t="0"/>
          <a:stretch/>
        </p:blipFill>
        <p:spPr>
          <a:xfrm>
            <a:off x="10590875" y="6330524"/>
            <a:ext cx="1500023" cy="585000"/>
          </a:xfrm>
          <a:prstGeom prst="rect">
            <a:avLst/>
          </a:prstGeom>
          <a:noFill/>
          <a:ln>
            <a:noFill/>
          </a:ln>
        </p:spPr>
      </p:pic>
      <p:pic>
        <p:nvPicPr>
          <p:cNvPr id="2431" name="Google Shape;2431;g3d1afc4545f_0_2531"/>
          <p:cNvPicPr preferRelativeResize="0"/>
          <p:nvPr/>
        </p:nvPicPr>
        <p:blipFill rotWithShape="1">
          <a:blip r:embed="rId7">
            <a:alphaModFix/>
          </a:blip>
          <a:srcRect b="0" l="0" r="0" t="0"/>
          <a:stretch/>
        </p:blipFill>
        <p:spPr>
          <a:xfrm>
            <a:off x="-4" y="6211289"/>
            <a:ext cx="12192003" cy="1285104"/>
          </a:xfrm>
          <a:prstGeom prst="rect">
            <a:avLst/>
          </a:prstGeom>
          <a:noFill/>
          <a:ln>
            <a:noFill/>
          </a:ln>
        </p:spPr>
      </p:pic>
      <p:sp>
        <p:nvSpPr>
          <p:cNvPr id="2432" name="Google Shape;2432;g3d1afc4545f_0_2531"/>
          <p:cNvSpPr txBox="1"/>
          <p:nvPr/>
        </p:nvSpPr>
        <p:spPr>
          <a:xfrm>
            <a:off x="-1" y="6288587"/>
            <a:ext cx="5981100" cy="6465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chemeClr val="dk1"/>
              </a:buClr>
              <a:buSzPts val="1800"/>
              <a:buFont typeface="Arial"/>
              <a:buNone/>
            </a:pPr>
            <a:r>
              <a:rPr b="0" i="0" lang="en-US" sz="1800" u="none" cap="none" strike="noStrike">
                <a:solidFill>
                  <a:schemeClr val="lt1"/>
                </a:solidFill>
                <a:latin typeface="Times New Roman"/>
                <a:ea typeface="Times New Roman"/>
                <a:cs typeface="Times New Roman"/>
                <a:sym typeface="Times New Roman"/>
              </a:rPr>
              <a:t>Machine Learning Professional</a:t>
            </a:r>
            <a:br>
              <a:rPr b="0" i="0" lang="en-US" sz="1800" u="none" cap="none" strike="noStrike">
                <a:solidFill>
                  <a:schemeClr val="lt1"/>
                </a:solidFill>
                <a:latin typeface="Times New Roman"/>
                <a:ea typeface="Times New Roman"/>
                <a:cs typeface="Times New Roman"/>
                <a:sym typeface="Times New Roman"/>
              </a:rPr>
            </a:br>
            <a:r>
              <a:rPr b="0" i="0" lang="en-US" sz="1800" u="none" cap="none" strike="noStrike">
                <a:solidFill>
                  <a:schemeClr val="lt1"/>
                </a:solidFill>
                <a:latin typeface="Times New Roman"/>
                <a:ea typeface="Times New Roman"/>
                <a:cs typeface="Times New Roman"/>
                <a:sym typeface="Times New Roman"/>
              </a:rPr>
              <a:t>Project Presentation</a:t>
            </a:r>
            <a:endParaRPr b="0" i="0" sz="1800" u="none" cap="none" strike="noStrike">
              <a:solidFill>
                <a:schemeClr val="lt1"/>
              </a:solidFill>
              <a:latin typeface="Times New Roman"/>
              <a:ea typeface="Times New Roman"/>
              <a:cs typeface="Times New Roman"/>
              <a:sym typeface="Times New Roman"/>
            </a:endParaRPr>
          </a:p>
        </p:txBody>
      </p:sp>
      <p:pic>
        <p:nvPicPr>
          <p:cNvPr id="2433" name="Google Shape;2433;g3d1afc4545f_0_2531"/>
          <p:cNvPicPr preferRelativeResize="0"/>
          <p:nvPr/>
        </p:nvPicPr>
        <p:blipFill rotWithShape="1">
          <a:blip r:embed="rId6">
            <a:alphaModFix/>
          </a:blip>
          <a:srcRect b="0" l="0" r="0" t="0"/>
          <a:stretch/>
        </p:blipFill>
        <p:spPr>
          <a:xfrm>
            <a:off x="10590875" y="6330524"/>
            <a:ext cx="1500023" cy="585000"/>
          </a:xfrm>
          <a:prstGeom prst="rect">
            <a:avLst/>
          </a:prstGeom>
          <a:noFill/>
          <a:ln>
            <a:noFill/>
          </a:ln>
        </p:spPr>
      </p:pic>
      <p:pic>
        <p:nvPicPr>
          <p:cNvPr id="2434" name="Google Shape;2434;g3d1afc4545f_0_2531"/>
          <p:cNvPicPr preferRelativeResize="0"/>
          <p:nvPr/>
        </p:nvPicPr>
        <p:blipFill rotWithShape="1">
          <a:blip r:embed="rId7">
            <a:alphaModFix/>
          </a:blip>
          <a:srcRect b="0" l="0" r="0" t="0"/>
          <a:stretch/>
        </p:blipFill>
        <p:spPr>
          <a:xfrm>
            <a:off x="-4" y="6211289"/>
            <a:ext cx="12192003" cy="1285104"/>
          </a:xfrm>
          <a:prstGeom prst="rect">
            <a:avLst/>
          </a:prstGeom>
          <a:noFill/>
          <a:ln>
            <a:noFill/>
          </a:ln>
        </p:spPr>
      </p:pic>
      <p:sp>
        <p:nvSpPr>
          <p:cNvPr id="2435" name="Google Shape;2435;g3d1afc4545f_0_2531"/>
          <p:cNvSpPr txBox="1"/>
          <p:nvPr/>
        </p:nvSpPr>
        <p:spPr>
          <a:xfrm>
            <a:off x="-1" y="6234672"/>
            <a:ext cx="5981100" cy="6465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chemeClr val="dk1"/>
              </a:buClr>
              <a:buSzPts val="1800"/>
              <a:buFont typeface="Arial"/>
              <a:buNone/>
            </a:pPr>
            <a:r>
              <a:rPr b="0" i="0" lang="en-US" sz="1800" u="none" cap="none" strike="noStrike">
                <a:solidFill>
                  <a:schemeClr val="lt1"/>
                </a:solidFill>
                <a:latin typeface="Times New Roman"/>
                <a:ea typeface="Times New Roman"/>
                <a:cs typeface="Times New Roman"/>
                <a:sym typeface="Times New Roman"/>
              </a:rPr>
              <a:t>Machine Learning Professional</a:t>
            </a:r>
            <a:br>
              <a:rPr b="0" i="0" lang="en-US" sz="1800" u="none" cap="none" strike="noStrike">
                <a:solidFill>
                  <a:schemeClr val="lt1"/>
                </a:solidFill>
                <a:latin typeface="Times New Roman"/>
                <a:ea typeface="Times New Roman"/>
                <a:cs typeface="Times New Roman"/>
                <a:sym typeface="Times New Roman"/>
              </a:rPr>
            </a:br>
            <a:r>
              <a:rPr b="0" i="0" lang="en-US" sz="1800" u="none" cap="none" strike="noStrike">
                <a:solidFill>
                  <a:schemeClr val="lt1"/>
                </a:solidFill>
                <a:latin typeface="Times New Roman"/>
                <a:ea typeface="Times New Roman"/>
                <a:cs typeface="Times New Roman"/>
                <a:sym typeface="Times New Roman"/>
              </a:rPr>
              <a:t>Project Presentation</a:t>
            </a:r>
            <a:endParaRPr b="0" i="0" sz="1800" u="none" cap="none" strike="noStrike">
              <a:solidFill>
                <a:schemeClr val="lt1"/>
              </a:solidFill>
              <a:latin typeface="Times New Roman"/>
              <a:ea typeface="Times New Roman"/>
              <a:cs typeface="Times New Roman"/>
              <a:sym typeface="Times New Roman"/>
            </a:endParaRPr>
          </a:p>
        </p:txBody>
      </p:sp>
      <p:pic>
        <p:nvPicPr>
          <p:cNvPr id="2436" name="Google Shape;2436;g3d1afc4545f_0_2531"/>
          <p:cNvPicPr preferRelativeResize="0"/>
          <p:nvPr/>
        </p:nvPicPr>
        <p:blipFill rotWithShape="1">
          <a:blip r:embed="rId6">
            <a:alphaModFix/>
          </a:blip>
          <a:srcRect b="0" l="0" r="0" t="0"/>
          <a:stretch/>
        </p:blipFill>
        <p:spPr>
          <a:xfrm>
            <a:off x="10590875" y="6330524"/>
            <a:ext cx="1500023" cy="585000"/>
          </a:xfrm>
          <a:prstGeom prst="rect">
            <a:avLst/>
          </a:prstGeom>
          <a:noFill/>
          <a:ln>
            <a:noFill/>
          </a:ln>
        </p:spPr>
      </p:pic>
      <p:pic>
        <p:nvPicPr>
          <p:cNvPr id="2437" name="Google Shape;2437;g3d1afc4545f_0_2531"/>
          <p:cNvPicPr preferRelativeResize="0"/>
          <p:nvPr/>
        </p:nvPicPr>
        <p:blipFill rotWithShape="1">
          <a:blip r:embed="rId8">
            <a:alphaModFix/>
          </a:blip>
          <a:srcRect b="0" l="0" r="0" t="0"/>
          <a:stretch/>
        </p:blipFill>
        <p:spPr>
          <a:xfrm>
            <a:off x="-4" y="6211289"/>
            <a:ext cx="12192003" cy="1285104"/>
          </a:xfrm>
          <a:prstGeom prst="rect">
            <a:avLst/>
          </a:prstGeom>
          <a:noFill/>
          <a:ln>
            <a:noFill/>
          </a:ln>
        </p:spPr>
      </p:pic>
      <p:sp>
        <p:nvSpPr>
          <p:cNvPr id="2438" name="Google Shape;2438;g3d1afc4545f_0_2531"/>
          <p:cNvSpPr txBox="1"/>
          <p:nvPr/>
        </p:nvSpPr>
        <p:spPr>
          <a:xfrm>
            <a:off x="-1" y="6234672"/>
            <a:ext cx="5981100" cy="6465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chemeClr val="dk1"/>
              </a:buClr>
              <a:buSzPts val="1800"/>
              <a:buFont typeface="Arial"/>
              <a:buNone/>
            </a:pPr>
            <a:r>
              <a:rPr b="0" i="0" lang="en-US" sz="1800" u="none" cap="none" strike="noStrike">
                <a:solidFill>
                  <a:schemeClr val="lt1"/>
                </a:solidFill>
                <a:latin typeface="Times New Roman"/>
                <a:ea typeface="Times New Roman"/>
                <a:cs typeface="Times New Roman"/>
                <a:sym typeface="Times New Roman"/>
              </a:rPr>
              <a:t>Nanoelectronics - Seminar Presentation</a:t>
            </a:r>
            <a:br>
              <a:rPr b="0" i="0" lang="en-US" sz="1800" u="none" cap="none" strike="noStrike">
                <a:solidFill>
                  <a:schemeClr val="lt1"/>
                </a:solidFill>
                <a:latin typeface="Times New Roman"/>
                <a:ea typeface="Times New Roman"/>
                <a:cs typeface="Times New Roman"/>
                <a:sym typeface="Times New Roman"/>
              </a:rPr>
            </a:br>
            <a:r>
              <a:rPr b="0" i="0" lang="en-US" sz="1800" u="none" cap="none" strike="noStrike">
                <a:solidFill>
                  <a:schemeClr val="lt1"/>
                </a:solidFill>
                <a:latin typeface="Times New Roman"/>
                <a:ea typeface="Times New Roman"/>
                <a:cs typeface="Times New Roman"/>
                <a:sym typeface="Times New Roman"/>
              </a:rPr>
              <a:t>Ronit Dutta</a:t>
            </a:r>
            <a:endParaRPr b="0" i="0" sz="1800" u="none" cap="none" strike="noStrike">
              <a:solidFill>
                <a:schemeClr val="lt1"/>
              </a:solidFill>
              <a:latin typeface="Times New Roman"/>
              <a:ea typeface="Times New Roman"/>
              <a:cs typeface="Times New Roman"/>
              <a:sym typeface="Times New Roman"/>
            </a:endParaRPr>
          </a:p>
        </p:txBody>
      </p:sp>
      <p:pic>
        <p:nvPicPr>
          <p:cNvPr id="2439" name="Google Shape;2439;g3d1afc4545f_0_2531"/>
          <p:cNvPicPr preferRelativeResize="0"/>
          <p:nvPr/>
        </p:nvPicPr>
        <p:blipFill rotWithShape="1">
          <a:blip r:embed="rId6">
            <a:alphaModFix/>
          </a:blip>
          <a:srcRect b="0" l="0" r="0" t="0"/>
          <a:stretch/>
        </p:blipFill>
        <p:spPr>
          <a:xfrm>
            <a:off x="10590875" y="6330524"/>
            <a:ext cx="1500023" cy="585000"/>
          </a:xfrm>
          <a:prstGeom prst="rect">
            <a:avLst/>
          </a:prstGeom>
          <a:noFill/>
          <a:ln>
            <a:noFill/>
          </a:ln>
        </p:spPr>
      </p:pic>
      <p:pic>
        <p:nvPicPr>
          <p:cNvPr id="2440" name="Google Shape;2440;g3d1afc4545f_0_2531"/>
          <p:cNvPicPr preferRelativeResize="0"/>
          <p:nvPr/>
        </p:nvPicPr>
        <p:blipFill rotWithShape="1">
          <a:blip r:embed="rId9">
            <a:alphaModFix/>
          </a:blip>
          <a:srcRect b="0" l="0" r="0" t="0"/>
          <a:stretch/>
        </p:blipFill>
        <p:spPr>
          <a:xfrm>
            <a:off x="0" y="6330524"/>
            <a:ext cx="12192000" cy="1165875"/>
          </a:xfrm>
          <a:prstGeom prst="rect">
            <a:avLst/>
          </a:prstGeom>
          <a:noFill/>
          <a:ln>
            <a:noFill/>
          </a:ln>
        </p:spPr>
      </p:pic>
      <p:sp>
        <p:nvSpPr>
          <p:cNvPr id="2441" name="Google Shape;2441;g3d1afc4545f_0_2531"/>
          <p:cNvSpPr txBox="1"/>
          <p:nvPr/>
        </p:nvSpPr>
        <p:spPr>
          <a:xfrm>
            <a:off x="-1" y="6445547"/>
            <a:ext cx="5981100" cy="6465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chemeClr val="dk1"/>
              </a:buClr>
              <a:buSzPts val="1800"/>
              <a:buFont typeface="Arial"/>
              <a:buNone/>
            </a:pPr>
            <a:r>
              <a:rPr lang="en-US" sz="1800">
                <a:solidFill>
                  <a:schemeClr val="lt1"/>
                </a:solidFill>
                <a:latin typeface="Times New Roman"/>
                <a:ea typeface="Times New Roman"/>
                <a:cs typeface="Times New Roman"/>
                <a:sym typeface="Times New Roman"/>
              </a:rPr>
              <a:t>Applied Mathematics for Engineering [MIDTERM PROJECT]</a:t>
            </a:r>
            <a:br>
              <a:rPr b="0" i="0" lang="en-US" sz="1800" u="none" cap="none" strike="noStrike">
                <a:solidFill>
                  <a:schemeClr val="lt1"/>
                </a:solidFill>
                <a:latin typeface="Times New Roman"/>
                <a:ea typeface="Times New Roman"/>
                <a:cs typeface="Times New Roman"/>
                <a:sym typeface="Times New Roman"/>
              </a:rPr>
            </a:br>
            <a:r>
              <a:rPr b="0" i="0" lang="en-US" sz="1800" u="none" cap="none" strike="noStrike">
                <a:solidFill>
                  <a:schemeClr val="lt1"/>
                </a:solidFill>
                <a:latin typeface="Times New Roman"/>
                <a:ea typeface="Times New Roman"/>
                <a:cs typeface="Times New Roman"/>
                <a:sym typeface="Times New Roman"/>
              </a:rPr>
              <a:t>Ronit Dutta</a:t>
            </a:r>
            <a:endParaRPr b="0" i="0" sz="1800" u="none" cap="none" strike="noStrike">
              <a:solidFill>
                <a:schemeClr val="lt1"/>
              </a:solidFill>
              <a:latin typeface="Times New Roman"/>
              <a:ea typeface="Times New Roman"/>
              <a:cs typeface="Times New Roman"/>
              <a:sym typeface="Times New Roman"/>
            </a:endParaRPr>
          </a:p>
        </p:txBody>
      </p:sp>
      <p:pic>
        <p:nvPicPr>
          <p:cNvPr id="2442" name="Google Shape;2442;g3d1afc4545f_0_2531"/>
          <p:cNvPicPr preferRelativeResize="0"/>
          <p:nvPr/>
        </p:nvPicPr>
        <p:blipFill rotWithShape="1">
          <a:blip r:embed="rId6">
            <a:alphaModFix/>
          </a:blip>
          <a:srcRect b="0" l="0" r="0" t="0"/>
          <a:stretch/>
        </p:blipFill>
        <p:spPr>
          <a:xfrm>
            <a:off x="10579375" y="6476299"/>
            <a:ext cx="1500023" cy="585000"/>
          </a:xfrm>
          <a:prstGeom prst="rect">
            <a:avLst/>
          </a:prstGeom>
          <a:noFill/>
          <a:ln>
            <a:noFill/>
          </a:ln>
        </p:spPr>
      </p:pic>
      <p:pic>
        <p:nvPicPr>
          <p:cNvPr id="2443" name="Google Shape;2443;g3d1afc4545f_0_2531"/>
          <p:cNvPicPr preferRelativeResize="0"/>
          <p:nvPr/>
        </p:nvPicPr>
        <p:blipFill rotWithShape="1">
          <a:blip r:embed="rId4">
            <a:alphaModFix/>
          </a:blip>
          <a:srcRect b="0" l="0" r="0" t="0"/>
          <a:stretch/>
        </p:blipFill>
        <p:spPr>
          <a:xfrm>
            <a:off x="10590934" y="6330522"/>
            <a:ext cx="1499906" cy="585000"/>
          </a:xfrm>
          <a:prstGeom prst="rect">
            <a:avLst/>
          </a:prstGeom>
          <a:noFill/>
          <a:ln>
            <a:noFill/>
          </a:ln>
        </p:spPr>
      </p:pic>
      <p:sp>
        <p:nvSpPr>
          <p:cNvPr id="2444" name="Google Shape;2444;g3d1afc4545f_0_2531"/>
          <p:cNvSpPr txBox="1"/>
          <p:nvPr/>
        </p:nvSpPr>
        <p:spPr>
          <a:xfrm>
            <a:off x="-1" y="6288587"/>
            <a:ext cx="5981100" cy="3693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chemeClr val="dk1"/>
              </a:buClr>
              <a:buSzPts val="1800"/>
              <a:buFont typeface="Arial"/>
              <a:buNone/>
            </a:pPr>
            <a:r>
              <a:rPr b="0" i="0" lang="en-US" sz="1800" u="none" cap="none" strike="noStrike">
                <a:solidFill>
                  <a:schemeClr val="lt1"/>
                </a:solidFill>
                <a:latin typeface="Times New Roman"/>
                <a:ea typeface="Times New Roman"/>
                <a:cs typeface="Times New Roman"/>
                <a:sym typeface="Times New Roman"/>
              </a:rPr>
              <a:t>Term Paper Presentation | Ronit Dutta</a:t>
            </a:r>
            <a:endParaRPr b="0" i="0" sz="1800" u="none" cap="none" strike="noStrike">
              <a:solidFill>
                <a:schemeClr val="lt1"/>
              </a:solidFill>
              <a:latin typeface="Times New Roman"/>
              <a:ea typeface="Times New Roman"/>
              <a:cs typeface="Times New Roman"/>
              <a:sym typeface="Times New Roman"/>
            </a:endParaRPr>
          </a:p>
        </p:txBody>
      </p:sp>
      <p:pic>
        <p:nvPicPr>
          <p:cNvPr id="2445" name="Google Shape;2445;g3d1afc4545f_0_2531"/>
          <p:cNvPicPr preferRelativeResize="0"/>
          <p:nvPr/>
        </p:nvPicPr>
        <p:blipFill rotWithShape="1">
          <a:blip r:embed="rId4">
            <a:alphaModFix/>
          </a:blip>
          <a:srcRect b="0" l="0" r="0" t="0"/>
          <a:stretch/>
        </p:blipFill>
        <p:spPr>
          <a:xfrm>
            <a:off x="10590934" y="6330522"/>
            <a:ext cx="1499906" cy="585000"/>
          </a:xfrm>
          <a:prstGeom prst="rect">
            <a:avLst/>
          </a:prstGeom>
          <a:noFill/>
          <a:ln>
            <a:noFill/>
          </a:ln>
        </p:spPr>
      </p:pic>
      <p:sp>
        <p:nvSpPr>
          <p:cNvPr id="2446" name="Google Shape;2446;g3d1afc4545f_0_2531"/>
          <p:cNvSpPr txBox="1"/>
          <p:nvPr/>
        </p:nvSpPr>
        <p:spPr>
          <a:xfrm>
            <a:off x="-1" y="6288587"/>
            <a:ext cx="5981100" cy="3693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chemeClr val="dk1"/>
              </a:buClr>
              <a:buSzPts val="1800"/>
              <a:buFont typeface="Arial"/>
              <a:buNone/>
            </a:pPr>
            <a:r>
              <a:rPr b="0" i="0" lang="en-US" sz="1800" u="none" cap="none" strike="noStrike">
                <a:solidFill>
                  <a:schemeClr val="lt1"/>
                </a:solidFill>
                <a:latin typeface="Times New Roman"/>
                <a:ea typeface="Times New Roman"/>
                <a:cs typeface="Times New Roman"/>
                <a:sym typeface="Times New Roman"/>
              </a:rPr>
              <a:t>Term Paper Presentation | Ronit Dutta</a:t>
            </a:r>
            <a:endParaRPr b="0" i="0" sz="1800" u="none" cap="none" strike="noStrike">
              <a:solidFill>
                <a:schemeClr val="lt1"/>
              </a:solidFill>
              <a:latin typeface="Times New Roman"/>
              <a:ea typeface="Times New Roman"/>
              <a:cs typeface="Times New Roman"/>
              <a:sym typeface="Times New Roman"/>
            </a:endParaRPr>
          </a:p>
        </p:txBody>
      </p:sp>
      <p:pic>
        <p:nvPicPr>
          <p:cNvPr id="2447" name="Google Shape;2447;g3d1afc4545f_0_2531"/>
          <p:cNvPicPr preferRelativeResize="0"/>
          <p:nvPr/>
        </p:nvPicPr>
        <p:blipFill rotWithShape="1">
          <a:blip r:embed="rId4">
            <a:alphaModFix/>
          </a:blip>
          <a:srcRect b="0" l="0" r="0" t="0"/>
          <a:stretch/>
        </p:blipFill>
        <p:spPr>
          <a:xfrm>
            <a:off x="10590934" y="6330522"/>
            <a:ext cx="1499906" cy="585000"/>
          </a:xfrm>
          <a:prstGeom prst="rect">
            <a:avLst/>
          </a:prstGeom>
          <a:noFill/>
          <a:ln>
            <a:noFill/>
          </a:ln>
        </p:spPr>
      </p:pic>
      <p:sp>
        <p:nvSpPr>
          <p:cNvPr id="2448" name="Google Shape;2448;g3d1afc4545f_0_2531"/>
          <p:cNvSpPr txBox="1"/>
          <p:nvPr/>
        </p:nvSpPr>
        <p:spPr>
          <a:xfrm>
            <a:off x="-1" y="6288587"/>
            <a:ext cx="5981100" cy="6465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chemeClr val="dk1"/>
              </a:buClr>
              <a:buSzPts val="1800"/>
              <a:buFont typeface="Arial"/>
              <a:buNone/>
            </a:pPr>
            <a:r>
              <a:rPr b="0" i="0" lang="en-US" sz="1800" u="none" cap="none" strike="noStrike">
                <a:solidFill>
                  <a:schemeClr val="lt1"/>
                </a:solidFill>
                <a:latin typeface="Times New Roman"/>
                <a:ea typeface="Times New Roman"/>
                <a:cs typeface="Times New Roman"/>
                <a:sym typeface="Times New Roman"/>
              </a:rPr>
              <a:t>Machine Learning Professional</a:t>
            </a:r>
            <a:br>
              <a:rPr b="0" i="0" lang="en-US" sz="1800" u="none" cap="none" strike="noStrike">
                <a:solidFill>
                  <a:schemeClr val="lt1"/>
                </a:solidFill>
                <a:latin typeface="Times New Roman"/>
                <a:ea typeface="Times New Roman"/>
                <a:cs typeface="Times New Roman"/>
                <a:sym typeface="Times New Roman"/>
              </a:rPr>
            </a:br>
            <a:r>
              <a:rPr b="0" i="0" lang="en-US" sz="1800" u="none" cap="none" strike="noStrike">
                <a:solidFill>
                  <a:schemeClr val="lt1"/>
                </a:solidFill>
                <a:latin typeface="Times New Roman"/>
                <a:ea typeface="Times New Roman"/>
                <a:cs typeface="Times New Roman"/>
                <a:sym typeface="Times New Roman"/>
              </a:rPr>
              <a:t>Project Presentation</a:t>
            </a:r>
            <a:endParaRPr b="0" i="0" sz="1800" u="none" cap="none" strike="noStrike">
              <a:solidFill>
                <a:schemeClr val="lt1"/>
              </a:solidFill>
              <a:latin typeface="Times New Roman"/>
              <a:ea typeface="Times New Roman"/>
              <a:cs typeface="Times New Roman"/>
              <a:sym typeface="Times New Roman"/>
            </a:endParaRPr>
          </a:p>
        </p:txBody>
      </p:sp>
      <p:pic>
        <p:nvPicPr>
          <p:cNvPr id="2449" name="Google Shape;2449;g3d1afc4545f_0_2531"/>
          <p:cNvPicPr preferRelativeResize="0"/>
          <p:nvPr/>
        </p:nvPicPr>
        <p:blipFill rotWithShape="1">
          <a:blip r:embed="rId6">
            <a:alphaModFix/>
          </a:blip>
          <a:srcRect b="0" l="0" r="0" t="0"/>
          <a:stretch/>
        </p:blipFill>
        <p:spPr>
          <a:xfrm>
            <a:off x="10590875" y="6341462"/>
            <a:ext cx="1500023" cy="585000"/>
          </a:xfrm>
          <a:prstGeom prst="rect">
            <a:avLst/>
          </a:prstGeom>
          <a:noFill/>
          <a:ln>
            <a:noFill/>
          </a:ln>
        </p:spPr>
      </p:pic>
      <p:sp>
        <p:nvSpPr>
          <p:cNvPr id="2450" name="Google Shape;2450;g3d1afc4545f_0_2531"/>
          <p:cNvSpPr txBox="1"/>
          <p:nvPr/>
        </p:nvSpPr>
        <p:spPr>
          <a:xfrm>
            <a:off x="-1" y="6288587"/>
            <a:ext cx="5981100" cy="6465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chemeClr val="dk1"/>
              </a:buClr>
              <a:buSzPts val="1800"/>
              <a:buFont typeface="Arial"/>
              <a:buNone/>
            </a:pPr>
            <a:r>
              <a:rPr b="0" i="0" lang="en-US" sz="1800" u="none" cap="none" strike="noStrike">
                <a:solidFill>
                  <a:schemeClr val="lt1"/>
                </a:solidFill>
                <a:latin typeface="Times New Roman"/>
                <a:ea typeface="Times New Roman"/>
                <a:cs typeface="Times New Roman"/>
                <a:sym typeface="Times New Roman"/>
              </a:rPr>
              <a:t>Machine Learning Professional</a:t>
            </a:r>
            <a:br>
              <a:rPr b="0" i="0" lang="en-US" sz="1800" u="none" cap="none" strike="noStrike">
                <a:solidFill>
                  <a:schemeClr val="lt1"/>
                </a:solidFill>
                <a:latin typeface="Times New Roman"/>
                <a:ea typeface="Times New Roman"/>
                <a:cs typeface="Times New Roman"/>
                <a:sym typeface="Times New Roman"/>
              </a:rPr>
            </a:br>
            <a:r>
              <a:rPr b="0" i="0" lang="en-US" sz="1800" u="none" cap="none" strike="noStrike">
                <a:solidFill>
                  <a:schemeClr val="lt1"/>
                </a:solidFill>
                <a:latin typeface="Times New Roman"/>
                <a:ea typeface="Times New Roman"/>
                <a:cs typeface="Times New Roman"/>
                <a:sym typeface="Times New Roman"/>
              </a:rPr>
              <a:t>Project Presentation</a:t>
            </a:r>
            <a:endParaRPr b="0" i="0" sz="1800" u="none" cap="none" strike="noStrike">
              <a:solidFill>
                <a:schemeClr val="lt1"/>
              </a:solidFill>
              <a:latin typeface="Times New Roman"/>
              <a:ea typeface="Times New Roman"/>
              <a:cs typeface="Times New Roman"/>
              <a:sym typeface="Times New Roman"/>
            </a:endParaRPr>
          </a:p>
        </p:txBody>
      </p:sp>
      <p:pic>
        <p:nvPicPr>
          <p:cNvPr id="2451" name="Google Shape;2451;g3d1afc4545f_0_2531"/>
          <p:cNvPicPr preferRelativeResize="0"/>
          <p:nvPr/>
        </p:nvPicPr>
        <p:blipFill rotWithShape="1">
          <a:blip r:embed="rId6">
            <a:alphaModFix/>
          </a:blip>
          <a:srcRect b="0" l="0" r="0" t="0"/>
          <a:stretch/>
        </p:blipFill>
        <p:spPr>
          <a:xfrm>
            <a:off x="10590875" y="6330524"/>
            <a:ext cx="1500023" cy="585000"/>
          </a:xfrm>
          <a:prstGeom prst="rect">
            <a:avLst/>
          </a:prstGeom>
          <a:noFill/>
          <a:ln>
            <a:noFill/>
          </a:ln>
        </p:spPr>
      </p:pic>
      <p:sp>
        <p:nvSpPr>
          <p:cNvPr id="2452" name="Google Shape;2452;g3d1afc4545f_0_2531"/>
          <p:cNvSpPr txBox="1"/>
          <p:nvPr/>
        </p:nvSpPr>
        <p:spPr>
          <a:xfrm>
            <a:off x="-1" y="6234672"/>
            <a:ext cx="5981100" cy="6465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chemeClr val="dk1"/>
              </a:buClr>
              <a:buSzPts val="1800"/>
              <a:buFont typeface="Arial"/>
              <a:buNone/>
            </a:pPr>
            <a:r>
              <a:rPr b="0" i="0" lang="en-US" sz="1800" u="none" cap="none" strike="noStrike">
                <a:solidFill>
                  <a:schemeClr val="lt1"/>
                </a:solidFill>
                <a:latin typeface="Times New Roman"/>
                <a:ea typeface="Times New Roman"/>
                <a:cs typeface="Times New Roman"/>
                <a:sym typeface="Times New Roman"/>
              </a:rPr>
              <a:t>Machine Learning Professional</a:t>
            </a:r>
            <a:br>
              <a:rPr b="0" i="0" lang="en-US" sz="1800" u="none" cap="none" strike="noStrike">
                <a:solidFill>
                  <a:schemeClr val="lt1"/>
                </a:solidFill>
                <a:latin typeface="Times New Roman"/>
                <a:ea typeface="Times New Roman"/>
                <a:cs typeface="Times New Roman"/>
                <a:sym typeface="Times New Roman"/>
              </a:rPr>
            </a:br>
            <a:r>
              <a:rPr b="0" i="0" lang="en-US" sz="1800" u="none" cap="none" strike="noStrike">
                <a:solidFill>
                  <a:schemeClr val="lt1"/>
                </a:solidFill>
                <a:latin typeface="Times New Roman"/>
                <a:ea typeface="Times New Roman"/>
                <a:cs typeface="Times New Roman"/>
                <a:sym typeface="Times New Roman"/>
              </a:rPr>
              <a:t>Project Presentation</a:t>
            </a:r>
            <a:endParaRPr b="0" i="0" sz="1800" u="none" cap="none" strike="noStrike">
              <a:solidFill>
                <a:schemeClr val="lt1"/>
              </a:solidFill>
              <a:latin typeface="Times New Roman"/>
              <a:ea typeface="Times New Roman"/>
              <a:cs typeface="Times New Roman"/>
              <a:sym typeface="Times New Roman"/>
            </a:endParaRPr>
          </a:p>
        </p:txBody>
      </p:sp>
      <p:pic>
        <p:nvPicPr>
          <p:cNvPr id="2453" name="Google Shape;2453;g3d1afc4545f_0_2531"/>
          <p:cNvPicPr preferRelativeResize="0"/>
          <p:nvPr/>
        </p:nvPicPr>
        <p:blipFill rotWithShape="1">
          <a:blip r:embed="rId6">
            <a:alphaModFix/>
          </a:blip>
          <a:srcRect b="0" l="0" r="0" t="0"/>
          <a:stretch/>
        </p:blipFill>
        <p:spPr>
          <a:xfrm>
            <a:off x="10590875" y="6330524"/>
            <a:ext cx="1500023" cy="585000"/>
          </a:xfrm>
          <a:prstGeom prst="rect">
            <a:avLst/>
          </a:prstGeom>
          <a:noFill/>
          <a:ln>
            <a:noFill/>
          </a:ln>
        </p:spPr>
      </p:pic>
      <p:sp>
        <p:nvSpPr>
          <p:cNvPr id="2454" name="Google Shape;2454;g3d1afc4545f_0_2531"/>
          <p:cNvSpPr txBox="1"/>
          <p:nvPr/>
        </p:nvSpPr>
        <p:spPr>
          <a:xfrm>
            <a:off x="-1" y="6234672"/>
            <a:ext cx="5981100" cy="6465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chemeClr val="dk1"/>
              </a:buClr>
              <a:buSzPts val="1800"/>
              <a:buFont typeface="Arial"/>
              <a:buNone/>
            </a:pPr>
            <a:r>
              <a:rPr b="0" i="0" lang="en-US" sz="1800" u="none" cap="none" strike="noStrike">
                <a:solidFill>
                  <a:schemeClr val="lt1"/>
                </a:solidFill>
                <a:latin typeface="Times New Roman"/>
                <a:ea typeface="Times New Roman"/>
                <a:cs typeface="Times New Roman"/>
                <a:sym typeface="Times New Roman"/>
              </a:rPr>
              <a:t>Machine Learning Professional</a:t>
            </a:r>
            <a:br>
              <a:rPr b="0" i="0" lang="en-US" sz="1800" u="none" cap="none" strike="noStrike">
                <a:solidFill>
                  <a:schemeClr val="lt1"/>
                </a:solidFill>
                <a:latin typeface="Times New Roman"/>
                <a:ea typeface="Times New Roman"/>
                <a:cs typeface="Times New Roman"/>
                <a:sym typeface="Times New Roman"/>
              </a:rPr>
            </a:br>
            <a:r>
              <a:rPr b="0" i="0" lang="en-US" sz="1800" u="none" cap="none" strike="noStrike">
                <a:solidFill>
                  <a:schemeClr val="lt1"/>
                </a:solidFill>
                <a:latin typeface="Times New Roman"/>
                <a:ea typeface="Times New Roman"/>
                <a:cs typeface="Times New Roman"/>
                <a:sym typeface="Times New Roman"/>
              </a:rPr>
              <a:t>Project Presentation</a:t>
            </a:r>
            <a:endParaRPr b="0" i="0" sz="1800" u="none" cap="none" strike="noStrike">
              <a:solidFill>
                <a:schemeClr val="lt1"/>
              </a:solidFill>
              <a:latin typeface="Times New Roman"/>
              <a:ea typeface="Times New Roman"/>
              <a:cs typeface="Times New Roman"/>
              <a:sym typeface="Times New Roman"/>
            </a:endParaRPr>
          </a:p>
        </p:txBody>
      </p:sp>
      <p:pic>
        <p:nvPicPr>
          <p:cNvPr id="2455" name="Google Shape;2455;g3d1afc4545f_0_2531"/>
          <p:cNvPicPr preferRelativeResize="0"/>
          <p:nvPr/>
        </p:nvPicPr>
        <p:blipFill rotWithShape="1">
          <a:blip r:embed="rId6">
            <a:alphaModFix/>
          </a:blip>
          <a:srcRect b="0" l="0" r="0" t="0"/>
          <a:stretch/>
        </p:blipFill>
        <p:spPr>
          <a:xfrm>
            <a:off x="10590875" y="6330524"/>
            <a:ext cx="1500023" cy="585000"/>
          </a:xfrm>
          <a:prstGeom prst="rect">
            <a:avLst/>
          </a:prstGeom>
          <a:noFill/>
          <a:ln>
            <a:noFill/>
          </a:ln>
        </p:spPr>
      </p:pic>
      <p:sp>
        <p:nvSpPr>
          <p:cNvPr id="2456" name="Google Shape;2456;g3d1afc4545f_0_2531"/>
          <p:cNvSpPr txBox="1"/>
          <p:nvPr/>
        </p:nvSpPr>
        <p:spPr>
          <a:xfrm>
            <a:off x="-1" y="6234672"/>
            <a:ext cx="5981100" cy="6465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chemeClr val="dk1"/>
              </a:buClr>
              <a:buSzPts val="1800"/>
              <a:buFont typeface="Arial"/>
              <a:buNone/>
            </a:pPr>
            <a:r>
              <a:rPr b="0" i="0" lang="en-US" sz="1800" u="none" cap="none" strike="noStrike">
                <a:solidFill>
                  <a:schemeClr val="lt1"/>
                </a:solidFill>
                <a:latin typeface="Times New Roman"/>
                <a:ea typeface="Times New Roman"/>
                <a:cs typeface="Times New Roman"/>
                <a:sym typeface="Times New Roman"/>
              </a:rPr>
              <a:t>Nanoelectronics - Seminar Presentation</a:t>
            </a:r>
            <a:br>
              <a:rPr b="0" i="0" lang="en-US" sz="1800" u="none" cap="none" strike="noStrike">
                <a:solidFill>
                  <a:schemeClr val="lt1"/>
                </a:solidFill>
                <a:latin typeface="Times New Roman"/>
                <a:ea typeface="Times New Roman"/>
                <a:cs typeface="Times New Roman"/>
                <a:sym typeface="Times New Roman"/>
              </a:rPr>
            </a:br>
            <a:r>
              <a:rPr b="0" i="0" lang="en-US" sz="1800" u="none" cap="none" strike="noStrike">
                <a:solidFill>
                  <a:schemeClr val="lt1"/>
                </a:solidFill>
                <a:latin typeface="Times New Roman"/>
                <a:ea typeface="Times New Roman"/>
                <a:cs typeface="Times New Roman"/>
                <a:sym typeface="Times New Roman"/>
              </a:rPr>
              <a:t>Ronit Dutta</a:t>
            </a:r>
            <a:endParaRPr b="0" i="0" sz="1800" u="none" cap="none" strike="noStrike">
              <a:solidFill>
                <a:schemeClr val="lt1"/>
              </a:solidFill>
              <a:latin typeface="Times New Roman"/>
              <a:ea typeface="Times New Roman"/>
              <a:cs typeface="Times New Roman"/>
              <a:sym typeface="Times New Roman"/>
            </a:endParaRPr>
          </a:p>
        </p:txBody>
      </p:sp>
      <p:pic>
        <p:nvPicPr>
          <p:cNvPr id="2457" name="Google Shape;2457;g3d1afc4545f_0_2531"/>
          <p:cNvPicPr preferRelativeResize="0"/>
          <p:nvPr/>
        </p:nvPicPr>
        <p:blipFill rotWithShape="1">
          <a:blip r:embed="rId6">
            <a:alphaModFix/>
          </a:blip>
          <a:srcRect b="0" l="0" r="0" t="0"/>
          <a:stretch/>
        </p:blipFill>
        <p:spPr>
          <a:xfrm>
            <a:off x="10590875" y="6330524"/>
            <a:ext cx="1500023" cy="585000"/>
          </a:xfrm>
          <a:prstGeom prst="rect">
            <a:avLst/>
          </a:prstGeom>
          <a:noFill/>
          <a:ln>
            <a:noFill/>
          </a:ln>
        </p:spPr>
      </p:pic>
      <p:pic>
        <p:nvPicPr>
          <p:cNvPr id="2458" name="Google Shape;2458;g3d1afc4545f_0_2531"/>
          <p:cNvPicPr preferRelativeResize="0"/>
          <p:nvPr/>
        </p:nvPicPr>
        <p:blipFill rotWithShape="1">
          <a:blip r:embed="rId4">
            <a:alphaModFix/>
          </a:blip>
          <a:srcRect b="0" l="0" r="0" t="0"/>
          <a:stretch/>
        </p:blipFill>
        <p:spPr>
          <a:xfrm>
            <a:off x="10590934" y="6330522"/>
            <a:ext cx="1499906" cy="585000"/>
          </a:xfrm>
          <a:prstGeom prst="rect">
            <a:avLst/>
          </a:prstGeom>
          <a:noFill/>
          <a:ln>
            <a:noFill/>
          </a:ln>
        </p:spPr>
      </p:pic>
      <p:sp>
        <p:nvSpPr>
          <p:cNvPr id="2459" name="Google Shape;2459;g3d1afc4545f_0_2531"/>
          <p:cNvSpPr txBox="1"/>
          <p:nvPr/>
        </p:nvSpPr>
        <p:spPr>
          <a:xfrm>
            <a:off x="-1" y="6288587"/>
            <a:ext cx="5981100" cy="3693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chemeClr val="dk1"/>
              </a:buClr>
              <a:buSzPts val="1800"/>
              <a:buFont typeface="Arial"/>
              <a:buNone/>
            </a:pPr>
            <a:r>
              <a:rPr b="0" i="0" lang="en-US" sz="1800" u="none" cap="none" strike="noStrike">
                <a:solidFill>
                  <a:schemeClr val="lt1"/>
                </a:solidFill>
                <a:latin typeface="Times New Roman"/>
                <a:ea typeface="Times New Roman"/>
                <a:cs typeface="Times New Roman"/>
                <a:sym typeface="Times New Roman"/>
              </a:rPr>
              <a:t>Term Paper Presentation | Ronit Dutta</a:t>
            </a:r>
            <a:endParaRPr b="0" i="0" sz="1800" u="none" cap="none" strike="noStrike">
              <a:solidFill>
                <a:schemeClr val="lt1"/>
              </a:solidFill>
              <a:latin typeface="Times New Roman"/>
              <a:ea typeface="Times New Roman"/>
              <a:cs typeface="Times New Roman"/>
              <a:sym typeface="Times New Roman"/>
            </a:endParaRPr>
          </a:p>
        </p:txBody>
      </p:sp>
      <p:pic>
        <p:nvPicPr>
          <p:cNvPr id="2460" name="Google Shape;2460;g3d1afc4545f_0_2531"/>
          <p:cNvPicPr preferRelativeResize="0"/>
          <p:nvPr/>
        </p:nvPicPr>
        <p:blipFill rotWithShape="1">
          <a:blip r:embed="rId4">
            <a:alphaModFix/>
          </a:blip>
          <a:srcRect b="0" l="0" r="0" t="0"/>
          <a:stretch/>
        </p:blipFill>
        <p:spPr>
          <a:xfrm>
            <a:off x="10590934" y="6330522"/>
            <a:ext cx="1499906" cy="585000"/>
          </a:xfrm>
          <a:prstGeom prst="rect">
            <a:avLst/>
          </a:prstGeom>
          <a:noFill/>
          <a:ln>
            <a:noFill/>
          </a:ln>
        </p:spPr>
      </p:pic>
      <p:sp>
        <p:nvSpPr>
          <p:cNvPr id="2461" name="Google Shape;2461;g3d1afc4545f_0_2531"/>
          <p:cNvSpPr txBox="1"/>
          <p:nvPr/>
        </p:nvSpPr>
        <p:spPr>
          <a:xfrm>
            <a:off x="-1" y="6288587"/>
            <a:ext cx="5981100" cy="3693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chemeClr val="dk1"/>
              </a:buClr>
              <a:buSzPts val="1800"/>
              <a:buFont typeface="Arial"/>
              <a:buNone/>
            </a:pPr>
            <a:r>
              <a:rPr b="0" i="0" lang="en-US" sz="1800" u="none" cap="none" strike="noStrike">
                <a:solidFill>
                  <a:schemeClr val="lt1"/>
                </a:solidFill>
                <a:latin typeface="Times New Roman"/>
                <a:ea typeface="Times New Roman"/>
                <a:cs typeface="Times New Roman"/>
                <a:sym typeface="Times New Roman"/>
              </a:rPr>
              <a:t>Term Paper Presentation | Ronit Dutta</a:t>
            </a:r>
            <a:endParaRPr b="0" i="0" sz="1800" u="none" cap="none" strike="noStrike">
              <a:solidFill>
                <a:schemeClr val="lt1"/>
              </a:solidFill>
              <a:latin typeface="Times New Roman"/>
              <a:ea typeface="Times New Roman"/>
              <a:cs typeface="Times New Roman"/>
              <a:sym typeface="Times New Roman"/>
            </a:endParaRPr>
          </a:p>
        </p:txBody>
      </p:sp>
      <p:pic>
        <p:nvPicPr>
          <p:cNvPr id="2462" name="Google Shape;2462;g3d1afc4545f_0_2531"/>
          <p:cNvPicPr preferRelativeResize="0"/>
          <p:nvPr/>
        </p:nvPicPr>
        <p:blipFill rotWithShape="1">
          <a:blip r:embed="rId4">
            <a:alphaModFix/>
          </a:blip>
          <a:srcRect b="0" l="0" r="0" t="0"/>
          <a:stretch/>
        </p:blipFill>
        <p:spPr>
          <a:xfrm>
            <a:off x="10590934" y="6330522"/>
            <a:ext cx="1499906" cy="585000"/>
          </a:xfrm>
          <a:prstGeom prst="rect">
            <a:avLst/>
          </a:prstGeom>
          <a:noFill/>
          <a:ln>
            <a:noFill/>
          </a:ln>
        </p:spPr>
      </p:pic>
      <p:sp>
        <p:nvSpPr>
          <p:cNvPr id="2463" name="Google Shape;2463;g3d1afc4545f_0_2531"/>
          <p:cNvSpPr txBox="1"/>
          <p:nvPr/>
        </p:nvSpPr>
        <p:spPr>
          <a:xfrm>
            <a:off x="-1" y="6288587"/>
            <a:ext cx="5981100" cy="6465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chemeClr val="dk1"/>
              </a:buClr>
              <a:buSzPts val="1800"/>
              <a:buFont typeface="Arial"/>
              <a:buNone/>
            </a:pPr>
            <a:r>
              <a:rPr b="0" i="0" lang="en-US" sz="1800" u="none" cap="none" strike="noStrike">
                <a:solidFill>
                  <a:schemeClr val="lt1"/>
                </a:solidFill>
                <a:latin typeface="Times New Roman"/>
                <a:ea typeface="Times New Roman"/>
                <a:cs typeface="Times New Roman"/>
                <a:sym typeface="Times New Roman"/>
              </a:rPr>
              <a:t>Machine Learning Professional</a:t>
            </a:r>
            <a:br>
              <a:rPr b="0" i="0" lang="en-US" sz="1800" u="none" cap="none" strike="noStrike">
                <a:solidFill>
                  <a:schemeClr val="lt1"/>
                </a:solidFill>
                <a:latin typeface="Times New Roman"/>
                <a:ea typeface="Times New Roman"/>
                <a:cs typeface="Times New Roman"/>
                <a:sym typeface="Times New Roman"/>
              </a:rPr>
            </a:br>
            <a:r>
              <a:rPr b="0" i="0" lang="en-US" sz="1800" u="none" cap="none" strike="noStrike">
                <a:solidFill>
                  <a:schemeClr val="lt1"/>
                </a:solidFill>
                <a:latin typeface="Times New Roman"/>
                <a:ea typeface="Times New Roman"/>
                <a:cs typeface="Times New Roman"/>
                <a:sym typeface="Times New Roman"/>
              </a:rPr>
              <a:t>Project Presentation</a:t>
            </a:r>
            <a:endParaRPr b="0" i="0" sz="1800" u="none" cap="none" strike="noStrike">
              <a:solidFill>
                <a:schemeClr val="lt1"/>
              </a:solidFill>
              <a:latin typeface="Times New Roman"/>
              <a:ea typeface="Times New Roman"/>
              <a:cs typeface="Times New Roman"/>
              <a:sym typeface="Times New Roman"/>
            </a:endParaRPr>
          </a:p>
        </p:txBody>
      </p:sp>
      <p:pic>
        <p:nvPicPr>
          <p:cNvPr id="2464" name="Google Shape;2464;g3d1afc4545f_0_2531"/>
          <p:cNvPicPr preferRelativeResize="0"/>
          <p:nvPr/>
        </p:nvPicPr>
        <p:blipFill rotWithShape="1">
          <a:blip r:embed="rId6">
            <a:alphaModFix/>
          </a:blip>
          <a:srcRect b="0" l="0" r="0" t="0"/>
          <a:stretch/>
        </p:blipFill>
        <p:spPr>
          <a:xfrm>
            <a:off x="10590875" y="6341462"/>
            <a:ext cx="1500023" cy="585000"/>
          </a:xfrm>
          <a:prstGeom prst="rect">
            <a:avLst/>
          </a:prstGeom>
          <a:noFill/>
          <a:ln>
            <a:noFill/>
          </a:ln>
        </p:spPr>
      </p:pic>
      <p:sp>
        <p:nvSpPr>
          <p:cNvPr id="2465" name="Google Shape;2465;g3d1afc4545f_0_2531"/>
          <p:cNvSpPr txBox="1"/>
          <p:nvPr/>
        </p:nvSpPr>
        <p:spPr>
          <a:xfrm>
            <a:off x="-1" y="6288587"/>
            <a:ext cx="5981100" cy="6465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chemeClr val="dk1"/>
              </a:buClr>
              <a:buSzPts val="1800"/>
              <a:buFont typeface="Arial"/>
              <a:buNone/>
            </a:pPr>
            <a:r>
              <a:rPr b="0" i="0" lang="en-US" sz="1800" u="none" cap="none" strike="noStrike">
                <a:solidFill>
                  <a:schemeClr val="lt1"/>
                </a:solidFill>
                <a:latin typeface="Times New Roman"/>
                <a:ea typeface="Times New Roman"/>
                <a:cs typeface="Times New Roman"/>
                <a:sym typeface="Times New Roman"/>
              </a:rPr>
              <a:t>Machine Learning Professional</a:t>
            </a:r>
            <a:br>
              <a:rPr b="0" i="0" lang="en-US" sz="1800" u="none" cap="none" strike="noStrike">
                <a:solidFill>
                  <a:schemeClr val="lt1"/>
                </a:solidFill>
                <a:latin typeface="Times New Roman"/>
                <a:ea typeface="Times New Roman"/>
                <a:cs typeface="Times New Roman"/>
                <a:sym typeface="Times New Roman"/>
              </a:rPr>
            </a:br>
            <a:r>
              <a:rPr b="0" i="0" lang="en-US" sz="1800" u="none" cap="none" strike="noStrike">
                <a:solidFill>
                  <a:schemeClr val="lt1"/>
                </a:solidFill>
                <a:latin typeface="Times New Roman"/>
                <a:ea typeface="Times New Roman"/>
                <a:cs typeface="Times New Roman"/>
                <a:sym typeface="Times New Roman"/>
              </a:rPr>
              <a:t>Project Presentation</a:t>
            </a:r>
            <a:endParaRPr b="0" i="0" sz="1800" u="none" cap="none" strike="noStrike">
              <a:solidFill>
                <a:schemeClr val="lt1"/>
              </a:solidFill>
              <a:latin typeface="Times New Roman"/>
              <a:ea typeface="Times New Roman"/>
              <a:cs typeface="Times New Roman"/>
              <a:sym typeface="Times New Roman"/>
            </a:endParaRPr>
          </a:p>
        </p:txBody>
      </p:sp>
      <p:pic>
        <p:nvPicPr>
          <p:cNvPr id="2466" name="Google Shape;2466;g3d1afc4545f_0_2531"/>
          <p:cNvPicPr preferRelativeResize="0"/>
          <p:nvPr/>
        </p:nvPicPr>
        <p:blipFill rotWithShape="1">
          <a:blip r:embed="rId6">
            <a:alphaModFix/>
          </a:blip>
          <a:srcRect b="0" l="0" r="0" t="0"/>
          <a:stretch/>
        </p:blipFill>
        <p:spPr>
          <a:xfrm>
            <a:off x="10590875" y="6330524"/>
            <a:ext cx="1500023" cy="585000"/>
          </a:xfrm>
          <a:prstGeom prst="rect">
            <a:avLst/>
          </a:prstGeom>
          <a:noFill/>
          <a:ln>
            <a:noFill/>
          </a:ln>
        </p:spPr>
      </p:pic>
      <p:sp>
        <p:nvSpPr>
          <p:cNvPr id="2467" name="Google Shape;2467;g3d1afc4545f_0_2531"/>
          <p:cNvSpPr txBox="1"/>
          <p:nvPr/>
        </p:nvSpPr>
        <p:spPr>
          <a:xfrm>
            <a:off x="-1" y="6234672"/>
            <a:ext cx="5981100" cy="6465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chemeClr val="dk1"/>
              </a:buClr>
              <a:buSzPts val="1800"/>
              <a:buFont typeface="Arial"/>
              <a:buNone/>
            </a:pPr>
            <a:r>
              <a:rPr b="0" i="0" lang="en-US" sz="1800" u="none" cap="none" strike="noStrike">
                <a:solidFill>
                  <a:schemeClr val="lt1"/>
                </a:solidFill>
                <a:latin typeface="Times New Roman"/>
                <a:ea typeface="Times New Roman"/>
                <a:cs typeface="Times New Roman"/>
                <a:sym typeface="Times New Roman"/>
              </a:rPr>
              <a:t>Machine Learning Professional</a:t>
            </a:r>
            <a:br>
              <a:rPr b="0" i="0" lang="en-US" sz="1800" u="none" cap="none" strike="noStrike">
                <a:solidFill>
                  <a:schemeClr val="lt1"/>
                </a:solidFill>
                <a:latin typeface="Times New Roman"/>
                <a:ea typeface="Times New Roman"/>
                <a:cs typeface="Times New Roman"/>
                <a:sym typeface="Times New Roman"/>
              </a:rPr>
            </a:br>
            <a:r>
              <a:rPr b="0" i="0" lang="en-US" sz="1800" u="none" cap="none" strike="noStrike">
                <a:solidFill>
                  <a:schemeClr val="lt1"/>
                </a:solidFill>
                <a:latin typeface="Times New Roman"/>
                <a:ea typeface="Times New Roman"/>
                <a:cs typeface="Times New Roman"/>
                <a:sym typeface="Times New Roman"/>
              </a:rPr>
              <a:t>Project Presentation</a:t>
            </a:r>
            <a:endParaRPr b="0" i="0" sz="1800" u="none" cap="none" strike="noStrike">
              <a:solidFill>
                <a:schemeClr val="lt1"/>
              </a:solidFill>
              <a:latin typeface="Times New Roman"/>
              <a:ea typeface="Times New Roman"/>
              <a:cs typeface="Times New Roman"/>
              <a:sym typeface="Times New Roman"/>
            </a:endParaRPr>
          </a:p>
        </p:txBody>
      </p:sp>
      <p:pic>
        <p:nvPicPr>
          <p:cNvPr id="2468" name="Google Shape;2468;g3d1afc4545f_0_2531"/>
          <p:cNvPicPr preferRelativeResize="0"/>
          <p:nvPr/>
        </p:nvPicPr>
        <p:blipFill rotWithShape="1">
          <a:blip r:embed="rId6">
            <a:alphaModFix/>
          </a:blip>
          <a:srcRect b="0" l="0" r="0" t="0"/>
          <a:stretch/>
        </p:blipFill>
        <p:spPr>
          <a:xfrm>
            <a:off x="10590875" y="6330524"/>
            <a:ext cx="1500023" cy="585000"/>
          </a:xfrm>
          <a:prstGeom prst="rect">
            <a:avLst/>
          </a:prstGeom>
          <a:noFill/>
          <a:ln>
            <a:noFill/>
          </a:ln>
        </p:spPr>
      </p:pic>
      <p:sp>
        <p:nvSpPr>
          <p:cNvPr id="2469" name="Google Shape;2469;g3d1afc4545f_0_2531"/>
          <p:cNvSpPr txBox="1"/>
          <p:nvPr/>
        </p:nvSpPr>
        <p:spPr>
          <a:xfrm>
            <a:off x="-1" y="6234672"/>
            <a:ext cx="5981100" cy="6465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chemeClr val="dk1"/>
              </a:buClr>
              <a:buSzPts val="1800"/>
              <a:buFont typeface="Arial"/>
              <a:buNone/>
            </a:pPr>
            <a:r>
              <a:rPr b="0" i="0" lang="en-US" sz="1800" u="none" cap="none" strike="noStrike">
                <a:solidFill>
                  <a:schemeClr val="lt1"/>
                </a:solidFill>
                <a:latin typeface="Times New Roman"/>
                <a:ea typeface="Times New Roman"/>
                <a:cs typeface="Times New Roman"/>
                <a:sym typeface="Times New Roman"/>
              </a:rPr>
              <a:t>Machine Learning Professional</a:t>
            </a:r>
            <a:br>
              <a:rPr b="0" i="0" lang="en-US" sz="1800" u="none" cap="none" strike="noStrike">
                <a:solidFill>
                  <a:schemeClr val="lt1"/>
                </a:solidFill>
                <a:latin typeface="Times New Roman"/>
                <a:ea typeface="Times New Roman"/>
                <a:cs typeface="Times New Roman"/>
                <a:sym typeface="Times New Roman"/>
              </a:rPr>
            </a:br>
            <a:r>
              <a:rPr b="0" i="0" lang="en-US" sz="1800" u="none" cap="none" strike="noStrike">
                <a:solidFill>
                  <a:schemeClr val="lt1"/>
                </a:solidFill>
                <a:latin typeface="Times New Roman"/>
                <a:ea typeface="Times New Roman"/>
                <a:cs typeface="Times New Roman"/>
                <a:sym typeface="Times New Roman"/>
              </a:rPr>
              <a:t>Project Presentation</a:t>
            </a:r>
            <a:endParaRPr b="0" i="0" sz="1800" u="none" cap="none" strike="noStrike">
              <a:solidFill>
                <a:schemeClr val="lt1"/>
              </a:solidFill>
              <a:latin typeface="Times New Roman"/>
              <a:ea typeface="Times New Roman"/>
              <a:cs typeface="Times New Roman"/>
              <a:sym typeface="Times New Roman"/>
            </a:endParaRPr>
          </a:p>
        </p:txBody>
      </p:sp>
      <p:pic>
        <p:nvPicPr>
          <p:cNvPr id="2470" name="Google Shape;2470;g3d1afc4545f_0_2531"/>
          <p:cNvPicPr preferRelativeResize="0"/>
          <p:nvPr/>
        </p:nvPicPr>
        <p:blipFill rotWithShape="1">
          <a:blip r:embed="rId6">
            <a:alphaModFix/>
          </a:blip>
          <a:srcRect b="0" l="0" r="0" t="0"/>
          <a:stretch/>
        </p:blipFill>
        <p:spPr>
          <a:xfrm>
            <a:off x="10590875" y="6330524"/>
            <a:ext cx="1500023" cy="585000"/>
          </a:xfrm>
          <a:prstGeom prst="rect">
            <a:avLst/>
          </a:prstGeom>
          <a:noFill/>
          <a:ln>
            <a:noFill/>
          </a:ln>
        </p:spPr>
      </p:pic>
      <p:sp>
        <p:nvSpPr>
          <p:cNvPr id="2471" name="Google Shape;2471;g3d1afc4545f_0_2531"/>
          <p:cNvSpPr txBox="1"/>
          <p:nvPr/>
        </p:nvSpPr>
        <p:spPr>
          <a:xfrm>
            <a:off x="-1" y="6234672"/>
            <a:ext cx="5981100" cy="6465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chemeClr val="dk1"/>
              </a:buClr>
              <a:buSzPts val="1800"/>
              <a:buFont typeface="Arial"/>
              <a:buNone/>
            </a:pPr>
            <a:r>
              <a:rPr b="0" i="0" lang="en-US" sz="1800" u="none" cap="none" strike="noStrike">
                <a:solidFill>
                  <a:schemeClr val="lt1"/>
                </a:solidFill>
                <a:latin typeface="Times New Roman"/>
                <a:ea typeface="Times New Roman"/>
                <a:cs typeface="Times New Roman"/>
                <a:sym typeface="Times New Roman"/>
              </a:rPr>
              <a:t>Nanoelectronics - Seminar Presentation</a:t>
            </a:r>
            <a:br>
              <a:rPr b="0" i="0" lang="en-US" sz="1800" u="none" cap="none" strike="noStrike">
                <a:solidFill>
                  <a:schemeClr val="lt1"/>
                </a:solidFill>
                <a:latin typeface="Times New Roman"/>
                <a:ea typeface="Times New Roman"/>
                <a:cs typeface="Times New Roman"/>
                <a:sym typeface="Times New Roman"/>
              </a:rPr>
            </a:br>
            <a:r>
              <a:rPr b="0" i="0" lang="en-US" sz="1800" u="none" cap="none" strike="noStrike">
                <a:solidFill>
                  <a:schemeClr val="lt1"/>
                </a:solidFill>
                <a:latin typeface="Times New Roman"/>
                <a:ea typeface="Times New Roman"/>
                <a:cs typeface="Times New Roman"/>
                <a:sym typeface="Times New Roman"/>
              </a:rPr>
              <a:t>Ronit Dutta</a:t>
            </a:r>
            <a:endParaRPr b="0" i="0" sz="1800" u="none" cap="none" strike="noStrike">
              <a:solidFill>
                <a:schemeClr val="lt1"/>
              </a:solidFill>
              <a:latin typeface="Times New Roman"/>
              <a:ea typeface="Times New Roman"/>
              <a:cs typeface="Times New Roman"/>
              <a:sym typeface="Times New Roman"/>
            </a:endParaRPr>
          </a:p>
        </p:txBody>
      </p:sp>
      <p:pic>
        <p:nvPicPr>
          <p:cNvPr id="2472" name="Google Shape;2472;g3d1afc4545f_0_2531"/>
          <p:cNvPicPr preferRelativeResize="0"/>
          <p:nvPr/>
        </p:nvPicPr>
        <p:blipFill rotWithShape="1">
          <a:blip r:embed="rId6">
            <a:alphaModFix/>
          </a:blip>
          <a:srcRect b="0" l="0" r="0" t="0"/>
          <a:stretch/>
        </p:blipFill>
        <p:spPr>
          <a:xfrm>
            <a:off x="10590875" y="6330524"/>
            <a:ext cx="1500023" cy="585000"/>
          </a:xfrm>
          <a:prstGeom prst="rect">
            <a:avLst/>
          </a:prstGeom>
          <a:noFill/>
          <a:ln>
            <a:noFill/>
          </a:ln>
        </p:spPr>
      </p:pic>
      <p:pic>
        <p:nvPicPr>
          <p:cNvPr id="2473" name="Google Shape;2473;g3d1afc4545f_0_2531"/>
          <p:cNvPicPr preferRelativeResize="0"/>
          <p:nvPr/>
        </p:nvPicPr>
        <p:blipFill rotWithShape="1">
          <a:blip r:embed="rId9">
            <a:alphaModFix/>
          </a:blip>
          <a:srcRect b="0" l="0" r="0" t="0"/>
          <a:stretch/>
        </p:blipFill>
        <p:spPr>
          <a:xfrm>
            <a:off x="0" y="6234674"/>
            <a:ext cx="12192000" cy="1165875"/>
          </a:xfrm>
          <a:prstGeom prst="rect">
            <a:avLst/>
          </a:prstGeom>
          <a:noFill/>
          <a:ln>
            <a:noFill/>
          </a:ln>
        </p:spPr>
      </p:pic>
      <p:sp>
        <p:nvSpPr>
          <p:cNvPr id="2474" name="Google Shape;2474;g3d1afc4545f_0_2531"/>
          <p:cNvSpPr txBox="1"/>
          <p:nvPr/>
        </p:nvSpPr>
        <p:spPr>
          <a:xfrm>
            <a:off x="-1" y="6310697"/>
            <a:ext cx="5981100" cy="6465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chemeClr val="dk1"/>
              </a:buClr>
              <a:buSzPts val="1800"/>
              <a:buFont typeface="Arial"/>
              <a:buNone/>
            </a:pPr>
            <a:r>
              <a:rPr lang="en-US" sz="1800">
                <a:solidFill>
                  <a:schemeClr val="lt1"/>
                </a:solidFill>
                <a:latin typeface="Times New Roman"/>
                <a:ea typeface="Times New Roman"/>
                <a:cs typeface="Times New Roman"/>
                <a:sym typeface="Times New Roman"/>
              </a:rPr>
              <a:t>Applied Mathematics for Engineering [MIDTERM PROJECT]</a:t>
            </a:r>
            <a:br>
              <a:rPr b="0" i="0" lang="en-US" sz="1800" u="none" cap="none" strike="noStrike">
                <a:solidFill>
                  <a:schemeClr val="lt1"/>
                </a:solidFill>
                <a:latin typeface="Times New Roman"/>
                <a:ea typeface="Times New Roman"/>
                <a:cs typeface="Times New Roman"/>
                <a:sym typeface="Times New Roman"/>
              </a:rPr>
            </a:br>
            <a:r>
              <a:rPr b="0" i="0" lang="en-US" sz="1800" u="none" cap="none" strike="noStrike">
                <a:solidFill>
                  <a:schemeClr val="lt1"/>
                </a:solidFill>
                <a:latin typeface="Times New Roman"/>
                <a:ea typeface="Times New Roman"/>
                <a:cs typeface="Times New Roman"/>
                <a:sym typeface="Times New Roman"/>
              </a:rPr>
              <a:t>Ronit Dutta</a:t>
            </a:r>
            <a:endParaRPr b="0" i="0" sz="1800" u="none" cap="none" strike="noStrike">
              <a:solidFill>
                <a:schemeClr val="lt1"/>
              </a:solidFill>
              <a:latin typeface="Times New Roman"/>
              <a:ea typeface="Times New Roman"/>
              <a:cs typeface="Times New Roman"/>
              <a:sym typeface="Times New Roman"/>
            </a:endParaRPr>
          </a:p>
        </p:txBody>
      </p:sp>
      <p:pic>
        <p:nvPicPr>
          <p:cNvPr id="2475" name="Google Shape;2475;g3d1afc4545f_0_2531"/>
          <p:cNvPicPr preferRelativeResize="0"/>
          <p:nvPr/>
        </p:nvPicPr>
        <p:blipFill rotWithShape="1">
          <a:blip r:embed="rId6">
            <a:alphaModFix/>
          </a:blip>
          <a:srcRect b="0" l="0" r="0" t="0"/>
          <a:stretch/>
        </p:blipFill>
        <p:spPr>
          <a:xfrm>
            <a:off x="10579375" y="6341449"/>
            <a:ext cx="1500023" cy="585000"/>
          </a:xfrm>
          <a:prstGeom prst="rect">
            <a:avLst/>
          </a:prstGeom>
          <a:noFill/>
          <a:ln>
            <a:noFill/>
          </a:ln>
        </p:spPr>
      </p:pic>
      <p:pic>
        <p:nvPicPr>
          <p:cNvPr id="2476" name="Google Shape;2476;g3d1afc4545f_0_2531"/>
          <p:cNvPicPr preferRelativeResize="0"/>
          <p:nvPr/>
        </p:nvPicPr>
        <p:blipFill rotWithShape="1">
          <a:blip r:embed="rId9">
            <a:alphaModFix/>
          </a:blip>
          <a:srcRect b="0" l="0" r="0" t="0"/>
          <a:stretch/>
        </p:blipFill>
        <p:spPr>
          <a:xfrm>
            <a:off x="0" y="6330524"/>
            <a:ext cx="12192000" cy="1165875"/>
          </a:xfrm>
          <a:prstGeom prst="rect">
            <a:avLst/>
          </a:prstGeom>
          <a:noFill/>
          <a:ln>
            <a:noFill/>
          </a:ln>
        </p:spPr>
      </p:pic>
      <p:sp>
        <p:nvSpPr>
          <p:cNvPr id="2477" name="Google Shape;2477;g3d1afc4545f_0_2531"/>
          <p:cNvSpPr txBox="1"/>
          <p:nvPr/>
        </p:nvSpPr>
        <p:spPr>
          <a:xfrm>
            <a:off x="-1" y="6445547"/>
            <a:ext cx="5981100" cy="6465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chemeClr val="dk1"/>
              </a:buClr>
              <a:buSzPts val="1800"/>
              <a:buFont typeface="Arial"/>
              <a:buNone/>
            </a:pPr>
            <a:r>
              <a:rPr lang="en-US" sz="1800">
                <a:solidFill>
                  <a:schemeClr val="lt1"/>
                </a:solidFill>
                <a:latin typeface="Times New Roman"/>
                <a:ea typeface="Times New Roman"/>
                <a:cs typeface="Times New Roman"/>
                <a:sym typeface="Times New Roman"/>
              </a:rPr>
              <a:t>Applied Mathematics for Engineering [MIDTERM PROJECT]</a:t>
            </a:r>
            <a:br>
              <a:rPr b="0" i="0" lang="en-US" sz="1800" u="none" cap="none" strike="noStrike">
                <a:solidFill>
                  <a:schemeClr val="lt1"/>
                </a:solidFill>
                <a:latin typeface="Times New Roman"/>
                <a:ea typeface="Times New Roman"/>
                <a:cs typeface="Times New Roman"/>
                <a:sym typeface="Times New Roman"/>
              </a:rPr>
            </a:br>
            <a:r>
              <a:rPr b="0" i="0" lang="en-US" sz="1800" u="none" cap="none" strike="noStrike">
                <a:solidFill>
                  <a:schemeClr val="lt1"/>
                </a:solidFill>
                <a:latin typeface="Times New Roman"/>
                <a:ea typeface="Times New Roman"/>
                <a:cs typeface="Times New Roman"/>
                <a:sym typeface="Times New Roman"/>
              </a:rPr>
              <a:t>Ronit Dutta</a:t>
            </a:r>
            <a:endParaRPr b="0" i="0" sz="1800" u="none" cap="none" strike="noStrike">
              <a:solidFill>
                <a:schemeClr val="lt1"/>
              </a:solidFill>
              <a:latin typeface="Times New Roman"/>
              <a:ea typeface="Times New Roman"/>
              <a:cs typeface="Times New Roman"/>
              <a:sym typeface="Times New Roman"/>
            </a:endParaRPr>
          </a:p>
        </p:txBody>
      </p:sp>
      <p:pic>
        <p:nvPicPr>
          <p:cNvPr id="2478" name="Google Shape;2478;g3d1afc4545f_0_2531"/>
          <p:cNvPicPr preferRelativeResize="0"/>
          <p:nvPr/>
        </p:nvPicPr>
        <p:blipFill rotWithShape="1">
          <a:blip r:embed="rId6">
            <a:alphaModFix/>
          </a:blip>
          <a:srcRect b="0" l="0" r="0" t="0"/>
          <a:stretch/>
        </p:blipFill>
        <p:spPr>
          <a:xfrm>
            <a:off x="10579375" y="6476299"/>
            <a:ext cx="1500023" cy="585000"/>
          </a:xfrm>
          <a:prstGeom prst="rect">
            <a:avLst/>
          </a:prstGeom>
          <a:noFill/>
          <a:ln>
            <a:noFill/>
          </a:ln>
        </p:spPr>
      </p:pic>
      <p:pic>
        <p:nvPicPr>
          <p:cNvPr id="2479" name="Google Shape;2479;g3d1afc4545f_0_2531"/>
          <p:cNvPicPr preferRelativeResize="0"/>
          <p:nvPr/>
        </p:nvPicPr>
        <p:blipFill rotWithShape="1">
          <a:blip r:embed="rId4">
            <a:alphaModFix/>
          </a:blip>
          <a:srcRect b="0" l="0" r="0" t="0"/>
          <a:stretch/>
        </p:blipFill>
        <p:spPr>
          <a:xfrm>
            <a:off x="10590934" y="6330522"/>
            <a:ext cx="1499906" cy="585000"/>
          </a:xfrm>
          <a:prstGeom prst="rect">
            <a:avLst/>
          </a:prstGeom>
          <a:noFill/>
          <a:ln>
            <a:noFill/>
          </a:ln>
        </p:spPr>
      </p:pic>
      <p:sp>
        <p:nvSpPr>
          <p:cNvPr id="2480" name="Google Shape;2480;g3d1afc4545f_0_2531"/>
          <p:cNvSpPr txBox="1"/>
          <p:nvPr/>
        </p:nvSpPr>
        <p:spPr>
          <a:xfrm>
            <a:off x="-1" y="6288587"/>
            <a:ext cx="5981100" cy="3693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chemeClr val="dk1"/>
              </a:buClr>
              <a:buSzPts val="1800"/>
              <a:buFont typeface="Arial"/>
              <a:buNone/>
            </a:pPr>
            <a:r>
              <a:rPr b="0" i="0" lang="en-US" sz="1800" u="none" cap="none" strike="noStrike">
                <a:solidFill>
                  <a:schemeClr val="lt1"/>
                </a:solidFill>
                <a:latin typeface="Times New Roman"/>
                <a:ea typeface="Times New Roman"/>
                <a:cs typeface="Times New Roman"/>
                <a:sym typeface="Times New Roman"/>
              </a:rPr>
              <a:t>Term Paper Presentation | Ronit Dutta</a:t>
            </a:r>
            <a:endParaRPr b="0" i="0" sz="1800" u="none" cap="none" strike="noStrike">
              <a:solidFill>
                <a:schemeClr val="lt1"/>
              </a:solidFill>
              <a:latin typeface="Times New Roman"/>
              <a:ea typeface="Times New Roman"/>
              <a:cs typeface="Times New Roman"/>
              <a:sym typeface="Times New Roman"/>
            </a:endParaRPr>
          </a:p>
        </p:txBody>
      </p:sp>
      <p:pic>
        <p:nvPicPr>
          <p:cNvPr id="2481" name="Google Shape;2481;g3d1afc4545f_0_2531"/>
          <p:cNvPicPr preferRelativeResize="0"/>
          <p:nvPr/>
        </p:nvPicPr>
        <p:blipFill rotWithShape="1">
          <a:blip r:embed="rId4">
            <a:alphaModFix/>
          </a:blip>
          <a:srcRect b="0" l="0" r="0" t="0"/>
          <a:stretch/>
        </p:blipFill>
        <p:spPr>
          <a:xfrm>
            <a:off x="10590934" y="6330522"/>
            <a:ext cx="1499906" cy="585000"/>
          </a:xfrm>
          <a:prstGeom prst="rect">
            <a:avLst/>
          </a:prstGeom>
          <a:noFill/>
          <a:ln>
            <a:noFill/>
          </a:ln>
        </p:spPr>
      </p:pic>
      <p:sp>
        <p:nvSpPr>
          <p:cNvPr id="2482" name="Google Shape;2482;g3d1afc4545f_0_2531"/>
          <p:cNvSpPr txBox="1"/>
          <p:nvPr/>
        </p:nvSpPr>
        <p:spPr>
          <a:xfrm>
            <a:off x="-1" y="6288587"/>
            <a:ext cx="5981100" cy="3693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chemeClr val="dk1"/>
              </a:buClr>
              <a:buSzPts val="1800"/>
              <a:buFont typeface="Arial"/>
              <a:buNone/>
            </a:pPr>
            <a:r>
              <a:rPr b="0" i="0" lang="en-US" sz="1800" u="none" cap="none" strike="noStrike">
                <a:solidFill>
                  <a:schemeClr val="lt1"/>
                </a:solidFill>
                <a:latin typeface="Times New Roman"/>
                <a:ea typeface="Times New Roman"/>
                <a:cs typeface="Times New Roman"/>
                <a:sym typeface="Times New Roman"/>
              </a:rPr>
              <a:t>Term Paper Presentation | Ronit Dutta</a:t>
            </a:r>
            <a:endParaRPr b="0" i="0" sz="1800" u="none" cap="none" strike="noStrike">
              <a:solidFill>
                <a:schemeClr val="lt1"/>
              </a:solidFill>
              <a:latin typeface="Times New Roman"/>
              <a:ea typeface="Times New Roman"/>
              <a:cs typeface="Times New Roman"/>
              <a:sym typeface="Times New Roman"/>
            </a:endParaRPr>
          </a:p>
        </p:txBody>
      </p:sp>
      <p:pic>
        <p:nvPicPr>
          <p:cNvPr id="2483" name="Google Shape;2483;g3d1afc4545f_0_2531"/>
          <p:cNvPicPr preferRelativeResize="0"/>
          <p:nvPr/>
        </p:nvPicPr>
        <p:blipFill rotWithShape="1">
          <a:blip r:embed="rId4">
            <a:alphaModFix/>
          </a:blip>
          <a:srcRect b="0" l="0" r="0" t="0"/>
          <a:stretch/>
        </p:blipFill>
        <p:spPr>
          <a:xfrm>
            <a:off x="10590934" y="6330522"/>
            <a:ext cx="1499906" cy="585000"/>
          </a:xfrm>
          <a:prstGeom prst="rect">
            <a:avLst/>
          </a:prstGeom>
          <a:noFill/>
          <a:ln>
            <a:noFill/>
          </a:ln>
        </p:spPr>
      </p:pic>
      <p:sp>
        <p:nvSpPr>
          <p:cNvPr id="2484" name="Google Shape;2484;g3d1afc4545f_0_2531"/>
          <p:cNvSpPr txBox="1"/>
          <p:nvPr/>
        </p:nvSpPr>
        <p:spPr>
          <a:xfrm>
            <a:off x="-1" y="6288587"/>
            <a:ext cx="5981100" cy="6465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chemeClr val="dk1"/>
              </a:buClr>
              <a:buSzPts val="1800"/>
              <a:buFont typeface="Arial"/>
              <a:buNone/>
            </a:pPr>
            <a:r>
              <a:rPr b="0" i="0" lang="en-US" sz="1800" u="none" cap="none" strike="noStrike">
                <a:solidFill>
                  <a:schemeClr val="lt1"/>
                </a:solidFill>
                <a:latin typeface="Times New Roman"/>
                <a:ea typeface="Times New Roman"/>
                <a:cs typeface="Times New Roman"/>
                <a:sym typeface="Times New Roman"/>
              </a:rPr>
              <a:t>Machine Learning Professional</a:t>
            </a:r>
            <a:br>
              <a:rPr b="0" i="0" lang="en-US" sz="1800" u="none" cap="none" strike="noStrike">
                <a:solidFill>
                  <a:schemeClr val="lt1"/>
                </a:solidFill>
                <a:latin typeface="Times New Roman"/>
                <a:ea typeface="Times New Roman"/>
                <a:cs typeface="Times New Roman"/>
                <a:sym typeface="Times New Roman"/>
              </a:rPr>
            </a:br>
            <a:r>
              <a:rPr b="0" i="0" lang="en-US" sz="1800" u="none" cap="none" strike="noStrike">
                <a:solidFill>
                  <a:schemeClr val="lt1"/>
                </a:solidFill>
                <a:latin typeface="Times New Roman"/>
                <a:ea typeface="Times New Roman"/>
                <a:cs typeface="Times New Roman"/>
                <a:sym typeface="Times New Roman"/>
              </a:rPr>
              <a:t>Project Presentation</a:t>
            </a:r>
            <a:endParaRPr b="0" i="0" sz="1800" u="none" cap="none" strike="noStrike">
              <a:solidFill>
                <a:schemeClr val="lt1"/>
              </a:solidFill>
              <a:latin typeface="Times New Roman"/>
              <a:ea typeface="Times New Roman"/>
              <a:cs typeface="Times New Roman"/>
              <a:sym typeface="Times New Roman"/>
            </a:endParaRPr>
          </a:p>
        </p:txBody>
      </p:sp>
      <p:pic>
        <p:nvPicPr>
          <p:cNvPr id="2485" name="Google Shape;2485;g3d1afc4545f_0_2531"/>
          <p:cNvPicPr preferRelativeResize="0"/>
          <p:nvPr/>
        </p:nvPicPr>
        <p:blipFill rotWithShape="1">
          <a:blip r:embed="rId6">
            <a:alphaModFix/>
          </a:blip>
          <a:srcRect b="0" l="0" r="0" t="0"/>
          <a:stretch/>
        </p:blipFill>
        <p:spPr>
          <a:xfrm>
            <a:off x="10590875" y="6341462"/>
            <a:ext cx="1500023" cy="585000"/>
          </a:xfrm>
          <a:prstGeom prst="rect">
            <a:avLst/>
          </a:prstGeom>
          <a:noFill/>
          <a:ln>
            <a:noFill/>
          </a:ln>
        </p:spPr>
      </p:pic>
      <p:sp>
        <p:nvSpPr>
          <p:cNvPr id="2486" name="Google Shape;2486;g3d1afc4545f_0_2531"/>
          <p:cNvSpPr txBox="1"/>
          <p:nvPr/>
        </p:nvSpPr>
        <p:spPr>
          <a:xfrm>
            <a:off x="-1" y="6288587"/>
            <a:ext cx="5981100" cy="6465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chemeClr val="dk1"/>
              </a:buClr>
              <a:buSzPts val="1800"/>
              <a:buFont typeface="Arial"/>
              <a:buNone/>
            </a:pPr>
            <a:r>
              <a:rPr b="0" i="0" lang="en-US" sz="1800" u="none" cap="none" strike="noStrike">
                <a:solidFill>
                  <a:schemeClr val="lt1"/>
                </a:solidFill>
                <a:latin typeface="Times New Roman"/>
                <a:ea typeface="Times New Roman"/>
                <a:cs typeface="Times New Roman"/>
                <a:sym typeface="Times New Roman"/>
              </a:rPr>
              <a:t>Machine Learning Professional</a:t>
            </a:r>
            <a:br>
              <a:rPr b="0" i="0" lang="en-US" sz="1800" u="none" cap="none" strike="noStrike">
                <a:solidFill>
                  <a:schemeClr val="lt1"/>
                </a:solidFill>
                <a:latin typeface="Times New Roman"/>
                <a:ea typeface="Times New Roman"/>
                <a:cs typeface="Times New Roman"/>
                <a:sym typeface="Times New Roman"/>
              </a:rPr>
            </a:br>
            <a:r>
              <a:rPr b="0" i="0" lang="en-US" sz="1800" u="none" cap="none" strike="noStrike">
                <a:solidFill>
                  <a:schemeClr val="lt1"/>
                </a:solidFill>
                <a:latin typeface="Times New Roman"/>
                <a:ea typeface="Times New Roman"/>
                <a:cs typeface="Times New Roman"/>
                <a:sym typeface="Times New Roman"/>
              </a:rPr>
              <a:t>Project Presentation</a:t>
            </a:r>
            <a:endParaRPr b="0" i="0" sz="1800" u="none" cap="none" strike="noStrike">
              <a:solidFill>
                <a:schemeClr val="lt1"/>
              </a:solidFill>
              <a:latin typeface="Times New Roman"/>
              <a:ea typeface="Times New Roman"/>
              <a:cs typeface="Times New Roman"/>
              <a:sym typeface="Times New Roman"/>
            </a:endParaRPr>
          </a:p>
        </p:txBody>
      </p:sp>
      <p:pic>
        <p:nvPicPr>
          <p:cNvPr id="2487" name="Google Shape;2487;g3d1afc4545f_0_2531"/>
          <p:cNvPicPr preferRelativeResize="0"/>
          <p:nvPr/>
        </p:nvPicPr>
        <p:blipFill rotWithShape="1">
          <a:blip r:embed="rId6">
            <a:alphaModFix/>
          </a:blip>
          <a:srcRect b="0" l="0" r="0" t="0"/>
          <a:stretch/>
        </p:blipFill>
        <p:spPr>
          <a:xfrm>
            <a:off x="10590875" y="6330524"/>
            <a:ext cx="1500023" cy="585000"/>
          </a:xfrm>
          <a:prstGeom prst="rect">
            <a:avLst/>
          </a:prstGeom>
          <a:noFill/>
          <a:ln>
            <a:noFill/>
          </a:ln>
        </p:spPr>
      </p:pic>
      <p:sp>
        <p:nvSpPr>
          <p:cNvPr id="2488" name="Google Shape;2488;g3d1afc4545f_0_2531"/>
          <p:cNvSpPr txBox="1"/>
          <p:nvPr/>
        </p:nvSpPr>
        <p:spPr>
          <a:xfrm>
            <a:off x="-1" y="6234672"/>
            <a:ext cx="5981100" cy="6465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chemeClr val="dk1"/>
              </a:buClr>
              <a:buSzPts val="1800"/>
              <a:buFont typeface="Arial"/>
              <a:buNone/>
            </a:pPr>
            <a:r>
              <a:rPr b="0" i="0" lang="en-US" sz="1800" u="none" cap="none" strike="noStrike">
                <a:solidFill>
                  <a:schemeClr val="lt1"/>
                </a:solidFill>
                <a:latin typeface="Times New Roman"/>
                <a:ea typeface="Times New Roman"/>
                <a:cs typeface="Times New Roman"/>
                <a:sym typeface="Times New Roman"/>
              </a:rPr>
              <a:t>Machine Learning Professional</a:t>
            </a:r>
            <a:br>
              <a:rPr b="0" i="0" lang="en-US" sz="1800" u="none" cap="none" strike="noStrike">
                <a:solidFill>
                  <a:schemeClr val="lt1"/>
                </a:solidFill>
                <a:latin typeface="Times New Roman"/>
                <a:ea typeface="Times New Roman"/>
                <a:cs typeface="Times New Roman"/>
                <a:sym typeface="Times New Roman"/>
              </a:rPr>
            </a:br>
            <a:r>
              <a:rPr b="0" i="0" lang="en-US" sz="1800" u="none" cap="none" strike="noStrike">
                <a:solidFill>
                  <a:schemeClr val="lt1"/>
                </a:solidFill>
                <a:latin typeface="Times New Roman"/>
                <a:ea typeface="Times New Roman"/>
                <a:cs typeface="Times New Roman"/>
                <a:sym typeface="Times New Roman"/>
              </a:rPr>
              <a:t>Project Presentation</a:t>
            </a:r>
            <a:endParaRPr b="0" i="0" sz="1800" u="none" cap="none" strike="noStrike">
              <a:solidFill>
                <a:schemeClr val="lt1"/>
              </a:solidFill>
              <a:latin typeface="Times New Roman"/>
              <a:ea typeface="Times New Roman"/>
              <a:cs typeface="Times New Roman"/>
              <a:sym typeface="Times New Roman"/>
            </a:endParaRPr>
          </a:p>
        </p:txBody>
      </p:sp>
      <p:pic>
        <p:nvPicPr>
          <p:cNvPr id="2489" name="Google Shape;2489;g3d1afc4545f_0_2531"/>
          <p:cNvPicPr preferRelativeResize="0"/>
          <p:nvPr/>
        </p:nvPicPr>
        <p:blipFill rotWithShape="1">
          <a:blip r:embed="rId6">
            <a:alphaModFix/>
          </a:blip>
          <a:srcRect b="0" l="0" r="0" t="0"/>
          <a:stretch/>
        </p:blipFill>
        <p:spPr>
          <a:xfrm>
            <a:off x="10590875" y="6330524"/>
            <a:ext cx="1500023" cy="585000"/>
          </a:xfrm>
          <a:prstGeom prst="rect">
            <a:avLst/>
          </a:prstGeom>
          <a:noFill/>
          <a:ln>
            <a:noFill/>
          </a:ln>
        </p:spPr>
      </p:pic>
      <p:sp>
        <p:nvSpPr>
          <p:cNvPr id="2490" name="Google Shape;2490;g3d1afc4545f_0_2531"/>
          <p:cNvSpPr txBox="1"/>
          <p:nvPr/>
        </p:nvSpPr>
        <p:spPr>
          <a:xfrm>
            <a:off x="-1" y="6234672"/>
            <a:ext cx="5981100" cy="6465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chemeClr val="dk1"/>
              </a:buClr>
              <a:buSzPts val="1800"/>
              <a:buFont typeface="Arial"/>
              <a:buNone/>
            </a:pPr>
            <a:r>
              <a:rPr b="0" i="0" lang="en-US" sz="1800" u="none" cap="none" strike="noStrike">
                <a:solidFill>
                  <a:schemeClr val="lt1"/>
                </a:solidFill>
                <a:latin typeface="Times New Roman"/>
                <a:ea typeface="Times New Roman"/>
                <a:cs typeface="Times New Roman"/>
                <a:sym typeface="Times New Roman"/>
              </a:rPr>
              <a:t>Machine Learning Professional</a:t>
            </a:r>
            <a:br>
              <a:rPr b="0" i="0" lang="en-US" sz="1800" u="none" cap="none" strike="noStrike">
                <a:solidFill>
                  <a:schemeClr val="lt1"/>
                </a:solidFill>
                <a:latin typeface="Times New Roman"/>
                <a:ea typeface="Times New Roman"/>
                <a:cs typeface="Times New Roman"/>
                <a:sym typeface="Times New Roman"/>
              </a:rPr>
            </a:br>
            <a:r>
              <a:rPr b="0" i="0" lang="en-US" sz="1800" u="none" cap="none" strike="noStrike">
                <a:solidFill>
                  <a:schemeClr val="lt1"/>
                </a:solidFill>
                <a:latin typeface="Times New Roman"/>
                <a:ea typeface="Times New Roman"/>
                <a:cs typeface="Times New Roman"/>
                <a:sym typeface="Times New Roman"/>
              </a:rPr>
              <a:t>Project Presentation</a:t>
            </a:r>
            <a:endParaRPr b="0" i="0" sz="1800" u="none" cap="none" strike="noStrike">
              <a:solidFill>
                <a:schemeClr val="lt1"/>
              </a:solidFill>
              <a:latin typeface="Times New Roman"/>
              <a:ea typeface="Times New Roman"/>
              <a:cs typeface="Times New Roman"/>
              <a:sym typeface="Times New Roman"/>
            </a:endParaRPr>
          </a:p>
        </p:txBody>
      </p:sp>
      <p:pic>
        <p:nvPicPr>
          <p:cNvPr id="2491" name="Google Shape;2491;g3d1afc4545f_0_2531"/>
          <p:cNvPicPr preferRelativeResize="0"/>
          <p:nvPr/>
        </p:nvPicPr>
        <p:blipFill rotWithShape="1">
          <a:blip r:embed="rId6">
            <a:alphaModFix/>
          </a:blip>
          <a:srcRect b="0" l="0" r="0" t="0"/>
          <a:stretch/>
        </p:blipFill>
        <p:spPr>
          <a:xfrm>
            <a:off x="10590875" y="6330524"/>
            <a:ext cx="1500023" cy="585000"/>
          </a:xfrm>
          <a:prstGeom prst="rect">
            <a:avLst/>
          </a:prstGeom>
          <a:noFill/>
          <a:ln>
            <a:noFill/>
          </a:ln>
        </p:spPr>
      </p:pic>
      <p:sp>
        <p:nvSpPr>
          <p:cNvPr id="2492" name="Google Shape;2492;g3d1afc4545f_0_2531"/>
          <p:cNvSpPr txBox="1"/>
          <p:nvPr/>
        </p:nvSpPr>
        <p:spPr>
          <a:xfrm>
            <a:off x="-1" y="6234672"/>
            <a:ext cx="5981100" cy="6465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chemeClr val="dk1"/>
              </a:buClr>
              <a:buSzPts val="1800"/>
              <a:buFont typeface="Arial"/>
              <a:buNone/>
            </a:pPr>
            <a:r>
              <a:rPr b="0" i="0" lang="en-US" sz="1800" u="none" cap="none" strike="noStrike">
                <a:solidFill>
                  <a:schemeClr val="lt1"/>
                </a:solidFill>
                <a:latin typeface="Times New Roman"/>
                <a:ea typeface="Times New Roman"/>
                <a:cs typeface="Times New Roman"/>
                <a:sym typeface="Times New Roman"/>
              </a:rPr>
              <a:t>Nanoelectronics - Seminar Presentation</a:t>
            </a:r>
            <a:br>
              <a:rPr b="0" i="0" lang="en-US" sz="1800" u="none" cap="none" strike="noStrike">
                <a:solidFill>
                  <a:schemeClr val="lt1"/>
                </a:solidFill>
                <a:latin typeface="Times New Roman"/>
                <a:ea typeface="Times New Roman"/>
                <a:cs typeface="Times New Roman"/>
                <a:sym typeface="Times New Roman"/>
              </a:rPr>
            </a:br>
            <a:r>
              <a:rPr b="0" i="0" lang="en-US" sz="1800" u="none" cap="none" strike="noStrike">
                <a:solidFill>
                  <a:schemeClr val="lt1"/>
                </a:solidFill>
                <a:latin typeface="Times New Roman"/>
                <a:ea typeface="Times New Roman"/>
                <a:cs typeface="Times New Roman"/>
                <a:sym typeface="Times New Roman"/>
              </a:rPr>
              <a:t>Ronit Dutta</a:t>
            </a:r>
            <a:endParaRPr b="0" i="0" sz="1800" u="none" cap="none" strike="noStrike">
              <a:solidFill>
                <a:schemeClr val="lt1"/>
              </a:solidFill>
              <a:latin typeface="Times New Roman"/>
              <a:ea typeface="Times New Roman"/>
              <a:cs typeface="Times New Roman"/>
              <a:sym typeface="Times New Roman"/>
            </a:endParaRPr>
          </a:p>
        </p:txBody>
      </p:sp>
      <p:pic>
        <p:nvPicPr>
          <p:cNvPr id="2493" name="Google Shape;2493;g3d1afc4545f_0_2531"/>
          <p:cNvPicPr preferRelativeResize="0"/>
          <p:nvPr/>
        </p:nvPicPr>
        <p:blipFill rotWithShape="1">
          <a:blip r:embed="rId6">
            <a:alphaModFix/>
          </a:blip>
          <a:srcRect b="0" l="0" r="0" t="0"/>
          <a:stretch/>
        </p:blipFill>
        <p:spPr>
          <a:xfrm>
            <a:off x="10590875" y="6330524"/>
            <a:ext cx="1500023" cy="585000"/>
          </a:xfrm>
          <a:prstGeom prst="rect">
            <a:avLst/>
          </a:prstGeom>
          <a:noFill/>
          <a:ln>
            <a:noFill/>
          </a:ln>
        </p:spPr>
      </p:pic>
      <p:pic>
        <p:nvPicPr>
          <p:cNvPr id="2494" name="Google Shape;2494;g3d1afc4545f_0_2531"/>
          <p:cNvPicPr preferRelativeResize="0"/>
          <p:nvPr/>
        </p:nvPicPr>
        <p:blipFill rotWithShape="1">
          <a:blip r:embed="rId4">
            <a:alphaModFix/>
          </a:blip>
          <a:srcRect b="0" l="0" r="0" t="0"/>
          <a:stretch/>
        </p:blipFill>
        <p:spPr>
          <a:xfrm>
            <a:off x="10590934" y="6330522"/>
            <a:ext cx="1499906" cy="585000"/>
          </a:xfrm>
          <a:prstGeom prst="rect">
            <a:avLst/>
          </a:prstGeom>
          <a:noFill/>
          <a:ln>
            <a:noFill/>
          </a:ln>
        </p:spPr>
      </p:pic>
      <p:sp>
        <p:nvSpPr>
          <p:cNvPr id="2495" name="Google Shape;2495;g3d1afc4545f_0_2531"/>
          <p:cNvSpPr txBox="1"/>
          <p:nvPr/>
        </p:nvSpPr>
        <p:spPr>
          <a:xfrm>
            <a:off x="-1" y="6288587"/>
            <a:ext cx="5981100" cy="3693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chemeClr val="dk1"/>
              </a:buClr>
              <a:buSzPts val="1800"/>
              <a:buFont typeface="Arial"/>
              <a:buNone/>
            </a:pPr>
            <a:r>
              <a:rPr b="0" i="0" lang="en-US" sz="1800" u="none" cap="none" strike="noStrike">
                <a:solidFill>
                  <a:schemeClr val="lt1"/>
                </a:solidFill>
                <a:latin typeface="Times New Roman"/>
                <a:ea typeface="Times New Roman"/>
                <a:cs typeface="Times New Roman"/>
                <a:sym typeface="Times New Roman"/>
              </a:rPr>
              <a:t>Term Paper Presentation | Ronit Dutta</a:t>
            </a:r>
            <a:endParaRPr b="0" i="0" sz="1800" u="none" cap="none" strike="noStrike">
              <a:solidFill>
                <a:schemeClr val="lt1"/>
              </a:solidFill>
              <a:latin typeface="Times New Roman"/>
              <a:ea typeface="Times New Roman"/>
              <a:cs typeface="Times New Roman"/>
              <a:sym typeface="Times New Roman"/>
            </a:endParaRPr>
          </a:p>
        </p:txBody>
      </p:sp>
      <p:pic>
        <p:nvPicPr>
          <p:cNvPr id="2496" name="Google Shape;2496;g3d1afc4545f_0_2531"/>
          <p:cNvPicPr preferRelativeResize="0"/>
          <p:nvPr/>
        </p:nvPicPr>
        <p:blipFill rotWithShape="1">
          <a:blip r:embed="rId4">
            <a:alphaModFix/>
          </a:blip>
          <a:srcRect b="0" l="0" r="0" t="0"/>
          <a:stretch/>
        </p:blipFill>
        <p:spPr>
          <a:xfrm>
            <a:off x="10590934" y="6330522"/>
            <a:ext cx="1499906" cy="585000"/>
          </a:xfrm>
          <a:prstGeom prst="rect">
            <a:avLst/>
          </a:prstGeom>
          <a:noFill/>
          <a:ln>
            <a:noFill/>
          </a:ln>
        </p:spPr>
      </p:pic>
      <p:sp>
        <p:nvSpPr>
          <p:cNvPr id="2497" name="Google Shape;2497;g3d1afc4545f_0_2531"/>
          <p:cNvSpPr txBox="1"/>
          <p:nvPr/>
        </p:nvSpPr>
        <p:spPr>
          <a:xfrm>
            <a:off x="-1" y="6288587"/>
            <a:ext cx="5981100" cy="3693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chemeClr val="dk1"/>
              </a:buClr>
              <a:buSzPts val="1800"/>
              <a:buFont typeface="Arial"/>
              <a:buNone/>
            </a:pPr>
            <a:r>
              <a:rPr b="0" i="0" lang="en-US" sz="1800" u="none" cap="none" strike="noStrike">
                <a:solidFill>
                  <a:schemeClr val="lt1"/>
                </a:solidFill>
                <a:latin typeface="Times New Roman"/>
                <a:ea typeface="Times New Roman"/>
                <a:cs typeface="Times New Roman"/>
                <a:sym typeface="Times New Roman"/>
              </a:rPr>
              <a:t>Term Paper Presentation | Ronit Dutta</a:t>
            </a:r>
            <a:endParaRPr b="0" i="0" sz="1800" u="none" cap="none" strike="noStrike">
              <a:solidFill>
                <a:schemeClr val="lt1"/>
              </a:solidFill>
              <a:latin typeface="Times New Roman"/>
              <a:ea typeface="Times New Roman"/>
              <a:cs typeface="Times New Roman"/>
              <a:sym typeface="Times New Roman"/>
            </a:endParaRPr>
          </a:p>
        </p:txBody>
      </p:sp>
      <p:pic>
        <p:nvPicPr>
          <p:cNvPr id="2498" name="Google Shape;2498;g3d1afc4545f_0_2531"/>
          <p:cNvPicPr preferRelativeResize="0"/>
          <p:nvPr/>
        </p:nvPicPr>
        <p:blipFill rotWithShape="1">
          <a:blip r:embed="rId4">
            <a:alphaModFix/>
          </a:blip>
          <a:srcRect b="0" l="0" r="0" t="0"/>
          <a:stretch/>
        </p:blipFill>
        <p:spPr>
          <a:xfrm>
            <a:off x="10590934" y="6330522"/>
            <a:ext cx="1499906" cy="585000"/>
          </a:xfrm>
          <a:prstGeom prst="rect">
            <a:avLst/>
          </a:prstGeom>
          <a:noFill/>
          <a:ln>
            <a:noFill/>
          </a:ln>
        </p:spPr>
      </p:pic>
      <p:sp>
        <p:nvSpPr>
          <p:cNvPr id="2499" name="Google Shape;2499;g3d1afc4545f_0_2531"/>
          <p:cNvSpPr txBox="1"/>
          <p:nvPr/>
        </p:nvSpPr>
        <p:spPr>
          <a:xfrm>
            <a:off x="-1" y="6288587"/>
            <a:ext cx="5981100" cy="6465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chemeClr val="dk1"/>
              </a:buClr>
              <a:buSzPts val="1800"/>
              <a:buFont typeface="Arial"/>
              <a:buNone/>
            </a:pPr>
            <a:r>
              <a:rPr b="0" i="0" lang="en-US" sz="1800" u="none" cap="none" strike="noStrike">
                <a:solidFill>
                  <a:schemeClr val="lt1"/>
                </a:solidFill>
                <a:latin typeface="Times New Roman"/>
                <a:ea typeface="Times New Roman"/>
                <a:cs typeface="Times New Roman"/>
                <a:sym typeface="Times New Roman"/>
              </a:rPr>
              <a:t>Machine Learning Professional</a:t>
            </a:r>
            <a:br>
              <a:rPr b="0" i="0" lang="en-US" sz="1800" u="none" cap="none" strike="noStrike">
                <a:solidFill>
                  <a:schemeClr val="lt1"/>
                </a:solidFill>
                <a:latin typeface="Times New Roman"/>
                <a:ea typeface="Times New Roman"/>
                <a:cs typeface="Times New Roman"/>
                <a:sym typeface="Times New Roman"/>
              </a:rPr>
            </a:br>
            <a:r>
              <a:rPr b="0" i="0" lang="en-US" sz="1800" u="none" cap="none" strike="noStrike">
                <a:solidFill>
                  <a:schemeClr val="lt1"/>
                </a:solidFill>
                <a:latin typeface="Times New Roman"/>
                <a:ea typeface="Times New Roman"/>
                <a:cs typeface="Times New Roman"/>
                <a:sym typeface="Times New Roman"/>
              </a:rPr>
              <a:t>Project Presentation</a:t>
            </a:r>
            <a:endParaRPr b="0" i="0" sz="1800" u="none" cap="none" strike="noStrike">
              <a:solidFill>
                <a:schemeClr val="lt1"/>
              </a:solidFill>
              <a:latin typeface="Times New Roman"/>
              <a:ea typeface="Times New Roman"/>
              <a:cs typeface="Times New Roman"/>
              <a:sym typeface="Times New Roman"/>
            </a:endParaRPr>
          </a:p>
        </p:txBody>
      </p:sp>
      <p:pic>
        <p:nvPicPr>
          <p:cNvPr id="2500" name="Google Shape;2500;g3d1afc4545f_0_2531"/>
          <p:cNvPicPr preferRelativeResize="0"/>
          <p:nvPr/>
        </p:nvPicPr>
        <p:blipFill rotWithShape="1">
          <a:blip r:embed="rId6">
            <a:alphaModFix/>
          </a:blip>
          <a:srcRect b="0" l="0" r="0" t="0"/>
          <a:stretch/>
        </p:blipFill>
        <p:spPr>
          <a:xfrm>
            <a:off x="10590875" y="6341462"/>
            <a:ext cx="1500023" cy="585000"/>
          </a:xfrm>
          <a:prstGeom prst="rect">
            <a:avLst/>
          </a:prstGeom>
          <a:noFill/>
          <a:ln>
            <a:noFill/>
          </a:ln>
        </p:spPr>
      </p:pic>
      <p:sp>
        <p:nvSpPr>
          <p:cNvPr id="2501" name="Google Shape;2501;g3d1afc4545f_0_2531"/>
          <p:cNvSpPr txBox="1"/>
          <p:nvPr/>
        </p:nvSpPr>
        <p:spPr>
          <a:xfrm>
            <a:off x="-1" y="6288587"/>
            <a:ext cx="5981100" cy="6465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chemeClr val="dk1"/>
              </a:buClr>
              <a:buSzPts val="1800"/>
              <a:buFont typeface="Arial"/>
              <a:buNone/>
            </a:pPr>
            <a:r>
              <a:rPr b="0" i="0" lang="en-US" sz="1800" u="none" cap="none" strike="noStrike">
                <a:solidFill>
                  <a:schemeClr val="lt1"/>
                </a:solidFill>
                <a:latin typeface="Times New Roman"/>
                <a:ea typeface="Times New Roman"/>
                <a:cs typeface="Times New Roman"/>
                <a:sym typeface="Times New Roman"/>
              </a:rPr>
              <a:t>Machine Learning Professional</a:t>
            </a:r>
            <a:br>
              <a:rPr b="0" i="0" lang="en-US" sz="1800" u="none" cap="none" strike="noStrike">
                <a:solidFill>
                  <a:schemeClr val="lt1"/>
                </a:solidFill>
                <a:latin typeface="Times New Roman"/>
                <a:ea typeface="Times New Roman"/>
                <a:cs typeface="Times New Roman"/>
                <a:sym typeface="Times New Roman"/>
              </a:rPr>
            </a:br>
            <a:r>
              <a:rPr b="0" i="0" lang="en-US" sz="1800" u="none" cap="none" strike="noStrike">
                <a:solidFill>
                  <a:schemeClr val="lt1"/>
                </a:solidFill>
                <a:latin typeface="Times New Roman"/>
                <a:ea typeface="Times New Roman"/>
                <a:cs typeface="Times New Roman"/>
                <a:sym typeface="Times New Roman"/>
              </a:rPr>
              <a:t>Project Presentation</a:t>
            </a:r>
            <a:endParaRPr b="0" i="0" sz="1800" u="none" cap="none" strike="noStrike">
              <a:solidFill>
                <a:schemeClr val="lt1"/>
              </a:solidFill>
              <a:latin typeface="Times New Roman"/>
              <a:ea typeface="Times New Roman"/>
              <a:cs typeface="Times New Roman"/>
              <a:sym typeface="Times New Roman"/>
            </a:endParaRPr>
          </a:p>
        </p:txBody>
      </p:sp>
      <p:pic>
        <p:nvPicPr>
          <p:cNvPr id="2502" name="Google Shape;2502;g3d1afc4545f_0_2531"/>
          <p:cNvPicPr preferRelativeResize="0"/>
          <p:nvPr/>
        </p:nvPicPr>
        <p:blipFill rotWithShape="1">
          <a:blip r:embed="rId6">
            <a:alphaModFix/>
          </a:blip>
          <a:srcRect b="0" l="0" r="0" t="0"/>
          <a:stretch/>
        </p:blipFill>
        <p:spPr>
          <a:xfrm>
            <a:off x="10590875" y="6330524"/>
            <a:ext cx="1500023" cy="585000"/>
          </a:xfrm>
          <a:prstGeom prst="rect">
            <a:avLst/>
          </a:prstGeom>
          <a:noFill/>
          <a:ln>
            <a:noFill/>
          </a:ln>
        </p:spPr>
      </p:pic>
      <p:sp>
        <p:nvSpPr>
          <p:cNvPr id="2503" name="Google Shape;2503;g3d1afc4545f_0_2531"/>
          <p:cNvSpPr txBox="1"/>
          <p:nvPr/>
        </p:nvSpPr>
        <p:spPr>
          <a:xfrm>
            <a:off x="-1" y="6234672"/>
            <a:ext cx="5981100" cy="6465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chemeClr val="dk1"/>
              </a:buClr>
              <a:buSzPts val="1800"/>
              <a:buFont typeface="Arial"/>
              <a:buNone/>
            </a:pPr>
            <a:r>
              <a:rPr b="0" i="0" lang="en-US" sz="1800" u="none" cap="none" strike="noStrike">
                <a:solidFill>
                  <a:schemeClr val="lt1"/>
                </a:solidFill>
                <a:latin typeface="Times New Roman"/>
                <a:ea typeface="Times New Roman"/>
                <a:cs typeface="Times New Roman"/>
                <a:sym typeface="Times New Roman"/>
              </a:rPr>
              <a:t>Machine Learning Professional</a:t>
            </a:r>
            <a:br>
              <a:rPr b="0" i="0" lang="en-US" sz="1800" u="none" cap="none" strike="noStrike">
                <a:solidFill>
                  <a:schemeClr val="lt1"/>
                </a:solidFill>
                <a:latin typeface="Times New Roman"/>
                <a:ea typeface="Times New Roman"/>
                <a:cs typeface="Times New Roman"/>
                <a:sym typeface="Times New Roman"/>
              </a:rPr>
            </a:br>
            <a:r>
              <a:rPr b="0" i="0" lang="en-US" sz="1800" u="none" cap="none" strike="noStrike">
                <a:solidFill>
                  <a:schemeClr val="lt1"/>
                </a:solidFill>
                <a:latin typeface="Times New Roman"/>
                <a:ea typeface="Times New Roman"/>
                <a:cs typeface="Times New Roman"/>
                <a:sym typeface="Times New Roman"/>
              </a:rPr>
              <a:t>Project Presentation</a:t>
            </a:r>
            <a:endParaRPr b="0" i="0" sz="1800" u="none" cap="none" strike="noStrike">
              <a:solidFill>
                <a:schemeClr val="lt1"/>
              </a:solidFill>
              <a:latin typeface="Times New Roman"/>
              <a:ea typeface="Times New Roman"/>
              <a:cs typeface="Times New Roman"/>
              <a:sym typeface="Times New Roman"/>
            </a:endParaRPr>
          </a:p>
        </p:txBody>
      </p:sp>
      <p:pic>
        <p:nvPicPr>
          <p:cNvPr id="2504" name="Google Shape;2504;g3d1afc4545f_0_2531"/>
          <p:cNvPicPr preferRelativeResize="0"/>
          <p:nvPr/>
        </p:nvPicPr>
        <p:blipFill rotWithShape="1">
          <a:blip r:embed="rId6">
            <a:alphaModFix/>
          </a:blip>
          <a:srcRect b="0" l="0" r="0" t="0"/>
          <a:stretch/>
        </p:blipFill>
        <p:spPr>
          <a:xfrm>
            <a:off x="10590875" y="6330524"/>
            <a:ext cx="1500023" cy="585000"/>
          </a:xfrm>
          <a:prstGeom prst="rect">
            <a:avLst/>
          </a:prstGeom>
          <a:noFill/>
          <a:ln>
            <a:noFill/>
          </a:ln>
        </p:spPr>
      </p:pic>
      <p:sp>
        <p:nvSpPr>
          <p:cNvPr id="2505" name="Google Shape;2505;g3d1afc4545f_0_2531"/>
          <p:cNvSpPr txBox="1"/>
          <p:nvPr/>
        </p:nvSpPr>
        <p:spPr>
          <a:xfrm>
            <a:off x="-1" y="6234672"/>
            <a:ext cx="5981100" cy="6465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chemeClr val="dk1"/>
              </a:buClr>
              <a:buSzPts val="1800"/>
              <a:buFont typeface="Arial"/>
              <a:buNone/>
            </a:pPr>
            <a:r>
              <a:rPr b="0" i="0" lang="en-US" sz="1800" u="none" cap="none" strike="noStrike">
                <a:solidFill>
                  <a:schemeClr val="lt1"/>
                </a:solidFill>
                <a:latin typeface="Times New Roman"/>
                <a:ea typeface="Times New Roman"/>
                <a:cs typeface="Times New Roman"/>
                <a:sym typeface="Times New Roman"/>
              </a:rPr>
              <a:t>Machine Learning Professional</a:t>
            </a:r>
            <a:br>
              <a:rPr b="0" i="0" lang="en-US" sz="1800" u="none" cap="none" strike="noStrike">
                <a:solidFill>
                  <a:schemeClr val="lt1"/>
                </a:solidFill>
                <a:latin typeface="Times New Roman"/>
                <a:ea typeface="Times New Roman"/>
                <a:cs typeface="Times New Roman"/>
                <a:sym typeface="Times New Roman"/>
              </a:rPr>
            </a:br>
            <a:r>
              <a:rPr b="0" i="0" lang="en-US" sz="1800" u="none" cap="none" strike="noStrike">
                <a:solidFill>
                  <a:schemeClr val="lt1"/>
                </a:solidFill>
                <a:latin typeface="Times New Roman"/>
                <a:ea typeface="Times New Roman"/>
                <a:cs typeface="Times New Roman"/>
                <a:sym typeface="Times New Roman"/>
              </a:rPr>
              <a:t>Project Presentation</a:t>
            </a:r>
            <a:endParaRPr b="0" i="0" sz="1800" u="none" cap="none" strike="noStrike">
              <a:solidFill>
                <a:schemeClr val="lt1"/>
              </a:solidFill>
              <a:latin typeface="Times New Roman"/>
              <a:ea typeface="Times New Roman"/>
              <a:cs typeface="Times New Roman"/>
              <a:sym typeface="Times New Roman"/>
            </a:endParaRPr>
          </a:p>
        </p:txBody>
      </p:sp>
      <p:pic>
        <p:nvPicPr>
          <p:cNvPr id="2506" name="Google Shape;2506;g3d1afc4545f_0_2531"/>
          <p:cNvPicPr preferRelativeResize="0"/>
          <p:nvPr/>
        </p:nvPicPr>
        <p:blipFill rotWithShape="1">
          <a:blip r:embed="rId6">
            <a:alphaModFix/>
          </a:blip>
          <a:srcRect b="0" l="0" r="0" t="0"/>
          <a:stretch/>
        </p:blipFill>
        <p:spPr>
          <a:xfrm>
            <a:off x="10590875" y="6330524"/>
            <a:ext cx="1500023" cy="585000"/>
          </a:xfrm>
          <a:prstGeom prst="rect">
            <a:avLst/>
          </a:prstGeom>
          <a:noFill/>
          <a:ln>
            <a:noFill/>
          </a:ln>
        </p:spPr>
      </p:pic>
      <p:sp>
        <p:nvSpPr>
          <p:cNvPr id="2507" name="Google Shape;2507;g3d1afc4545f_0_2531"/>
          <p:cNvSpPr txBox="1"/>
          <p:nvPr/>
        </p:nvSpPr>
        <p:spPr>
          <a:xfrm>
            <a:off x="-1" y="6234672"/>
            <a:ext cx="5981100" cy="6465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chemeClr val="dk1"/>
              </a:buClr>
              <a:buSzPts val="1800"/>
              <a:buFont typeface="Arial"/>
              <a:buNone/>
            </a:pPr>
            <a:r>
              <a:rPr b="0" i="0" lang="en-US" sz="1800" u="none" cap="none" strike="noStrike">
                <a:solidFill>
                  <a:schemeClr val="lt1"/>
                </a:solidFill>
                <a:latin typeface="Times New Roman"/>
                <a:ea typeface="Times New Roman"/>
                <a:cs typeface="Times New Roman"/>
                <a:sym typeface="Times New Roman"/>
              </a:rPr>
              <a:t>Nanoelectronics - Seminar Presentation</a:t>
            </a:r>
            <a:br>
              <a:rPr b="0" i="0" lang="en-US" sz="1800" u="none" cap="none" strike="noStrike">
                <a:solidFill>
                  <a:schemeClr val="lt1"/>
                </a:solidFill>
                <a:latin typeface="Times New Roman"/>
                <a:ea typeface="Times New Roman"/>
                <a:cs typeface="Times New Roman"/>
                <a:sym typeface="Times New Roman"/>
              </a:rPr>
            </a:br>
            <a:r>
              <a:rPr b="0" i="0" lang="en-US" sz="1800" u="none" cap="none" strike="noStrike">
                <a:solidFill>
                  <a:schemeClr val="lt1"/>
                </a:solidFill>
                <a:latin typeface="Times New Roman"/>
                <a:ea typeface="Times New Roman"/>
                <a:cs typeface="Times New Roman"/>
                <a:sym typeface="Times New Roman"/>
              </a:rPr>
              <a:t>Ronit Dutta</a:t>
            </a:r>
            <a:endParaRPr b="0" i="0" sz="1800" u="none" cap="none" strike="noStrike">
              <a:solidFill>
                <a:schemeClr val="lt1"/>
              </a:solidFill>
              <a:latin typeface="Times New Roman"/>
              <a:ea typeface="Times New Roman"/>
              <a:cs typeface="Times New Roman"/>
              <a:sym typeface="Times New Roman"/>
            </a:endParaRPr>
          </a:p>
        </p:txBody>
      </p:sp>
      <p:pic>
        <p:nvPicPr>
          <p:cNvPr id="2508" name="Google Shape;2508;g3d1afc4545f_0_2531"/>
          <p:cNvPicPr preferRelativeResize="0"/>
          <p:nvPr/>
        </p:nvPicPr>
        <p:blipFill rotWithShape="1">
          <a:blip r:embed="rId6">
            <a:alphaModFix/>
          </a:blip>
          <a:srcRect b="0" l="0" r="0" t="0"/>
          <a:stretch/>
        </p:blipFill>
        <p:spPr>
          <a:xfrm>
            <a:off x="10590875" y="6330524"/>
            <a:ext cx="1500023" cy="585000"/>
          </a:xfrm>
          <a:prstGeom prst="rect">
            <a:avLst/>
          </a:prstGeom>
          <a:noFill/>
          <a:ln>
            <a:noFill/>
          </a:ln>
        </p:spPr>
      </p:pic>
      <p:pic>
        <p:nvPicPr>
          <p:cNvPr id="2509" name="Google Shape;2509;g3d1afc4545f_0_2531"/>
          <p:cNvPicPr preferRelativeResize="0"/>
          <p:nvPr/>
        </p:nvPicPr>
        <p:blipFill rotWithShape="1">
          <a:blip r:embed="rId10">
            <a:alphaModFix/>
          </a:blip>
          <a:srcRect b="0" l="0" r="0" t="0"/>
          <a:stretch/>
        </p:blipFill>
        <p:spPr>
          <a:xfrm>
            <a:off x="0" y="6234674"/>
            <a:ext cx="12192000" cy="1165875"/>
          </a:xfrm>
          <a:prstGeom prst="rect">
            <a:avLst/>
          </a:prstGeom>
          <a:noFill/>
          <a:ln>
            <a:noFill/>
          </a:ln>
        </p:spPr>
      </p:pic>
      <p:sp>
        <p:nvSpPr>
          <p:cNvPr id="2510" name="Google Shape;2510;g3d1afc4545f_0_2531"/>
          <p:cNvSpPr txBox="1"/>
          <p:nvPr/>
        </p:nvSpPr>
        <p:spPr>
          <a:xfrm>
            <a:off x="-1" y="6310697"/>
            <a:ext cx="5981100" cy="6465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chemeClr val="dk1"/>
              </a:buClr>
              <a:buSzPts val="1800"/>
              <a:buFont typeface="Arial"/>
              <a:buNone/>
            </a:pPr>
            <a:r>
              <a:rPr lang="en-US" sz="1800">
                <a:solidFill>
                  <a:schemeClr val="lt1"/>
                </a:solidFill>
                <a:latin typeface="Times New Roman"/>
                <a:ea typeface="Times New Roman"/>
                <a:cs typeface="Times New Roman"/>
                <a:sym typeface="Times New Roman"/>
              </a:rPr>
              <a:t>Applied Mathematics for Engineering [MIDTERM PROJECT]</a:t>
            </a:r>
            <a:br>
              <a:rPr b="0" i="0" lang="en-US" sz="1800" u="none" cap="none" strike="noStrike">
                <a:solidFill>
                  <a:schemeClr val="lt1"/>
                </a:solidFill>
                <a:latin typeface="Times New Roman"/>
                <a:ea typeface="Times New Roman"/>
                <a:cs typeface="Times New Roman"/>
                <a:sym typeface="Times New Roman"/>
              </a:rPr>
            </a:br>
            <a:r>
              <a:rPr b="0" i="0" lang="en-US" sz="1800" u="none" cap="none" strike="noStrike">
                <a:solidFill>
                  <a:schemeClr val="lt1"/>
                </a:solidFill>
                <a:latin typeface="Times New Roman"/>
                <a:ea typeface="Times New Roman"/>
                <a:cs typeface="Times New Roman"/>
                <a:sym typeface="Times New Roman"/>
              </a:rPr>
              <a:t>Ronit Dutta</a:t>
            </a:r>
            <a:endParaRPr b="0" i="0" sz="1800" u="none" cap="none" strike="noStrike">
              <a:solidFill>
                <a:schemeClr val="lt1"/>
              </a:solidFill>
              <a:latin typeface="Times New Roman"/>
              <a:ea typeface="Times New Roman"/>
              <a:cs typeface="Times New Roman"/>
              <a:sym typeface="Times New Roman"/>
            </a:endParaRPr>
          </a:p>
        </p:txBody>
      </p:sp>
      <p:pic>
        <p:nvPicPr>
          <p:cNvPr id="2511" name="Google Shape;2511;g3d1afc4545f_0_2531"/>
          <p:cNvPicPr preferRelativeResize="0"/>
          <p:nvPr/>
        </p:nvPicPr>
        <p:blipFill rotWithShape="1">
          <a:blip r:embed="rId6">
            <a:alphaModFix/>
          </a:blip>
          <a:srcRect b="0" l="0" r="0" t="0"/>
          <a:stretch/>
        </p:blipFill>
        <p:spPr>
          <a:xfrm>
            <a:off x="10579375" y="6341449"/>
            <a:ext cx="1500023" cy="585000"/>
          </a:xfrm>
          <a:prstGeom prst="rect">
            <a:avLst/>
          </a:prstGeom>
          <a:noFill/>
          <a:ln>
            <a:noFill/>
          </a:ln>
        </p:spPr>
      </p:pic>
      <p:pic>
        <p:nvPicPr>
          <p:cNvPr id="2512" name="Google Shape;2512;g3d1afc4545f_0_2531"/>
          <p:cNvPicPr preferRelativeResize="0"/>
          <p:nvPr/>
        </p:nvPicPr>
        <p:blipFill rotWithShape="1">
          <a:blip r:embed="rId11">
            <a:alphaModFix/>
          </a:blip>
          <a:srcRect b="0" l="0" r="0" t="60700"/>
          <a:stretch/>
        </p:blipFill>
        <p:spPr>
          <a:xfrm>
            <a:off x="1091963" y="1569075"/>
            <a:ext cx="10008075" cy="3549201"/>
          </a:xfrm>
          <a:prstGeom prst="rect">
            <a:avLst/>
          </a:prstGeom>
          <a:noFill/>
          <a:ln cap="flat" cmpd="sng" w="19050">
            <a:solidFill>
              <a:schemeClr val="dk1"/>
            </a:solidFill>
            <a:prstDash val="solid"/>
            <a:round/>
            <a:headEnd len="sm" w="sm" type="none"/>
            <a:tailEnd len="sm" w="sm" type="none"/>
          </a:ln>
        </p:spPr>
      </p:pic>
    </p:spTree>
  </p:cSld>
  <p:clrMapOvr>
    <a:masterClrMapping/>
  </p:clrMapOvr>
</p:sld>
</file>

<file path=ppt/slides/slide2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516" name="Shape 2516"/>
        <p:cNvGrpSpPr/>
        <p:nvPr/>
      </p:nvGrpSpPr>
      <p:grpSpPr>
        <a:xfrm>
          <a:off x="0" y="0"/>
          <a:ext cx="0" cy="0"/>
          <a:chOff x="0" y="0"/>
          <a:chExt cx="0" cy="0"/>
        </a:xfrm>
      </p:grpSpPr>
      <p:pic>
        <p:nvPicPr>
          <p:cNvPr id="2517" name="Google Shape;2517;g3da1138a163_0_771"/>
          <p:cNvPicPr preferRelativeResize="0"/>
          <p:nvPr/>
        </p:nvPicPr>
        <p:blipFill rotWithShape="1">
          <a:blip r:embed="rId3">
            <a:alphaModFix/>
          </a:blip>
          <a:srcRect b="0" l="0" r="0" t="0"/>
          <a:stretch/>
        </p:blipFill>
        <p:spPr>
          <a:xfrm>
            <a:off x="-4" y="6211289"/>
            <a:ext cx="12192003" cy="1285104"/>
          </a:xfrm>
          <a:prstGeom prst="rect">
            <a:avLst/>
          </a:prstGeom>
          <a:noFill/>
          <a:ln>
            <a:noFill/>
          </a:ln>
        </p:spPr>
      </p:pic>
      <p:pic>
        <p:nvPicPr>
          <p:cNvPr id="2518" name="Google Shape;2518;g3da1138a163_0_771"/>
          <p:cNvPicPr preferRelativeResize="0"/>
          <p:nvPr/>
        </p:nvPicPr>
        <p:blipFill rotWithShape="1">
          <a:blip r:embed="rId4">
            <a:alphaModFix/>
          </a:blip>
          <a:srcRect b="0" l="0" r="0" t="0"/>
          <a:stretch/>
        </p:blipFill>
        <p:spPr>
          <a:xfrm>
            <a:off x="10590934" y="6330522"/>
            <a:ext cx="1499906" cy="585000"/>
          </a:xfrm>
          <a:prstGeom prst="rect">
            <a:avLst/>
          </a:prstGeom>
          <a:noFill/>
          <a:ln>
            <a:noFill/>
          </a:ln>
        </p:spPr>
      </p:pic>
      <p:sp>
        <p:nvSpPr>
          <p:cNvPr id="2519" name="Google Shape;2519;g3da1138a163_0_771"/>
          <p:cNvSpPr txBox="1"/>
          <p:nvPr/>
        </p:nvSpPr>
        <p:spPr>
          <a:xfrm>
            <a:off x="-1" y="6288587"/>
            <a:ext cx="5981100" cy="3693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chemeClr val="dk1"/>
              </a:buClr>
              <a:buSzPts val="1800"/>
              <a:buFont typeface="Arial"/>
              <a:buNone/>
            </a:pPr>
            <a:r>
              <a:rPr b="0" i="0" lang="en-US" sz="1800" u="none" cap="none" strike="noStrike">
                <a:solidFill>
                  <a:schemeClr val="lt1"/>
                </a:solidFill>
                <a:latin typeface="Times New Roman"/>
                <a:ea typeface="Times New Roman"/>
                <a:cs typeface="Times New Roman"/>
                <a:sym typeface="Times New Roman"/>
              </a:rPr>
              <a:t>Term Paper Presentation | Ronit Dutta</a:t>
            </a:r>
            <a:endParaRPr b="0" i="0" sz="1800" u="none" cap="none" strike="noStrike">
              <a:solidFill>
                <a:schemeClr val="lt1"/>
              </a:solidFill>
              <a:latin typeface="Times New Roman"/>
              <a:ea typeface="Times New Roman"/>
              <a:cs typeface="Times New Roman"/>
              <a:sym typeface="Times New Roman"/>
            </a:endParaRPr>
          </a:p>
        </p:txBody>
      </p:sp>
      <p:sp>
        <p:nvSpPr>
          <p:cNvPr id="2520" name="Google Shape;2520;g3da1138a163_0_771"/>
          <p:cNvSpPr txBox="1"/>
          <p:nvPr/>
        </p:nvSpPr>
        <p:spPr>
          <a:xfrm>
            <a:off x="0" y="0"/>
            <a:ext cx="12192000" cy="585000"/>
          </a:xfrm>
          <a:prstGeom prst="rect">
            <a:avLst/>
          </a:prstGeom>
          <a:noFill/>
          <a:ln>
            <a:noFill/>
          </a:ln>
        </p:spPr>
        <p:txBody>
          <a:bodyPr anchorCtr="0" anchor="t" bIns="45700" lIns="91425" spcFirstLastPara="1" rIns="91425" wrap="square" tIns="45700">
            <a:spAutoFit/>
          </a:bodyPr>
          <a:lstStyle/>
          <a:p>
            <a:pPr indent="0" lvl="0" marL="0" rtl="0" algn="l">
              <a:spcBef>
                <a:spcPts val="0"/>
              </a:spcBef>
              <a:spcAft>
                <a:spcPts val="0"/>
              </a:spcAft>
              <a:buClr>
                <a:schemeClr val="dk1"/>
              </a:buClr>
              <a:buSzPts val="3200"/>
              <a:buFont typeface="Arial"/>
              <a:buNone/>
            </a:pPr>
            <a:r>
              <a:rPr lang="en-US" sz="3200">
                <a:solidFill>
                  <a:schemeClr val="dk1"/>
                </a:solidFill>
                <a:latin typeface="Times New Roman"/>
                <a:ea typeface="Times New Roman"/>
                <a:cs typeface="Times New Roman"/>
                <a:sym typeface="Times New Roman"/>
              </a:rPr>
              <a:t>Bound states (for attractive potential)</a:t>
            </a:r>
            <a:endParaRPr b="0" i="0" sz="3200" u="none" cap="none" strike="noStrike">
              <a:solidFill>
                <a:schemeClr val="dk1"/>
              </a:solidFill>
              <a:latin typeface="Times New Roman"/>
              <a:ea typeface="Times New Roman"/>
              <a:cs typeface="Times New Roman"/>
              <a:sym typeface="Times New Roman"/>
            </a:endParaRPr>
          </a:p>
        </p:txBody>
      </p:sp>
      <p:cxnSp>
        <p:nvCxnSpPr>
          <p:cNvPr id="2521" name="Google Shape;2521;g3da1138a163_0_771"/>
          <p:cNvCxnSpPr/>
          <p:nvPr/>
        </p:nvCxnSpPr>
        <p:spPr>
          <a:xfrm flipH="1" rot="10800000">
            <a:off x="6" y="554389"/>
            <a:ext cx="6318000" cy="30600"/>
          </a:xfrm>
          <a:prstGeom prst="straightConnector1">
            <a:avLst/>
          </a:prstGeom>
          <a:noFill/>
          <a:ln cap="flat" cmpd="sng" w="9525">
            <a:solidFill>
              <a:srgbClr val="0E4D3B"/>
            </a:solidFill>
            <a:prstDash val="solid"/>
            <a:miter lim="800000"/>
            <a:headEnd len="sm" w="sm" type="none"/>
            <a:tailEnd len="sm" w="sm" type="none"/>
          </a:ln>
        </p:spPr>
      </p:cxnSp>
      <p:pic>
        <p:nvPicPr>
          <p:cNvPr id="2522" name="Google Shape;2522;g3da1138a163_0_771"/>
          <p:cNvPicPr preferRelativeResize="0"/>
          <p:nvPr/>
        </p:nvPicPr>
        <p:blipFill rotWithShape="1">
          <a:blip r:embed="rId5">
            <a:alphaModFix/>
          </a:blip>
          <a:srcRect b="0" l="0" r="0" t="0"/>
          <a:stretch/>
        </p:blipFill>
        <p:spPr>
          <a:xfrm>
            <a:off x="-4" y="6211289"/>
            <a:ext cx="12192003" cy="1285104"/>
          </a:xfrm>
          <a:prstGeom prst="rect">
            <a:avLst/>
          </a:prstGeom>
          <a:noFill/>
          <a:ln>
            <a:noFill/>
          </a:ln>
        </p:spPr>
      </p:pic>
      <p:pic>
        <p:nvPicPr>
          <p:cNvPr id="2523" name="Google Shape;2523;g3da1138a163_0_771"/>
          <p:cNvPicPr preferRelativeResize="0"/>
          <p:nvPr/>
        </p:nvPicPr>
        <p:blipFill rotWithShape="1">
          <a:blip r:embed="rId4">
            <a:alphaModFix/>
          </a:blip>
          <a:srcRect b="0" l="0" r="0" t="0"/>
          <a:stretch/>
        </p:blipFill>
        <p:spPr>
          <a:xfrm>
            <a:off x="10590934" y="6330522"/>
            <a:ext cx="1499906" cy="585000"/>
          </a:xfrm>
          <a:prstGeom prst="rect">
            <a:avLst/>
          </a:prstGeom>
          <a:noFill/>
          <a:ln>
            <a:noFill/>
          </a:ln>
        </p:spPr>
      </p:pic>
      <p:sp>
        <p:nvSpPr>
          <p:cNvPr id="2524" name="Google Shape;2524;g3da1138a163_0_771"/>
          <p:cNvSpPr txBox="1"/>
          <p:nvPr/>
        </p:nvSpPr>
        <p:spPr>
          <a:xfrm>
            <a:off x="-1" y="6288587"/>
            <a:ext cx="5981100" cy="3693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chemeClr val="dk1"/>
              </a:buClr>
              <a:buSzPts val="1800"/>
              <a:buFont typeface="Arial"/>
              <a:buNone/>
            </a:pPr>
            <a:r>
              <a:rPr b="0" i="0" lang="en-US" sz="1800" u="none" cap="none" strike="noStrike">
                <a:solidFill>
                  <a:schemeClr val="lt1"/>
                </a:solidFill>
                <a:latin typeface="Times New Roman"/>
                <a:ea typeface="Times New Roman"/>
                <a:cs typeface="Times New Roman"/>
                <a:sym typeface="Times New Roman"/>
              </a:rPr>
              <a:t>Term Paper Presentation | Ronit Dutta</a:t>
            </a:r>
            <a:endParaRPr b="0" i="0" sz="1800" u="none" cap="none" strike="noStrike">
              <a:solidFill>
                <a:schemeClr val="lt1"/>
              </a:solidFill>
              <a:latin typeface="Times New Roman"/>
              <a:ea typeface="Times New Roman"/>
              <a:cs typeface="Times New Roman"/>
              <a:sym typeface="Times New Roman"/>
            </a:endParaRPr>
          </a:p>
        </p:txBody>
      </p:sp>
      <p:pic>
        <p:nvPicPr>
          <p:cNvPr id="2525" name="Google Shape;2525;g3da1138a163_0_771"/>
          <p:cNvPicPr preferRelativeResize="0"/>
          <p:nvPr/>
        </p:nvPicPr>
        <p:blipFill rotWithShape="1">
          <a:blip r:embed="rId5">
            <a:alphaModFix/>
          </a:blip>
          <a:srcRect b="0" l="0" r="0" t="0"/>
          <a:stretch/>
        </p:blipFill>
        <p:spPr>
          <a:xfrm>
            <a:off x="-4" y="6211289"/>
            <a:ext cx="12192003" cy="1285104"/>
          </a:xfrm>
          <a:prstGeom prst="rect">
            <a:avLst/>
          </a:prstGeom>
          <a:noFill/>
          <a:ln>
            <a:noFill/>
          </a:ln>
        </p:spPr>
      </p:pic>
      <p:pic>
        <p:nvPicPr>
          <p:cNvPr id="2526" name="Google Shape;2526;g3da1138a163_0_771"/>
          <p:cNvPicPr preferRelativeResize="0"/>
          <p:nvPr/>
        </p:nvPicPr>
        <p:blipFill rotWithShape="1">
          <a:blip r:embed="rId4">
            <a:alphaModFix/>
          </a:blip>
          <a:srcRect b="0" l="0" r="0" t="0"/>
          <a:stretch/>
        </p:blipFill>
        <p:spPr>
          <a:xfrm>
            <a:off x="10590934" y="6330522"/>
            <a:ext cx="1499906" cy="585000"/>
          </a:xfrm>
          <a:prstGeom prst="rect">
            <a:avLst/>
          </a:prstGeom>
          <a:noFill/>
          <a:ln>
            <a:noFill/>
          </a:ln>
        </p:spPr>
      </p:pic>
      <p:sp>
        <p:nvSpPr>
          <p:cNvPr id="2527" name="Google Shape;2527;g3da1138a163_0_771"/>
          <p:cNvSpPr txBox="1"/>
          <p:nvPr/>
        </p:nvSpPr>
        <p:spPr>
          <a:xfrm>
            <a:off x="-1" y="6288587"/>
            <a:ext cx="5981100" cy="6465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chemeClr val="dk1"/>
              </a:buClr>
              <a:buSzPts val="1800"/>
              <a:buFont typeface="Arial"/>
              <a:buNone/>
            </a:pPr>
            <a:r>
              <a:rPr b="0" i="0" lang="en-US" sz="1800" u="none" cap="none" strike="noStrike">
                <a:solidFill>
                  <a:schemeClr val="lt1"/>
                </a:solidFill>
                <a:latin typeface="Times New Roman"/>
                <a:ea typeface="Times New Roman"/>
                <a:cs typeface="Times New Roman"/>
                <a:sym typeface="Times New Roman"/>
              </a:rPr>
              <a:t>Machine Learning Professional</a:t>
            </a:r>
            <a:br>
              <a:rPr b="0" i="0" lang="en-US" sz="1800" u="none" cap="none" strike="noStrike">
                <a:solidFill>
                  <a:schemeClr val="lt1"/>
                </a:solidFill>
                <a:latin typeface="Times New Roman"/>
                <a:ea typeface="Times New Roman"/>
                <a:cs typeface="Times New Roman"/>
                <a:sym typeface="Times New Roman"/>
              </a:rPr>
            </a:br>
            <a:r>
              <a:rPr b="0" i="0" lang="en-US" sz="1800" u="none" cap="none" strike="noStrike">
                <a:solidFill>
                  <a:schemeClr val="lt1"/>
                </a:solidFill>
                <a:latin typeface="Times New Roman"/>
                <a:ea typeface="Times New Roman"/>
                <a:cs typeface="Times New Roman"/>
                <a:sym typeface="Times New Roman"/>
              </a:rPr>
              <a:t>Project Presentation</a:t>
            </a:r>
            <a:endParaRPr b="0" i="0" sz="1800" u="none" cap="none" strike="noStrike">
              <a:solidFill>
                <a:schemeClr val="lt1"/>
              </a:solidFill>
              <a:latin typeface="Times New Roman"/>
              <a:ea typeface="Times New Roman"/>
              <a:cs typeface="Times New Roman"/>
              <a:sym typeface="Times New Roman"/>
            </a:endParaRPr>
          </a:p>
        </p:txBody>
      </p:sp>
      <p:pic>
        <p:nvPicPr>
          <p:cNvPr id="2528" name="Google Shape;2528;g3da1138a163_0_771"/>
          <p:cNvPicPr preferRelativeResize="0"/>
          <p:nvPr/>
        </p:nvPicPr>
        <p:blipFill rotWithShape="1">
          <a:blip r:embed="rId6">
            <a:alphaModFix/>
          </a:blip>
          <a:srcRect b="0" l="0" r="0" t="0"/>
          <a:stretch/>
        </p:blipFill>
        <p:spPr>
          <a:xfrm>
            <a:off x="10590875" y="6330524"/>
            <a:ext cx="1500023" cy="585000"/>
          </a:xfrm>
          <a:prstGeom prst="rect">
            <a:avLst/>
          </a:prstGeom>
          <a:noFill/>
          <a:ln>
            <a:noFill/>
          </a:ln>
        </p:spPr>
      </p:pic>
      <p:pic>
        <p:nvPicPr>
          <p:cNvPr id="2529" name="Google Shape;2529;g3da1138a163_0_771"/>
          <p:cNvPicPr preferRelativeResize="0"/>
          <p:nvPr/>
        </p:nvPicPr>
        <p:blipFill rotWithShape="1">
          <a:blip r:embed="rId7">
            <a:alphaModFix/>
          </a:blip>
          <a:srcRect b="0" l="0" r="0" t="0"/>
          <a:stretch/>
        </p:blipFill>
        <p:spPr>
          <a:xfrm>
            <a:off x="-4" y="6211289"/>
            <a:ext cx="12192003" cy="1285104"/>
          </a:xfrm>
          <a:prstGeom prst="rect">
            <a:avLst/>
          </a:prstGeom>
          <a:noFill/>
          <a:ln>
            <a:noFill/>
          </a:ln>
        </p:spPr>
      </p:pic>
      <p:sp>
        <p:nvSpPr>
          <p:cNvPr id="2530" name="Google Shape;2530;g3da1138a163_0_771"/>
          <p:cNvSpPr txBox="1"/>
          <p:nvPr/>
        </p:nvSpPr>
        <p:spPr>
          <a:xfrm>
            <a:off x="-1" y="6288587"/>
            <a:ext cx="5981100" cy="6465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chemeClr val="dk1"/>
              </a:buClr>
              <a:buSzPts val="1800"/>
              <a:buFont typeface="Arial"/>
              <a:buNone/>
            </a:pPr>
            <a:r>
              <a:rPr b="0" i="0" lang="en-US" sz="1800" u="none" cap="none" strike="noStrike">
                <a:solidFill>
                  <a:schemeClr val="lt1"/>
                </a:solidFill>
                <a:latin typeface="Times New Roman"/>
                <a:ea typeface="Times New Roman"/>
                <a:cs typeface="Times New Roman"/>
                <a:sym typeface="Times New Roman"/>
              </a:rPr>
              <a:t>Machine Learning Professional</a:t>
            </a:r>
            <a:br>
              <a:rPr b="0" i="0" lang="en-US" sz="1800" u="none" cap="none" strike="noStrike">
                <a:solidFill>
                  <a:schemeClr val="lt1"/>
                </a:solidFill>
                <a:latin typeface="Times New Roman"/>
                <a:ea typeface="Times New Roman"/>
                <a:cs typeface="Times New Roman"/>
                <a:sym typeface="Times New Roman"/>
              </a:rPr>
            </a:br>
            <a:r>
              <a:rPr b="0" i="0" lang="en-US" sz="1800" u="none" cap="none" strike="noStrike">
                <a:solidFill>
                  <a:schemeClr val="lt1"/>
                </a:solidFill>
                <a:latin typeface="Times New Roman"/>
                <a:ea typeface="Times New Roman"/>
                <a:cs typeface="Times New Roman"/>
                <a:sym typeface="Times New Roman"/>
              </a:rPr>
              <a:t>Project Presentation</a:t>
            </a:r>
            <a:endParaRPr b="0" i="0" sz="1800" u="none" cap="none" strike="noStrike">
              <a:solidFill>
                <a:schemeClr val="lt1"/>
              </a:solidFill>
              <a:latin typeface="Times New Roman"/>
              <a:ea typeface="Times New Roman"/>
              <a:cs typeface="Times New Roman"/>
              <a:sym typeface="Times New Roman"/>
            </a:endParaRPr>
          </a:p>
        </p:txBody>
      </p:sp>
      <p:pic>
        <p:nvPicPr>
          <p:cNvPr id="2531" name="Google Shape;2531;g3da1138a163_0_771"/>
          <p:cNvPicPr preferRelativeResize="0"/>
          <p:nvPr/>
        </p:nvPicPr>
        <p:blipFill rotWithShape="1">
          <a:blip r:embed="rId6">
            <a:alphaModFix/>
          </a:blip>
          <a:srcRect b="0" l="0" r="0" t="0"/>
          <a:stretch/>
        </p:blipFill>
        <p:spPr>
          <a:xfrm>
            <a:off x="10590875" y="6330524"/>
            <a:ext cx="1500023" cy="585000"/>
          </a:xfrm>
          <a:prstGeom prst="rect">
            <a:avLst/>
          </a:prstGeom>
          <a:noFill/>
          <a:ln>
            <a:noFill/>
          </a:ln>
        </p:spPr>
      </p:pic>
      <p:pic>
        <p:nvPicPr>
          <p:cNvPr id="2532" name="Google Shape;2532;g3da1138a163_0_771"/>
          <p:cNvPicPr preferRelativeResize="0"/>
          <p:nvPr/>
        </p:nvPicPr>
        <p:blipFill rotWithShape="1">
          <a:blip r:embed="rId7">
            <a:alphaModFix/>
          </a:blip>
          <a:srcRect b="0" l="0" r="0" t="0"/>
          <a:stretch/>
        </p:blipFill>
        <p:spPr>
          <a:xfrm>
            <a:off x="-4" y="6211289"/>
            <a:ext cx="12192003" cy="1285104"/>
          </a:xfrm>
          <a:prstGeom prst="rect">
            <a:avLst/>
          </a:prstGeom>
          <a:noFill/>
          <a:ln>
            <a:noFill/>
          </a:ln>
        </p:spPr>
      </p:pic>
      <p:sp>
        <p:nvSpPr>
          <p:cNvPr id="2533" name="Google Shape;2533;g3da1138a163_0_771"/>
          <p:cNvSpPr txBox="1"/>
          <p:nvPr/>
        </p:nvSpPr>
        <p:spPr>
          <a:xfrm>
            <a:off x="-1" y="6234672"/>
            <a:ext cx="5981100" cy="6465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chemeClr val="dk1"/>
              </a:buClr>
              <a:buSzPts val="1800"/>
              <a:buFont typeface="Arial"/>
              <a:buNone/>
            </a:pPr>
            <a:r>
              <a:rPr b="0" i="0" lang="en-US" sz="1800" u="none" cap="none" strike="noStrike">
                <a:solidFill>
                  <a:schemeClr val="lt1"/>
                </a:solidFill>
                <a:latin typeface="Times New Roman"/>
                <a:ea typeface="Times New Roman"/>
                <a:cs typeface="Times New Roman"/>
                <a:sym typeface="Times New Roman"/>
              </a:rPr>
              <a:t>Machine Learning Professional</a:t>
            </a:r>
            <a:br>
              <a:rPr b="0" i="0" lang="en-US" sz="1800" u="none" cap="none" strike="noStrike">
                <a:solidFill>
                  <a:schemeClr val="lt1"/>
                </a:solidFill>
                <a:latin typeface="Times New Roman"/>
                <a:ea typeface="Times New Roman"/>
                <a:cs typeface="Times New Roman"/>
                <a:sym typeface="Times New Roman"/>
              </a:rPr>
            </a:br>
            <a:r>
              <a:rPr b="0" i="0" lang="en-US" sz="1800" u="none" cap="none" strike="noStrike">
                <a:solidFill>
                  <a:schemeClr val="lt1"/>
                </a:solidFill>
                <a:latin typeface="Times New Roman"/>
                <a:ea typeface="Times New Roman"/>
                <a:cs typeface="Times New Roman"/>
                <a:sym typeface="Times New Roman"/>
              </a:rPr>
              <a:t>Project Presentation</a:t>
            </a:r>
            <a:endParaRPr b="0" i="0" sz="1800" u="none" cap="none" strike="noStrike">
              <a:solidFill>
                <a:schemeClr val="lt1"/>
              </a:solidFill>
              <a:latin typeface="Times New Roman"/>
              <a:ea typeface="Times New Roman"/>
              <a:cs typeface="Times New Roman"/>
              <a:sym typeface="Times New Roman"/>
            </a:endParaRPr>
          </a:p>
        </p:txBody>
      </p:sp>
      <p:pic>
        <p:nvPicPr>
          <p:cNvPr id="2534" name="Google Shape;2534;g3da1138a163_0_771"/>
          <p:cNvPicPr preferRelativeResize="0"/>
          <p:nvPr/>
        </p:nvPicPr>
        <p:blipFill rotWithShape="1">
          <a:blip r:embed="rId6">
            <a:alphaModFix/>
          </a:blip>
          <a:srcRect b="0" l="0" r="0" t="0"/>
          <a:stretch/>
        </p:blipFill>
        <p:spPr>
          <a:xfrm>
            <a:off x="10590875" y="6330524"/>
            <a:ext cx="1500023" cy="585000"/>
          </a:xfrm>
          <a:prstGeom prst="rect">
            <a:avLst/>
          </a:prstGeom>
          <a:noFill/>
          <a:ln>
            <a:noFill/>
          </a:ln>
        </p:spPr>
      </p:pic>
      <p:pic>
        <p:nvPicPr>
          <p:cNvPr id="2535" name="Google Shape;2535;g3da1138a163_0_771"/>
          <p:cNvPicPr preferRelativeResize="0"/>
          <p:nvPr/>
        </p:nvPicPr>
        <p:blipFill rotWithShape="1">
          <a:blip r:embed="rId8">
            <a:alphaModFix/>
          </a:blip>
          <a:srcRect b="0" l="0" r="0" t="0"/>
          <a:stretch/>
        </p:blipFill>
        <p:spPr>
          <a:xfrm>
            <a:off x="-4" y="6211289"/>
            <a:ext cx="12192003" cy="1285104"/>
          </a:xfrm>
          <a:prstGeom prst="rect">
            <a:avLst/>
          </a:prstGeom>
          <a:noFill/>
          <a:ln>
            <a:noFill/>
          </a:ln>
        </p:spPr>
      </p:pic>
      <p:sp>
        <p:nvSpPr>
          <p:cNvPr id="2536" name="Google Shape;2536;g3da1138a163_0_771"/>
          <p:cNvSpPr txBox="1"/>
          <p:nvPr/>
        </p:nvSpPr>
        <p:spPr>
          <a:xfrm>
            <a:off x="-1" y="6234672"/>
            <a:ext cx="5981100" cy="6465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chemeClr val="dk1"/>
              </a:buClr>
              <a:buSzPts val="1800"/>
              <a:buFont typeface="Arial"/>
              <a:buNone/>
            </a:pPr>
            <a:r>
              <a:rPr b="0" i="0" lang="en-US" sz="1800" u="none" cap="none" strike="noStrike">
                <a:solidFill>
                  <a:schemeClr val="lt1"/>
                </a:solidFill>
                <a:latin typeface="Times New Roman"/>
                <a:ea typeface="Times New Roman"/>
                <a:cs typeface="Times New Roman"/>
                <a:sym typeface="Times New Roman"/>
              </a:rPr>
              <a:t>Nanoelectronics - Seminar Presentation</a:t>
            </a:r>
            <a:br>
              <a:rPr b="0" i="0" lang="en-US" sz="1800" u="none" cap="none" strike="noStrike">
                <a:solidFill>
                  <a:schemeClr val="lt1"/>
                </a:solidFill>
                <a:latin typeface="Times New Roman"/>
                <a:ea typeface="Times New Roman"/>
                <a:cs typeface="Times New Roman"/>
                <a:sym typeface="Times New Roman"/>
              </a:rPr>
            </a:br>
            <a:r>
              <a:rPr b="0" i="0" lang="en-US" sz="1800" u="none" cap="none" strike="noStrike">
                <a:solidFill>
                  <a:schemeClr val="lt1"/>
                </a:solidFill>
                <a:latin typeface="Times New Roman"/>
                <a:ea typeface="Times New Roman"/>
                <a:cs typeface="Times New Roman"/>
                <a:sym typeface="Times New Roman"/>
              </a:rPr>
              <a:t>Ronit Dutta</a:t>
            </a:r>
            <a:endParaRPr b="0" i="0" sz="1800" u="none" cap="none" strike="noStrike">
              <a:solidFill>
                <a:schemeClr val="lt1"/>
              </a:solidFill>
              <a:latin typeface="Times New Roman"/>
              <a:ea typeface="Times New Roman"/>
              <a:cs typeface="Times New Roman"/>
              <a:sym typeface="Times New Roman"/>
            </a:endParaRPr>
          </a:p>
        </p:txBody>
      </p:sp>
      <p:pic>
        <p:nvPicPr>
          <p:cNvPr id="2537" name="Google Shape;2537;g3da1138a163_0_771"/>
          <p:cNvPicPr preferRelativeResize="0"/>
          <p:nvPr/>
        </p:nvPicPr>
        <p:blipFill rotWithShape="1">
          <a:blip r:embed="rId6">
            <a:alphaModFix/>
          </a:blip>
          <a:srcRect b="0" l="0" r="0" t="0"/>
          <a:stretch/>
        </p:blipFill>
        <p:spPr>
          <a:xfrm>
            <a:off x="10590875" y="6330524"/>
            <a:ext cx="1500023" cy="585000"/>
          </a:xfrm>
          <a:prstGeom prst="rect">
            <a:avLst/>
          </a:prstGeom>
          <a:noFill/>
          <a:ln>
            <a:noFill/>
          </a:ln>
        </p:spPr>
      </p:pic>
      <p:pic>
        <p:nvPicPr>
          <p:cNvPr id="2538" name="Google Shape;2538;g3da1138a163_0_771"/>
          <p:cNvPicPr preferRelativeResize="0"/>
          <p:nvPr/>
        </p:nvPicPr>
        <p:blipFill rotWithShape="1">
          <a:blip r:embed="rId9">
            <a:alphaModFix/>
          </a:blip>
          <a:srcRect b="0" l="0" r="0" t="0"/>
          <a:stretch/>
        </p:blipFill>
        <p:spPr>
          <a:xfrm>
            <a:off x="0" y="6330524"/>
            <a:ext cx="12192000" cy="1165875"/>
          </a:xfrm>
          <a:prstGeom prst="rect">
            <a:avLst/>
          </a:prstGeom>
          <a:noFill/>
          <a:ln>
            <a:noFill/>
          </a:ln>
        </p:spPr>
      </p:pic>
      <p:sp>
        <p:nvSpPr>
          <p:cNvPr id="2539" name="Google Shape;2539;g3da1138a163_0_771"/>
          <p:cNvSpPr txBox="1"/>
          <p:nvPr/>
        </p:nvSpPr>
        <p:spPr>
          <a:xfrm>
            <a:off x="-1" y="6445547"/>
            <a:ext cx="5981100" cy="6465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chemeClr val="dk1"/>
              </a:buClr>
              <a:buSzPts val="1800"/>
              <a:buFont typeface="Arial"/>
              <a:buNone/>
            </a:pPr>
            <a:r>
              <a:rPr lang="en-US" sz="1800">
                <a:solidFill>
                  <a:schemeClr val="lt1"/>
                </a:solidFill>
                <a:latin typeface="Times New Roman"/>
                <a:ea typeface="Times New Roman"/>
                <a:cs typeface="Times New Roman"/>
                <a:sym typeface="Times New Roman"/>
              </a:rPr>
              <a:t>Applied Mathematics for Engineering [MIDTERM PROJECT]</a:t>
            </a:r>
            <a:br>
              <a:rPr b="0" i="0" lang="en-US" sz="1800" u="none" cap="none" strike="noStrike">
                <a:solidFill>
                  <a:schemeClr val="lt1"/>
                </a:solidFill>
                <a:latin typeface="Times New Roman"/>
                <a:ea typeface="Times New Roman"/>
                <a:cs typeface="Times New Roman"/>
                <a:sym typeface="Times New Roman"/>
              </a:rPr>
            </a:br>
            <a:r>
              <a:rPr b="0" i="0" lang="en-US" sz="1800" u="none" cap="none" strike="noStrike">
                <a:solidFill>
                  <a:schemeClr val="lt1"/>
                </a:solidFill>
                <a:latin typeface="Times New Roman"/>
                <a:ea typeface="Times New Roman"/>
                <a:cs typeface="Times New Roman"/>
                <a:sym typeface="Times New Roman"/>
              </a:rPr>
              <a:t>Ronit Dutta</a:t>
            </a:r>
            <a:endParaRPr b="0" i="0" sz="1800" u="none" cap="none" strike="noStrike">
              <a:solidFill>
                <a:schemeClr val="lt1"/>
              </a:solidFill>
              <a:latin typeface="Times New Roman"/>
              <a:ea typeface="Times New Roman"/>
              <a:cs typeface="Times New Roman"/>
              <a:sym typeface="Times New Roman"/>
            </a:endParaRPr>
          </a:p>
        </p:txBody>
      </p:sp>
      <p:pic>
        <p:nvPicPr>
          <p:cNvPr id="2540" name="Google Shape;2540;g3da1138a163_0_771"/>
          <p:cNvPicPr preferRelativeResize="0"/>
          <p:nvPr/>
        </p:nvPicPr>
        <p:blipFill rotWithShape="1">
          <a:blip r:embed="rId6">
            <a:alphaModFix/>
          </a:blip>
          <a:srcRect b="0" l="0" r="0" t="0"/>
          <a:stretch/>
        </p:blipFill>
        <p:spPr>
          <a:xfrm>
            <a:off x="10579375" y="6476299"/>
            <a:ext cx="1500023" cy="585000"/>
          </a:xfrm>
          <a:prstGeom prst="rect">
            <a:avLst/>
          </a:prstGeom>
          <a:noFill/>
          <a:ln>
            <a:noFill/>
          </a:ln>
        </p:spPr>
      </p:pic>
      <p:pic>
        <p:nvPicPr>
          <p:cNvPr id="2541" name="Google Shape;2541;g3da1138a163_0_771"/>
          <p:cNvPicPr preferRelativeResize="0"/>
          <p:nvPr/>
        </p:nvPicPr>
        <p:blipFill rotWithShape="1">
          <a:blip r:embed="rId4">
            <a:alphaModFix/>
          </a:blip>
          <a:srcRect b="0" l="0" r="0" t="0"/>
          <a:stretch/>
        </p:blipFill>
        <p:spPr>
          <a:xfrm>
            <a:off x="10590934" y="6330522"/>
            <a:ext cx="1499906" cy="585000"/>
          </a:xfrm>
          <a:prstGeom prst="rect">
            <a:avLst/>
          </a:prstGeom>
          <a:noFill/>
          <a:ln>
            <a:noFill/>
          </a:ln>
        </p:spPr>
      </p:pic>
      <p:sp>
        <p:nvSpPr>
          <p:cNvPr id="2542" name="Google Shape;2542;g3da1138a163_0_771"/>
          <p:cNvSpPr txBox="1"/>
          <p:nvPr/>
        </p:nvSpPr>
        <p:spPr>
          <a:xfrm>
            <a:off x="-1" y="6288587"/>
            <a:ext cx="5981100" cy="3693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chemeClr val="dk1"/>
              </a:buClr>
              <a:buSzPts val="1800"/>
              <a:buFont typeface="Arial"/>
              <a:buNone/>
            </a:pPr>
            <a:r>
              <a:rPr b="0" i="0" lang="en-US" sz="1800" u="none" cap="none" strike="noStrike">
                <a:solidFill>
                  <a:schemeClr val="lt1"/>
                </a:solidFill>
                <a:latin typeface="Times New Roman"/>
                <a:ea typeface="Times New Roman"/>
                <a:cs typeface="Times New Roman"/>
                <a:sym typeface="Times New Roman"/>
              </a:rPr>
              <a:t>Term Paper Presentation | Ronit Dutta</a:t>
            </a:r>
            <a:endParaRPr b="0" i="0" sz="1800" u="none" cap="none" strike="noStrike">
              <a:solidFill>
                <a:schemeClr val="lt1"/>
              </a:solidFill>
              <a:latin typeface="Times New Roman"/>
              <a:ea typeface="Times New Roman"/>
              <a:cs typeface="Times New Roman"/>
              <a:sym typeface="Times New Roman"/>
            </a:endParaRPr>
          </a:p>
        </p:txBody>
      </p:sp>
      <p:pic>
        <p:nvPicPr>
          <p:cNvPr id="2543" name="Google Shape;2543;g3da1138a163_0_771"/>
          <p:cNvPicPr preferRelativeResize="0"/>
          <p:nvPr/>
        </p:nvPicPr>
        <p:blipFill rotWithShape="1">
          <a:blip r:embed="rId4">
            <a:alphaModFix/>
          </a:blip>
          <a:srcRect b="0" l="0" r="0" t="0"/>
          <a:stretch/>
        </p:blipFill>
        <p:spPr>
          <a:xfrm>
            <a:off x="10590934" y="6330522"/>
            <a:ext cx="1499906" cy="585000"/>
          </a:xfrm>
          <a:prstGeom prst="rect">
            <a:avLst/>
          </a:prstGeom>
          <a:noFill/>
          <a:ln>
            <a:noFill/>
          </a:ln>
        </p:spPr>
      </p:pic>
      <p:sp>
        <p:nvSpPr>
          <p:cNvPr id="2544" name="Google Shape;2544;g3da1138a163_0_771"/>
          <p:cNvSpPr txBox="1"/>
          <p:nvPr/>
        </p:nvSpPr>
        <p:spPr>
          <a:xfrm>
            <a:off x="-1" y="6288587"/>
            <a:ext cx="5981100" cy="3693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chemeClr val="dk1"/>
              </a:buClr>
              <a:buSzPts val="1800"/>
              <a:buFont typeface="Arial"/>
              <a:buNone/>
            </a:pPr>
            <a:r>
              <a:rPr b="0" i="0" lang="en-US" sz="1800" u="none" cap="none" strike="noStrike">
                <a:solidFill>
                  <a:schemeClr val="lt1"/>
                </a:solidFill>
                <a:latin typeface="Times New Roman"/>
                <a:ea typeface="Times New Roman"/>
                <a:cs typeface="Times New Roman"/>
                <a:sym typeface="Times New Roman"/>
              </a:rPr>
              <a:t>Term Paper Presentation | Ronit Dutta</a:t>
            </a:r>
            <a:endParaRPr b="0" i="0" sz="1800" u="none" cap="none" strike="noStrike">
              <a:solidFill>
                <a:schemeClr val="lt1"/>
              </a:solidFill>
              <a:latin typeface="Times New Roman"/>
              <a:ea typeface="Times New Roman"/>
              <a:cs typeface="Times New Roman"/>
              <a:sym typeface="Times New Roman"/>
            </a:endParaRPr>
          </a:p>
        </p:txBody>
      </p:sp>
      <p:pic>
        <p:nvPicPr>
          <p:cNvPr id="2545" name="Google Shape;2545;g3da1138a163_0_771"/>
          <p:cNvPicPr preferRelativeResize="0"/>
          <p:nvPr/>
        </p:nvPicPr>
        <p:blipFill rotWithShape="1">
          <a:blip r:embed="rId4">
            <a:alphaModFix/>
          </a:blip>
          <a:srcRect b="0" l="0" r="0" t="0"/>
          <a:stretch/>
        </p:blipFill>
        <p:spPr>
          <a:xfrm>
            <a:off x="10590934" y="6330522"/>
            <a:ext cx="1499906" cy="585000"/>
          </a:xfrm>
          <a:prstGeom prst="rect">
            <a:avLst/>
          </a:prstGeom>
          <a:noFill/>
          <a:ln>
            <a:noFill/>
          </a:ln>
        </p:spPr>
      </p:pic>
      <p:sp>
        <p:nvSpPr>
          <p:cNvPr id="2546" name="Google Shape;2546;g3da1138a163_0_771"/>
          <p:cNvSpPr txBox="1"/>
          <p:nvPr/>
        </p:nvSpPr>
        <p:spPr>
          <a:xfrm>
            <a:off x="-1" y="6288587"/>
            <a:ext cx="5981100" cy="6465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chemeClr val="dk1"/>
              </a:buClr>
              <a:buSzPts val="1800"/>
              <a:buFont typeface="Arial"/>
              <a:buNone/>
            </a:pPr>
            <a:r>
              <a:rPr b="0" i="0" lang="en-US" sz="1800" u="none" cap="none" strike="noStrike">
                <a:solidFill>
                  <a:schemeClr val="lt1"/>
                </a:solidFill>
                <a:latin typeface="Times New Roman"/>
                <a:ea typeface="Times New Roman"/>
                <a:cs typeface="Times New Roman"/>
                <a:sym typeface="Times New Roman"/>
              </a:rPr>
              <a:t>Machine Learning Professional</a:t>
            </a:r>
            <a:br>
              <a:rPr b="0" i="0" lang="en-US" sz="1800" u="none" cap="none" strike="noStrike">
                <a:solidFill>
                  <a:schemeClr val="lt1"/>
                </a:solidFill>
                <a:latin typeface="Times New Roman"/>
                <a:ea typeface="Times New Roman"/>
                <a:cs typeface="Times New Roman"/>
                <a:sym typeface="Times New Roman"/>
              </a:rPr>
            </a:br>
            <a:r>
              <a:rPr b="0" i="0" lang="en-US" sz="1800" u="none" cap="none" strike="noStrike">
                <a:solidFill>
                  <a:schemeClr val="lt1"/>
                </a:solidFill>
                <a:latin typeface="Times New Roman"/>
                <a:ea typeface="Times New Roman"/>
                <a:cs typeface="Times New Roman"/>
                <a:sym typeface="Times New Roman"/>
              </a:rPr>
              <a:t>Project Presentation</a:t>
            </a:r>
            <a:endParaRPr b="0" i="0" sz="1800" u="none" cap="none" strike="noStrike">
              <a:solidFill>
                <a:schemeClr val="lt1"/>
              </a:solidFill>
              <a:latin typeface="Times New Roman"/>
              <a:ea typeface="Times New Roman"/>
              <a:cs typeface="Times New Roman"/>
              <a:sym typeface="Times New Roman"/>
            </a:endParaRPr>
          </a:p>
        </p:txBody>
      </p:sp>
      <p:pic>
        <p:nvPicPr>
          <p:cNvPr id="2547" name="Google Shape;2547;g3da1138a163_0_771"/>
          <p:cNvPicPr preferRelativeResize="0"/>
          <p:nvPr/>
        </p:nvPicPr>
        <p:blipFill rotWithShape="1">
          <a:blip r:embed="rId6">
            <a:alphaModFix/>
          </a:blip>
          <a:srcRect b="0" l="0" r="0" t="0"/>
          <a:stretch/>
        </p:blipFill>
        <p:spPr>
          <a:xfrm>
            <a:off x="10590875" y="6341462"/>
            <a:ext cx="1500023" cy="585000"/>
          </a:xfrm>
          <a:prstGeom prst="rect">
            <a:avLst/>
          </a:prstGeom>
          <a:noFill/>
          <a:ln>
            <a:noFill/>
          </a:ln>
        </p:spPr>
      </p:pic>
      <p:sp>
        <p:nvSpPr>
          <p:cNvPr id="2548" name="Google Shape;2548;g3da1138a163_0_771"/>
          <p:cNvSpPr txBox="1"/>
          <p:nvPr/>
        </p:nvSpPr>
        <p:spPr>
          <a:xfrm>
            <a:off x="-1" y="6288587"/>
            <a:ext cx="5981100" cy="6465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chemeClr val="dk1"/>
              </a:buClr>
              <a:buSzPts val="1800"/>
              <a:buFont typeface="Arial"/>
              <a:buNone/>
            </a:pPr>
            <a:r>
              <a:rPr b="0" i="0" lang="en-US" sz="1800" u="none" cap="none" strike="noStrike">
                <a:solidFill>
                  <a:schemeClr val="lt1"/>
                </a:solidFill>
                <a:latin typeface="Times New Roman"/>
                <a:ea typeface="Times New Roman"/>
                <a:cs typeface="Times New Roman"/>
                <a:sym typeface="Times New Roman"/>
              </a:rPr>
              <a:t>Machine Learning Professional</a:t>
            </a:r>
            <a:br>
              <a:rPr b="0" i="0" lang="en-US" sz="1800" u="none" cap="none" strike="noStrike">
                <a:solidFill>
                  <a:schemeClr val="lt1"/>
                </a:solidFill>
                <a:latin typeface="Times New Roman"/>
                <a:ea typeface="Times New Roman"/>
                <a:cs typeface="Times New Roman"/>
                <a:sym typeface="Times New Roman"/>
              </a:rPr>
            </a:br>
            <a:r>
              <a:rPr b="0" i="0" lang="en-US" sz="1800" u="none" cap="none" strike="noStrike">
                <a:solidFill>
                  <a:schemeClr val="lt1"/>
                </a:solidFill>
                <a:latin typeface="Times New Roman"/>
                <a:ea typeface="Times New Roman"/>
                <a:cs typeface="Times New Roman"/>
                <a:sym typeface="Times New Roman"/>
              </a:rPr>
              <a:t>Project Presentation</a:t>
            </a:r>
            <a:endParaRPr b="0" i="0" sz="1800" u="none" cap="none" strike="noStrike">
              <a:solidFill>
                <a:schemeClr val="lt1"/>
              </a:solidFill>
              <a:latin typeface="Times New Roman"/>
              <a:ea typeface="Times New Roman"/>
              <a:cs typeface="Times New Roman"/>
              <a:sym typeface="Times New Roman"/>
            </a:endParaRPr>
          </a:p>
        </p:txBody>
      </p:sp>
      <p:pic>
        <p:nvPicPr>
          <p:cNvPr id="2549" name="Google Shape;2549;g3da1138a163_0_771"/>
          <p:cNvPicPr preferRelativeResize="0"/>
          <p:nvPr/>
        </p:nvPicPr>
        <p:blipFill rotWithShape="1">
          <a:blip r:embed="rId6">
            <a:alphaModFix/>
          </a:blip>
          <a:srcRect b="0" l="0" r="0" t="0"/>
          <a:stretch/>
        </p:blipFill>
        <p:spPr>
          <a:xfrm>
            <a:off x="10590875" y="6330524"/>
            <a:ext cx="1500023" cy="585000"/>
          </a:xfrm>
          <a:prstGeom prst="rect">
            <a:avLst/>
          </a:prstGeom>
          <a:noFill/>
          <a:ln>
            <a:noFill/>
          </a:ln>
        </p:spPr>
      </p:pic>
      <p:sp>
        <p:nvSpPr>
          <p:cNvPr id="2550" name="Google Shape;2550;g3da1138a163_0_771"/>
          <p:cNvSpPr txBox="1"/>
          <p:nvPr/>
        </p:nvSpPr>
        <p:spPr>
          <a:xfrm>
            <a:off x="-1" y="6234672"/>
            <a:ext cx="5981100" cy="6465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chemeClr val="dk1"/>
              </a:buClr>
              <a:buSzPts val="1800"/>
              <a:buFont typeface="Arial"/>
              <a:buNone/>
            </a:pPr>
            <a:r>
              <a:rPr b="0" i="0" lang="en-US" sz="1800" u="none" cap="none" strike="noStrike">
                <a:solidFill>
                  <a:schemeClr val="lt1"/>
                </a:solidFill>
                <a:latin typeface="Times New Roman"/>
                <a:ea typeface="Times New Roman"/>
                <a:cs typeface="Times New Roman"/>
                <a:sym typeface="Times New Roman"/>
              </a:rPr>
              <a:t>Machine Learning Professional</a:t>
            </a:r>
            <a:br>
              <a:rPr b="0" i="0" lang="en-US" sz="1800" u="none" cap="none" strike="noStrike">
                <a:solidFill>
                  <a:schemeClr val="lt1"/>
                </a:solidFill>
                <a:latin typeface="Times New Roman"/>
                <a:ea typeface="Times New Roman"/>
                <a:cs typeface="Times New Roman"/>
                <a:sym typeface="Times New Roman"/>
              </a:rPr>
            </a:br>
            <a:r>
              <a:rPr b="0" i="0" lang="en-US" sz="1800" u="none" cap="none" strike="noStrike">
                <a:solidFill>
                  <a:schemeClr val="lt1"/>
                </a:solidFill>
                <a:latin typeface="Times New Roman"/>
                <a:ea typeface="Times New Roman"/>
                <a:cs typeface="Times New Roman"/>
                <a:sym typeface="Times New Roman"/>
              </a:rPr>
              <a:t>Project Presentation</a:t>
            </a:r>
            <a:endParaRPr b="0" i="0" sz="1800" u="none" cap="none" strike="noStrike">
              <a:solidFill>
                <a:schemeClr val="lt1"/>
              </a:solidFill>
              <a:latin typeface="Times New Roman"/>
              <a:ea typeface="Times New Roman"/>
              <a:cs typeface="Times New Roman"/>
              <a:sym typeface="Times New Roman"/>
            </a:endParaRPr>
          </a:p>
        </p:txBody>
      </p:sp>
      <p:pic>
        <p:nvPicPr>
          <p:cNvPr id="2551" name="Google Shape;2551;g3da1138a163_0_771"/>
          <p:cNvPicPr preferRelativeResize="0"/>
          <p:nvPr/>
        </p:nvPicPr>
        <p:blipFill rotWithShape="1">
          <a:blip r:embed="rId6">
            <a:alphaModFix/>
          </a:blip>
          <a:srcRect b="0" l="0" r="0" t="0"/>
          <a:stretch/>
        </p:blipFill>
        <p:spPr>
          <a:xfrm>
            <a:off x="10590875" y="6330524"/>
            <a:ext cx="1500023" cy="585000"/>
          </a:xfrm>
          <a:prstGeom prst="rect">
            <a:avLst/>
          </a:prstGeom>
          <a:noFill/>
          <a:ln>
            <a:noFill/>
          </a:ln>
        </p:spPr>
      </p:pic>
      <p:sp>
        <p:nvSpPr>
          <p:cNvPr id="2552" name="Google Shape;2552;g3da1138a163_0_771"/>
          <p:cNvSpPr txBox="1"/>
          <p:nvPr/>
        </p:nvSpPr>
        <p:spPr>
          <a:xfrm>
            <a:off x="-1" y="6234672"/>
            <a:ext cx="5981100" cy="6465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chemeClr val="dk1"/>
              </a:buClr>
              <a:buSzPts val="1800"/>
              <a:buFont typeface="Arial"/>
              <a:buNone/>
            </a:pPr>
            <a:r>
              <a:rPr b="0" i="0" lang="en-US" sz="1800" u="none" cap="none" strike="noStrike">
                <a:solidFill>
                  <a:schemeClr val="lt1"/>
                </a:solidFill>
                <a:latin typeface="Times New Roman"/>
                <a:ea typeface="Times New Roman"/>
                <a:cs typeface="Times New Roman"/>
                <a:sym typeface="Times New Roman"/>
              </a:rPr>
              <a:t>Machine Learning Professional</a:t>
            </a:r>
            <a:br>
              <a:rPr b="0" i="0" lang="en-US" sz="1800" u="none" cap="none" strike="noStrike">
                <a:solidFill>
                  <a:schemeClr val="lt1"/>
                </a:solidFill>
                <a:latin typeface="Times New Roman"/>
                <a:ea typeface="Times New Roman"/>
                <a:cs typeface="Times New Roman"/>
                <a:sym typeface="Times New Roman"/>
              </a:rPr>
            </a:br>
            <a:r>
              <a:rPr b="0" i="0" lang="en-US" sz="1800" u="none" cap="none" strike="noStrike">
                <a:solidFill>
                  <a:schemeClr val="lt1"/>
                </a:solidFill>
                <a:latin typeface="Times New Roman"/>
                <a:ea typeface="Times New Roman"/>
                <a:cs typeface="Times New Roman"/>
                <a:sym typeface="Times New Roman"/>
              </a:rPr>
              <a:t>Project Presentation</a:t>
            </a:r>
            <a:endParaRPr b="0" i="0" sz="1800" u="none" cap="none" strike="noStrike">
              <a:solidFill>
                <a:schemeClr val="lt1"/>
              </a:solidFill>
              <a:latin typeface="Times New Roman"/>
              <a:ea typeface="Times New Roman"/>
              <a:cs typeface="Times New Roman"/>
              <a:sym typeface="Times New Roman"/>
            </a:endParaRPr>
          </a:p>
        </p:txBody>
      </p:sp>
      <p:pic>
        <p:nvPicPr>
          <p:cNvPr id="2553" name="Google Shape;2553;g3da1138a163_0_771"/>
          <p:cNvPicPr preferRelativeResize="0"/>
          <p:nvPr/>
        </p:nvPicPr>
        <p:blipFill rotWithShape="1">
          <a:blip r:embed="rId6">
            <a:alphaModFix/>
          </a:blip>
          <a:srcRect b="0" l="0" r="0" t="0"/>
          <a:stretch/>
        </p:blipFill>
        <p:spPr>
          <a:xfrm>
            <a:off x="10590875" y="6330524"/>
            <a:ext cx="1500023" cy="585000"/>
          </a:xfrm>
          <a:prstGeom prst="rect">
            <a:avLst/>
          </a:prstGeom>
          <a:noFill/>
          <a:ln>
            <a:noFill/>
          </a:ln>
        </p:spPr>
      </p:pic>
      <p:sp>
        <p:nvSpPr>
          <p:cNvPr id="2554" name="Google Shape;2554;g3da1138a163_0_771"/>
          <p:cNvSpPr txBox="1"/>
          <p:nvPr/>
        </p:nvSpPr>
        <p:spPr>
          <a:xfrm>
            <a:off x="-1" y="6234672"/>
            <a:ext cx="5981100" cy="6465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chemeClr val="dk1"/>
              </a:buClr>
              <a:buSzPts val="1800"/>
              <a:buFont typeface="Arial"/>
              <a:buNone/>
            </a:pPr>
            <a:r>
              <a:rPr b="0" i="0" lang="en-US" sz="1800" u="none" cap="none" strike="noStrike">
                <a:solidFill>
                  <a:schemeClr val="lt1"/>
                </a:solidFill>
                <a:latin typeface="Times New Roman"/>
                <a:ea typeface="Times New Roman"/>
                <a:cs typeface="Times New Roman"/>
                <a:sym typeface="Times New Roman"/>
              </a:rPr>
              <a:t>Nanoelectronics - Seminar Presentation</a:t>
            </a:r>
            <a:br>
              <a:rPr b="0" i="0" lang="en-US" sz="1800" u="none" cap="none" strike="noStrike">
                <a:solidFill>
                  <a:schemeClr val="lt1"/>
                </a:solidFill>
                <a:latin typeface="Times New Roman"/>
                <a:ea typeface="Times New Roman"/>
                <a:cs typeface="Times New Roman"/>
                <a:sym typeface="Times New Roman"/>
              </a:rPr>
            </a:br>
            <a:r>
              <a:rPr b="0" i="0" lang="en-US" sz="1800" u="none" cap="none" strike="noStrike">
                <a:solidFill>
                  <a:schemeClr val="lt1"/>
                </a:solidFill>
                <a:latin typeface="Times New Roman"/>
                <a:ea typeface="Times New Roman"/>
                <a:cs typeface="Times New Roman"/>
                <a:sym typeface="Times New Roman"/>
              </a:rPr>
              <a:t>Ronit Dutta</a:t>
            </a:r>
            <a:endParaRPr b="0" i="0" sz="1800" u="none" cap="none" strike="noStrike">
              <a:solidFill>
                <a:schemeClr val="lt1"/>
              </a:solidFill>
              <a:latin typeface="Times New Roman"/>
              <a:ea typeface="Times New Roman"/>
              <a:cs typeface="Times New Roman"/>
              <a:sym typeface="Times New Roman"/>
            </a:endParaRPr>
          </a:p>
        </p:txBody>
      </p:sp>
      <p:pic>
        <p:nvPicPr>
          <p:cNvPr id="2555" name="Google Shape;2555;g3da1138a163_0_771"/>
          <p:cNvPicPr preferRelativeResize="0"/>
          <p:nvPr/>
        </p:nvPicPr>
        <p:blipFill rotWithShape="1">
          <a:blip r:embed="rId6">
            <a:alphaModFix/>
          </a:blip>
          <a:srcRect b="0" l="0" r="0" t="0"/>
          <a:stretch/>
        </p:blipFill>
        <p:spPr>
          <a:xfrm>
            <a:off x="10590875" y="6330524"/>
            <a:ext cx="1500023" cy="585000"/>
          </a:xfrm>
          <a:prstGeom prst="rect">
            <a:avLst/>
          </a:prstGeom>
          <a:noFill/>
          <a:ln>
            <a:noFill/>
          </a:ln>
        </p:spPr>
      </p:pic>
      <p:pic>
        <p:nvPicPr>
          <p:cNvPr id="2556" name="Google Shape;2556;g3da1138a163_0_771"/>
          <p:cNvPicPr preferRelativeResize="0"/>
          <p:nvPr/>
        </p:nvPicPr>
        <p:blipFill rotWithShape="1">
          <a:blip r:embed="rId4">
            <a:alphaModFix/>
          </a:blip>
          <a:srcRect b="0" l="0" r="0" t="0"/>
          <a:stretch/>
        </p:blipFill>
        <p:spPr>
          <a:xfrm>
            <a:off x="10590934" y="6330522"/>
            <a:ext cx="1499906" cy="585000"/>
          </a:xfrm>
          <a:prstGeom prst="rect">
            <a:avLst/>
          </a:prstGeom>
          <a:noFill/>
          <a:ln>
            <a:noFill/>
          </a:ln>
        </p:spPr>
      </p:pic>
      <p:sp>
        <p:nvSpPr>
          <p:cNvPr id="2557" name="Google Shape;2557;g3da1138a163_0_771"/>
          <p:cNvSpPr txBox="1"/>
          <p:nvPr/>
        </p:nvSpPr>
        <p:spPr>
          <a:xfrm>
            <a:off x="-1" y="6288587"/>
            <a:ext cx="5981100" cy="3693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chemeClr val="dk1"/>
              </a:buClr>
              <a:buSzPts val="1800"/>
              <a:buFont typeface="Arial"/>
              <a:buNone/>
            </a:pPr>
            <a:r>
              <a:rPr b="0" i="0" lang="en-US" sz="1800" u="none" cap="none" strike="noStrike">
                <a:solidFill>
                  <a:schemeClr val="lt1"/>
                </a:solidFill>
                <a:latin typeface="Times New Roman"/>
                <a:ea typeface="Times New Roman"/>
                <a:cs typeface="Times New Roman"/>
                <a:sym typeface="Times New Roman"/>
              </a:rPr>
              <a:t>Term Paper Presentation | Ronit Dutta</a:t>
            </a:r>
            <a:endParaRPr b="0" i="0" sz="1800" u="none" cap="none" strike="noStrike">
              <a:solidFill>
                <a:schemeClr val="lt1"/>
              </a:solidFill>
              <a:latin typeface="Times New Roman"/>
              <a:ea typeface="Times New Roman"/>
              <a:cs typeface="Times New Roman"/>
              <a:sym typeface="Times New Roman"/>
            </a:endParaRPr>
          </a:p>
        </p:txBody>
      </p:sp>
      <p:pic>
        <p:nvPicPr>
          <p:cNvPr id="2558" name="Google Shape;2558;g3da1138a163_0_771"/>
          <p:cNvPicPr preferRelativeResize="0"/>
          <p:nvPr/>
        </p:nvPicPr>
        <p:blipFill rotWithShape="1">
          <a:blip r:embed="rId4">
            <a:alphaModFix/>
          </a:blip>
          <a:srcRect b="0" l="0" r="0" t="0"/>
          <a:stretch/>
        </p:blipFill>
        <p:spPr>
          <a:xfrm>
            <a:off x="10590934" y="6330522"/>
            <a:ext cx="1499906" cy="585000"/>
          </a:xfrm>
          <a:prstGeom prst="rect">
            <a:avLst/>
          </a:prstGeom>
          <a:noFill/>
          <a:ln>
            <a:noFill/>
          </a:ln>
        </p:spPr>
      </p:pic>
      <p:sp>
        <p:nvSpPr>
          <p:cNvPr id="2559" name="Google Shape;2559;g3da1138a163_0_771"/>
          <p:cNvSpPr txBox="1"/>
          <p:nvPr/>
        </p:nvSpPr>
        <p:spPr>
          <a:xfrm>
            <a:off x="-1" y="6288587"/>
            <a:ext cx="5981100" cy="3693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chemeClr val="dk1"/>
              </a:buClr>
              <a:buSzPts val="1800"/>
              <a:buFont typeface="Arial"/>
              <a:buNone/>
            </a:pPr>
            <a:r>
              <a:rPr b="0" i="0" lang="en-US" sz="1800" u="none" cap="none" strike="noStrike">
                <a:solidFill>
                  <a:schemeClr val="lt1"/>
                </a:solidFill>
                <a:latin typeface="Times New Roman"/>
                <a:ea typeface="Times New Roman"/>
                <a:cs typeface="Times New Roman"/>
                <a:sym typeface="Times New Roman"/>
              </a:rPr>
              <a:t>Term Paper Presentation | Ronit Dutta</a:t>
            </a:r>
            <a:endParaRPr b="0" i="0" sz="1800" u="none" cap="none" strike="noStrike">
              <a:solidFill>
                <a:schemeClr val="lt1"/>
              </a:solidFill>
              <a:latin typeface="Times New Roman"/>
              <a:ea typeface="Times New Roman"/>
              <a:cs typeface="Times New Roman"/>
              <a:sym typeface="Times New Roman"/>
            </a:endParaRPr>
          </a:p>
        </p:txBody>
      </p:sp>
      <p:pic>
        <p:nvPicPr>
          <p:cNvPr id="2560" name="Google Shape;2560;g3da1138a163_0_771"/>
          <p:cNvPicPr preferRelativeResize="0"/>
          <p:nvPr/>
        </p:nvPicPr>
        <p:blipFill rotWithShape="1">
          <a:blip r:embed="rId4">
            <a:alphaModFix/>
          </a:blip>
          <a:srcRect b="0" l="0" r="0" t="0"/>
          <a:stretch/>
        </p:blipFill>
        <p:spPr>
          <a:xfrm>
            <a:off x="10590934" y="6330522"/>
            <a:ext cx="1499906" cy="585000"/>
          </a:xfrm>
          <a:prstGeom prst="rect">
            <a:avLst/>
          </a:prstGeom>
          <a:noFill/>
          <a:ln>
            <a:noFill/>
          </a:ln>
        </p:spPr>
      </p:pic>
      <p:sp>
        <p:nvSpPr>
          <p:cNvPr id="2561" name="Google Shape;2561;g3da1138a163_0_771"/>
          <p:cNvSpPr txBox="1"/>
          <p:nvPr/>
        </p:nvSpPr>
        <p:spPr>
          <a:xfrm>
            <a:off x="-1" y="6288587"/>
            <a:ext cx="5981100" cy="6465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chemeClr val="dk1"/>
              </a:buClr>
              <a:buSzPts val="1800"/>
              <a:buFont typeface="Arial"/>
              <a:buNone/>
            </a:pPr>
            <a:r>
              <a:rPr b="0" i="0" lang="en-US" sz="1800" u="none" cap="none" strike="noStrike">
                <a:solidFill>
                  <a:schemeClr val="lt1"/>
                </a:solidFill>
                <a:latin typeface="Times New Roman"/>
                <a:ea typeface="Times New Roman"/>
                <a:cs typeface="Times New Roman"/>
                <a:sym typeface="Times New Roman"/>
              </a:rPr>
              <a:t>Machine Learning Professional</a:t>
            </a:r>
            <a:br>
              <a:rPr b="0" i="0" lang="en-US" sz="1800" u="none" cap="none" strike="noStrike">
                <a:solidFill>
                  <a:schemeClr val="lt1"/>
                </a:solidFill>
                <a:latin typeface="Times New Roman"/>
                <a:ea typeface="Times New Roman"/>
                <a:cs typeface="Times New Roman"/>
                <a:sym typeface="Times New Roman"/>
              </a:rPr>
            </a:br>
            <a:r>
              <a:rPr b="0" i="0" lang="en-US" sz="1800" u="none" cap="none" strike="noStrike">
                <a:solidFill>
                  <a:schemeClr val="lt1"/>
                </a:solidFill>
                <a:latin typeface="Times New Roman"/>
                <a:ea typeface="Times New Roman"/>
                <a:cs typeface="Times New Roman"/>
                <a:sym typeface="Times New Roman"/>
              </a:rPr>
              <a:t>Project Presentation</a:t>
            </a:r>
            <a:endParaRPr b="0" i="0" sz="1800" u="none" cap="none" strike="noStrike">
              <a:solidFill>
                <a:schemeClr val="lt1"/>
              </a:solidFill>
              <a:latin typeface="Times New Roman"/>
              <a:ea typeface="Times New Roman"/>
              <a:cs typeface="Times New Roman"/>
              <a:sym typeface="Times New Roman"/>
            </a:endParaRPr>
          </a:p>
        </p:txBody>
      </p:sp>
      <p:pic>
        <p:nvPicPr>
          <p:cNvPr id="2562" name="Google Shape;2562;g3da1138a163_0_771"/>
          <p:cNvPicPr preferRelativeResize="0"/>
          <p:nvPr/>
        </p:nvPicPr>
        <p:blipFill rotWithShape="1">
          <a:blip r:embed="rId6">
            <a:alphaModFix/>
          </a:blip>
          <a:srcRect b="0" l="0" r="0" t="0"/>
          <a:stretch/>
        </p:blipFill>
        <p:spPr>
          <a:xfrm>
            <a:off x="10590875" y="6341462"/>
            <a:ext cx="1500023" cy="585000"/>
          </a:xfrm>
          <a:prstGeom prst="rect">
            <a:avLst/>
          </a:prstGeom>
          <a:noFill/>
          <a:ln>
            <a:noFill/>
          </a:ln>
        </p:spPr>
      </p:pic>
      <p:sp>
        <p:nvSpPr>
          <p:cNvPr id="2563" name="Google Shape;2563;g3da1138a163_0_771"/>
          <p:cNvSpPr txBox="1"/>
          <p:nvPr/>
        </p:nvSpPr>
        <p:spPr>
          <a:xfrm>
            <a:off x="-1" y="6288587"/>
            <a:ext cx="5981100" cy="6465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chemeClr val="dk1"/>
              </a:buClr>
              <a:buSzPts val="1800"/>
              <a:buFont typeface="Arial"/>
              <a:buNone/>
            </a:pPr>
            <a:r>
              <a:rPr b="0" i="0" lang="en-US" sz="1800" u="none" cap="none" strike="noStrike">
                <a:solidFill>
                  <a:schemeClr val="lt1"/>
                </a:solidFill>
                <a:latin typeface="Times New Roman"/>
                <a:ea typeface="Times New Roman"/>
                <a:cs typeface="Times New Roman"/>
                <a:sym typeface="Times New Roman"/>
              </a:rPr>
              <a:t>Machine Learning Professional</a:t>
            </a:r>
            <a:br>
              <a:rPr b="0" i="0" lang="en-US" sz="1800" u="none" cap="none" strike="noStrike">
                <a:solidFill>
                  <a:schemeClr val="lt1"/>
                </a:solidFill>
                <a:latin typeface="Times New Roman"/>
                <a:ea typeface="Times New Roman"/>
                <a:cs typeface="Times New Roman"/>
                <a:sym typeface="Times New Roman"/>
              </a:rPr>
            </a:br>
            <a:r>
              <a:rPr b="0" i="0" lang="en-US" sz="1800" u="none" cap="none" strike="noStrike">
                <a:solidFill>
                  <a:schemeClr val="lt1"/>
                </a:solidFill>
                <a:latin typeface="Times New Roman"/>
                <a:ea typeface="Times New Roman"/>
                <a:cs typeface="Times New Roman"/>
                <a:sym typeface="Times New Roman"/>
              </a:rPr>
              <a:t>Project Presentation</a:t>
            </a:r>
            <a:endParaRPr b="0" i="0" sz="1800" u="none" cap="none" strike="noStrike">
              <a:solidFill>
                <a:schemeClr val="lt1"/>
              </a:solidFill>
              <a:latin typeface="Times New Roman"/>
              <a:ea typeface="Times New Roman"/>
              <a:cs typeface="Times New Roman"/>
              <a:sym typeface="Times New Roman"/>
            </a:endParaRPr>
          </a:p>
        </p:txBody>
      </p:sp>
      <p:pic>
        <p:nvPicPr>
          <p:cNvPr id="2564" name="Google Shape;2564;g3da1138a163_0_771"/>
          <p:cNvPicPr preferRelativeResize="0"/>
          <p:nvPr/>
        </p:nvPicPr>
        <p:blipFill rotWithShape="1">
          <a:blip r:embed="rId6">
            <a:alphaModFix/>
          </a:blip>
          <a:srcRect b="0" l="0" r="0" t="0"/>
          <a:stretch/>
        </p:blipFill>
        <p:spPr>
          <a:xfrm>
            <a:off x="10590875" y="6330524"/>
            <a:ext cx="1500023" cy="585000"/>
          </a:xfrm>
          <a:prstGeom prst="rect">
            <a:avLst/>
          </a:prstGeom>
          <a:noFill/>
          <a:ln>
            <a:noFill/>
          </a:ln>
        </p:spPr>
      </p:pic>
      <p:sp>
        <p:nvSpPr>
          <p:cNvPr id="2565" name="Google Shape;2565;g3da1138a163_0_771"/>
          <p:cNvSpPr txBox="1"/>
          <p:nvPr/>
        </p:nvSpPr>
        <p:spPr>
          <a:xfrm>
            <a:off x="-1" y="6234672"/>
            <a:ext cx="5981100" cy="6465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chemeClr val="dk1"/>
              </a:buClr>
              <a:buSzPts val="1800"/>
              <a:buFont typeface="Arial"/>
              <a:buNone/>
            </a:pPr>
            <a:r>
              <a:rPr b="0" i="0" lang="en-US" sz="1800" u="none" cap="none" strike="noStrike">
                <a:solidFill>
                  <a:schemeClr val="lt1"/>
                </a:solidFill>
                <a:latin typeface="Times New Roman"/>
                <a:ea typeface="Times New Roman"/>
                <a:cs typeface="Times New Roman"/>
                <a:sym typeface="Times New Roman"/>
              </a:rPr>
              <a:t>Machine Learning Professional</a:t>
            </a:r>
            <a:br>
              <a:rPr b="0" i="0" lang="en-US" sz="1800" u="none" cap="none" strike="noStrike">
                <a:solidFill>
                  <a:schemeClr val="lt1"/>
                </a:solidFill>
                <a:latin typeface="Times New Roman"/>
                <a:ea typeface="Times New Roman"/>
                <a:cs typeface="Times New Roman"/>
                <a:sym typeface="Times New Roman"/>
              </a:rPr>
            </a:br>
            <a:r>
              <a:rPr b="0" i="0" lang="en-US" sz="1800" u="none" cap="none" strike="noStrike">
                <a:solidFill>
                  <a:schemeClr val="lt1"/>
                </a:solidFill>
                <a:latin typeface="Times New Roman"/>
                <a:ea typeface="Times New Roman"/>
                <a:cs typeface="Times New Roman"/>
                <a:sym typeface="Times New Roman"/>
              </a:rPr>
              <a:t>Project Presentation</a:t>
            </a:r>
            <a:endParaRPr b="0" i="0" sz="1800" u="none" cap="none" strike="noStrike">
              <a:solidFill>
                <a:schemeClr val="lt1"/>
              </a:solidFill>
              <a:latin typeface="Times New Roman"/>
              <a:ea typeface="Times New Roman"/>
              <a:cs typeface="Times New Roman"/>
              <a:sym typeface="Times New Roman"/>
            </a:endParaRPr>
          </a:p>
        </p:txBody>
      </p:sp>
      <p:pic>
        <p:nvPicPr>
          <p:cNvPr id="2566" name="Google Shape;2566;g3da1138a163_0_771"/>
          <p:cNvPicPr preferRelativeResize="0"/>
          <p:nvPr/>
        </p:nvPicPr>
        <p:blipFill rotWithShape="1">
          <a:blip r:embed="rId6">
            <a:alphaModFix/>
          </a:blip>
          <a:srcRect b="0" l="0" r="0" t="0"/>
          <a:stretch/>
        </p:blipFill>
        <p:spPr>
          <a:xfrm>
            <a:off x="10590875" y="6330524"/>
            <a:ext cx="1500023" cy="585000"/>
          </a:xfrm>
          <a:prstGeom prst="rect">
            <a:avLst/>
          </a:prstGeom>
          <a:noFill/>
          <a:ln>
            <a:noFill/>
          </a:ln>
        </p:spPr>
      </p:pic>
      <p:sp>
        <p:nvSpPr>
          <p:cNvPr id="2567" name="Google Shape;2567;g3da1138a163_0_771"/>
          <p:cNvSpPr txBox="1"/>
          <p:nvPr/>
        </p:nvSpPr>
        <p:spPr>
          <a:xfrm>
            <a:off x="-1" y="6234672"/>
            <a:ext cx="5981100" cy="6465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chemeClr val="dk1"/>
              </a:buClr>
              <a:buSzPts val="1800"/>
              <a:buFont typeface="Arial"/>
              <a:buNone/>
            </a:pPr>
            <a:r>
              <a:rPr b="0" i="0" lang="en-US" sz="1800" u="none" cap="none" strike="noStrike">
                <a:solidFill>
                  <a:schemeClr val="lt1"/>
                </a:solidFill>
                <a:latin typeface="Times New Roman"/>
                <a:ea typeface="Times New Roman"/>
                <a:cs typeface="Times New Roman"/>
                <a:sym typeface="Times New Roman"/>
              </a:rPr>
              <a:t>Machine Learning Professional</a:t>
            </a:r>
            <a:br>
              <a:rPr b="0" i="0" lang="en-US" sz="1800" u="none" cap="none" strike="noStrike">
                <a:solidFill>
                  <a:schemeClr val="lt1"/>
                </a:solidFill>
                <a:latin typeface="Times New Roman"/>
                <a:ea typeface="Times New Roman"/>
                <a:cs typeface="Times New Roman"/>
                <a:sym typeface="Times New Roman"/>
              </a:rPr>
            </a:br>
            <a:r>
              <a:rPr b="0" i="0" lang="en-US" sz="1800" u="none" cap="none" strike="noStrike">
                <a:solidFill>
                  <a:schemeClr val="lt1"/>
                </a:solidFill>
                <a:latin typeface="Times New Roman"/>
                <a:ea typeface="Times New Roman"/>
                <a:cs typeface="Times New Roman"/>
                <a:sym typeface="Times New Roman"/>
              </a:rPr>
              <a:t>Project Presentation</a:t>
            </a:r>
            <a:endParaRPr b="0" i="0" sz="1800" u="none" cap="none" strike="noStrike">
              <a:solidFill>
                <a:schemeClr val="lt1"/>
              </a:solidFill>
              <a:latin typeface="Times New Roman"/>
              <a:ea typeface="Times New Roman"/>
              <a:cs typeface="Times New Roman"/>
              <a:sym typeface="Times New Roman"/>
            </a:endParaRPr>
          </a:p>
        </p:txBody>
      </p:sp>
      <p:pic>
        <p:nvPicPr>
          <p:cNvPr id="2568" name="Google Shape;2568;g3da1138a163_0_771"/>
          <p:cNvPicPr preferRelativeResize="0"/>
          <p:nvPr/>
        </p:nvPicPr>
        <p:blipFill rotWithShape="1">
          <a:blip r:embed="rId6">
            <a:alphaModFix/>
          </a:blip>
          <a:srcRect b="0" l="0" r="0" t="0"/>
          <a:stretch/>
        </p:blipFill>
        <p:spPr>
          <a:xfrm>
            <a:off x="10590875" y="6330524"/>
            <a:ext cx="1500023" cy="585000"/>
          </a:xfrm>
          <a:prstGeom prst="rect">
            <a:avLst/>
          </a:prstGeom>
          <a:noFill/>
          <a:ln>
            <a:noFill/>
          </a:ln>
        </p:spPr>
      </p:pic>
      <p:sp>
        <p:nvSpPr>
          <p:cNvPr id="2569" name="Google Shape;2569;g3da1138a163_0_771"/>
          <p:cNvSpPr txBox="1"/>
          <p:nvPr/>
        </p:nvSpPr>
        <p:spPr>
          <a:xfrm>
            <a:off x="-1" y="6234672"/>
            <a:ext cx="5981100" cy="6465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chemeClr val="dk1"/>
              </a:buClr>
              <a:buSzPts val="1800"/>
              <a:buFont typeface="Arial"/>
              <a:buNone/>
            </a:pPr>
            <a:r>
              <a:rPr b="0" i="0" lang="en-US" sz="1800" u="none" cap="none" strike="noStrike">
                <a:solidFill>
                  <a:schemeClr val="lt1"/>
                </a:solidFill>
                <a:latin typeface="Times New Roman"/>
                <a:ea typeface="Times New Roman"/>
                <a:cs typeface="Times New Roman"/>
                <a:sym typeface="Times New Roman"/>
              </a:rPr>
              <a:t>Nanoelectronics - Seminar Presentation</a:t>
            </a:r>
            <a:br>
              <a:rPr b="0" i="0" lang="en-US" sz="1800" u="none" cap="none" strike="noStrike">
                <a:solidFill>
                  <a:schemeClr val="lt1"/>
                </a:solidFill>
                <a:latin typeface="Times New Roman"/>
                <a:ea typeface="Times New Roman"/>
                <a:cs typeface="Times New Roman"/>
                <a:sym typeface="Times New Roman"/>
              </a:rPr>
            </a:br>
            <a:r>
              <a:rPr b="0" i="0" lang="en-US" sz="1800" u="none" cap="none" strike="noStrike">
                <a:solidFill>
                  <a:schemeClr val="lt1"/>
                </a:solidFill>
                <a:latin typeface="Times New Roman"/>
                <a:ea typeface="Times New Roman"/>
                <a:cs typeface="Times New Roman"/>
                <a:sym typeface="Times New Roman"/>
              </a:rPr>
              <a:t>Ronit Dutta</a:t>
            </a:r>
            <a:endParaRPr b="0" i="0" sz="1800" u="none" cap="none" strike="noStrike">
              <a:solidFill>
                <a:schemeClr val="lt1"/>
              </a:solidFill>
              <a:latin typeface="Times New Roman"/>
              <a:ea typeface="Times New Roman"/>
              <a:cs typeface="Times New Roman"/>
              <a:sym typeface="Times New Roman"/>
            </a:endParaRPr>
          </a:p>
        </p:txBody>
      </p:sp>
      <p:pic>
        <p:nvPicPr>
          <p:cNvPr id="2570" name="Google Shape;2570;g3da1138a163_0_771"/>
          <p:cNvPicPr preferRelativeResize="0"/>
          <p:nvPr/>
        </p:nvPicPr>
        <p:blipFill rotWithShape="1">
          <a:blip r:embed="rId6">
            <a:alphaModFix/>
          </a:blip>
          <a:srcRect b="0" l="0" r="0" t="0"/>
          <a:stretch/>
        </p:blipFill>
        <p:spPr>
          <a:xfrm>
            <a:off x="10590875" y="6330524"/>
            <a:ext cx="1500023" cy="585000"/>
          </a:xfrm>
          <a:prstGeom prst="rect">
            <a:avLst/>
          </a:prstGeom>
          <a:noFill/>
          <a:ln>
            <a:noFill/>
          </a:ln>
        </p:spPr>
      </p:pic>
      <p:pic>
        <p:nvPicPr>
          <p:cNvPr id="2571" name="Google Shape;2571;g3da1138a163_0_771"/>
          <p:cNvPicPr preferRelativeResize="0"/>
          <p:nvPr/>
        </p:nvPicPr>
        <p:blipFill rotWithShape="1">
          <a:blip r:embed="rId9">
            <a:alphaModFix/>
          </a:blip>
          <a:srcRect b="0" l="0" r="0" t="0"/>
          <a:stretch/>
        </p:blipFill>
        <p:spPr>
          <a:xfrm>
            <a:off x="0" y="6234674"/>
            <a:ext cx="12192000" cy="1165875"/>
          </a:xfrm>
          <a:prstGeom prst="rect">
            <a:avLst/>
          </a:prstGeom>
          <a:noFill/>
          <a:ln>
            <a:noFill/>
          </a:ln>
        </p:spPr>
      </p:pic>
      <p:sp>
        <p:nvSpPr>
          <p:cNvPr id="2572" name="Google Shape;2572;g3da1138a163_0_771"/>
          <p:cNvSpPr txBox="1"/>
          <p:nvPr/>
        </p:nvSpPr>
        <p:spPr>
          <a:xfrm>
            <a:off x="-1" y="6310697"/>
            <a:ext cx="5981100" cy="6465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chemeClr val="dk1"/>
              </a:buClr>
              <a:buSzPts val="1800"/>
              <a:buFont typeface="Arial"/>
              <a:buNone/>
            </a:pPr>
            <a:r>
              <a:rPr lang="en-US" sz="1800">
                <a:solidFill>
                  <a:schemeClr val="lt1"/>
                </a:solidFill>
                <a:latin typeface="Times New Roman"/>
                <a:ea typeface="Times New Roman"/>
                <a:cs typeface="Times New Roman"/>
                <a:sym typeface="Times New Roman"/>
              </a:rPr>
              <a:t>Applied Mathematics for Engineering [MIDTERM PROJECT]</a:t>
            </a:r>
            <a:br>
              <a:rPr b="0" i="0" lang="en-US" sz="1800" u="none" cap="none" strike="noStrike">
                <a:solidFill>
                  <a:schemeClr val="lt1"/>
                </a:solidFill>
                <a:latin typeface="Times New Roman"/>
                <a:ea typeface="Times New Roman"/>
                <a:cs typeface="Times New Roman"/>
                <a:sym typeface="Times New Roman"/>
              </a:rPr>
            </a:br>
            <a:r>
              <a:rPr b="0" i="0" lang="en-US" sz="1800" u="none" cap="none" strike="noStrike">
                <a:solidFill>
                  <a:schemeClr val="lt1"/>
                </a:solidFill>
                <a:latin typeface="Times New Roman"/>
                <a:ea typeface="Times New Roman"/>
                <a:cs typeface="Times New Roman"/>
                <a:sym typeface="Times New Roman"/>
              </a:rPr>
              <a:t>Ronit Dutta</a:t>
            </a:r>
            <a:endParaRPr b="0" i="0" sz="1800" u="none" cap="none" strike="noStrike">
              <a:solidFill>
                <a:schemeClr val="lt1"/>
              </a:solidFill>
              <a:latin typeface="Times New Roman"/>
              <a:ea typeface="Times New Roman"/>
              <a:cs typeface="Times New Roman"/>
              <a:sym typeface="Times New Roman"/>
            </a:endParaRPr>
          </a:p>
        </p:txBody>
      </p:sp>
      <p:pic>
        <p:nvPicPr>
          <p:cNvPr id="2573" name="Google Shape;2573;g3da1138a163_0_771"/>
          <p:cNvPicPr preferRelativeResize="0"/>
          <p:nvPr/>
        </p:nvPicPr>
        <p:blipFill rotWithShape="1">
          <a:blip r:embed="rId6">
            <a:alphaModFix/>
          </a:blip>
          <a:srcRect b="0" l="0" r="0" t="0"/>
          <a:stretch/>
        </p:blipFill>
        <p:spPr>
          <a:xfrm>
            <a:off x="10579375" y="6341449"/>
            <a:ext cx="1500023" cy="585000"/>
          </a:xfrm>
          <a:prstGeom prst="rect">
            <a:avLst/>
          </a:prstGeom>
          <a:noFill/>
          <a:ln>
            <a:noFill/>
          </a:ln>
        </p:spPr>
      </p:pic>
      <p:pic>
        <p:nvPicPr>
          <p:cNvPr id="2574" name="Google Shape;2574;g3da1138a163_0_771"/>
          <p:cNvPicPr preferRelativeResize="0"/>
          <p:nvPr/>
        </p:nvPicPr>
        <p:blipFill rotWithShape="1">
          <a:blip r:embed="rId9">
            <a:alphaModFix/>
          </a:blip>
          <a:srcRect b="0" l="0" r="0" t="0"/>
          <a:stretch/>
        </p:blipFill>
        <p:spPr>
          <a:xfrm>
            <a:off x="0" y="6330524"/>
            <a:ext cx="12192000" cy="1165875"/>
          </a:xfrm>
          <a:prstGeom prst="rect">
            <a:avLst/>
          </a:prstGeom>
          <a:noFill/>
          <a:ln>
            <a:noFill/>
          </a:ln>
        </p:spPr>
      </p:pic>
      <p:sp>
        <p:nvSpPr>
          <p:cNvPr id="2575" name="Google Shape;2575;g3da1138a163_0_771"/>
          <p:cNvSpPr txBox="1"/>
          <p:nvPr/>
        </p:nvSpPr>
        <p:spPr>
          <a:xfrm>
            <a:off x="-1" y="6445547"/>
            <a:ext cx="5981100" cy="6465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chemeClr val="dk1"/>
              </a:buClr>
              <a:buSzPts val="1800"/>
              <a:buFont typeface="Arial"/>
              <a:buNone/>
            </a:pPr>
            <a:r>
              <a:rPr lang="en-US" sz="1800">
                <a:solidFill>
                  <a:schemeClr val="lt1"/>
                </a:solidFill>
                <a:latin typeface="Times New Roman"/>
                <a:ea typeface="Times New Roman"/>
                <a:cs typeface="Times New Roman"/>
                <a:sym typeface="Times New Roman"/>
              </a:rPr>
              <a:t>Applied Mathematics for Engineering [MIDTERM PROJECT]</a:t>
            </a:r>
            <a:br>
              <a:rPr b="0" i="0" lang="en-US" sz="1800" u="none" cap="none" strike="noStrike">
                <a:solidFill>
                  <a:schemeClr val="lt1"/>
                </a:solidFill>
                <a:latin typeface="Times New Roman"/>
                <a:ea typeface="Times New Roman"/>
                <a:cs typeface="Times New Roman"/>
                <a:sym typeface="Times New Roman"/>
              </a:rPr>
            </a:br>
            <a:r>
              <a:rPr b="0" i="0" lang="en-US" sz="1800" u="none" cap="none" strike="noStrike">
                <a:solidFill>
                  <a:schemeClr val="lt1"/>
                </a:solidFill>
                <a:latin typeface="Times New Roman"/>
                <a:ea typeface="Times New Roman"/>
                <a:cs typeface="Times New Roman"/>
                <a:sym typeface="Times New Roman"/>
              </a:rPr>
              <a:t>Ronit Dutta</a:t>
            </a:r>
            <a:endParaRPr b="0" i="0" sz="1800" u="none" cap="none" strike="noStrike">
              <a:solidFill>
                <a:schemeClr val="lt1"/>
              </a:solidFill>
              <a:latin typeface="Times New Roman"/>
              <a:ea typeface="Times New Roman"/>
              <a:cs typeface="Times New Roman"/>
              <a:sym typeface="Times New Roman"/>
            </a:endParaRPr>
          </a:p>
        </p:txBody>
      </p:sp>
      <p:pic>
        <p:nvPicPr>
          <p:cNvPr id="2576" name="Google Shape;2576;g3da1138a163_0_771"/>
          <p:cNvPicPr preferRelativeResize="0"/>
          <p:nvPr/>
        </p:nvPicPr>
        <p:blipFill rotWithShape="1">
          <a:blip r:embed="rId6">
            <a:alphaModFix/>
          </a:blip>
          <a:srcRect b="0" l="0" r="0" t="0"/>
          <a:stretch/>
        </p:blipFill>
        <p:spPr>
          <a:xfrm>
            <a:off x="10579375" y="6476299"/>
            <a:ext cx="1500023" cy="585000"/>
          </a:xfrm>
          <a:prstGeom prst="rect">
            <a:avLst/>
          </a:prstGeom>
          <a:noFill/>
          <a:ln>
            <a:noFill/>
          </a:ln>
        </p:spPr>
      </p:pic>
      <p:pic>
        <p:nvPicPr>
          <p:cNvPr id="2577" name="Google Shape;2577;g3da1138a163_0_771"/>
          <p:cNvPicPr preferRelativeResize="0"/>
          <p:nvPr/>
        </p:nvPicPr>
        <p:blipFill rotWithShape="1">
          <a:blip r:embed="rId4">
            <a:alphaModFix/>
          </a:blip>
          <a:srcRect b="0" l="0" r="0" t="0"/>
          <a:stretch/>
        </p:blipFill>
        <p:spPr>
          <a:xfrm>
            <a:off x="10590934" y="6330522"/>
            <a:ext cx="1499906" cy="585000"/>
          </a:xfrm>
          <a:prstGeom prst="rect">
            <a:avLst/>
          </a:prstGeom>
          <a:noFill/>
          <a:ln>
            <a:noFill/>
          </a:ln>
        </p:spPr>
      </p:pic>
      <p:sp>
        <p:nvSpPr>
          <p:cNvPr id="2578" name="Google Shape;2578;g3da1138a163_0_771"/>
          <p:cNvSpPr txBox="1"/>
          <p:nvPr/>
        </p:nvSpPr>
        <p:spPr>
          <a:xfrm>
            <a:off x="-1" y="6288587"/>
            <a:ext cx="5981100" cy="3693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chemeClr val="dk1"/>
              </a:buClr>
              <a:buSzPts val="1800"/>
              <a:buFont typeface="Arial"/>
              <a:buNone/>
            </a:pPr>
            <a:r>
              <a:rPr b="0" i="0" lang="en-US" sz="1800" u="none" cap="none" strike="noStrike">
                <a:solidFill>
                  <a:schemeClr val="lt1"/>
                </a:solidFill>
                <a:latin typeface="Times New Roman"/>
                <a:ea typeface="Times New Roman"/>
                <a:cs typeface="Times New Roman"/>
                <a:sym typeface="Times New Roman"/>
              </a:rPr>
              <a:t>Term Paper Presentation | Ronit Dutta</a:t>
            </a:r>
            <a:endParaRPr b="0" i="0" sz="1800" u="none" cap="none" strike="noStrike">
              <a:solidFill>
                <a:schemeClr val="lt1"/>
              </a:solidFill>
              <a:latin typeface="Times New Roman"/>
              <a:ea typeface="Times New Roman"/>
              <a:cs typeface="Times New Roman"/>
              <a:sym typeface="Times New Roman"/>
            </a:endParaRPr>
          </a:p>
        </p:txBody>
      </p:sp>
      <p:pic>
        <p:nvPicPr>
          <p:cNvPr id="2579" name="Google Shape;2579;g3da1138a163_0_771"/>
          <p:cNvPicPr preferRelativeResize="0"/>
          <p:nvPr/>
        </p:nvPicPr>
        <p:blipFill rotWithShape="1">
          <a:blip r:embed="rId4">
            <a:alphaModFix/>
          </a:blip>
          <a:srcRect b="0" l="0" r="0" t="0"/>
          <a:stretch/>
        </p:blipFill>
        <p:spPr>
          <a:xfrm>
            <a:off x="10590934" y="6330522"/>
            <a:ext cx="1499906" cy="585000"/>
          </a:xfrm>
          <a:prstGeom prst="rect">
            <a:avLst/>
          </a:prstGeom>
          <a:noFill/>
          <a:ln>
            <a:noFill/>
          </a:ln>
        </p:spPr>
      </p:pic>
      <p:sp>
        <p:nvSpPr>
          <p:cNvPr id="2580" name="Google Shape;2580;g3da1138a163_0_771"/>
          <p:cNvSpPr txBox="1"/>
          <p:nvPr/>
        </p:nvSpPr>
        <p:spPr>
          <a:xfrm>
            <a:off x="-1" y="6288587"/>
            <a:ext cx="5981100" cy="3693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chemeClr val="dk1"/>
              </a:buClr>
              <a:buSzPts val="1800"/>
              <a:buFont typeface="Arial"/>
              <a:buNone/>
            </a:pPr>
            <a:r>
              <a:rPr b="0" i="0" lang="en-US" sz="1800" u="none" cap="none" strike="noStrike">
                <a:solidFill>
                  <a:schemeClr val="lt1"/>
                </a:solidFill>
                <a:latin typeface="Times New Roman"/>
                <a:ea typeface="Times New Roman"/>
                <a:cs typeface="Times New Roman"/>
                <a:sym typeface="Times New Roman"/>
              </a:rPr>
              <a:t>Term Paper Presentation | Ronit Dutta</a:t>
            </a:r>
            <a:endParaRPr b="0" i="0" sz="1800" u="none" cap="none" strike="noStrike">
              <a:solidFill>
                <a:schemeClr val="lt1"/>
              </a:solidFill>
              <a:latin typeface="Times New Roman"/>
              <a:ea typeface="Times New Roman"/>
              <a:cs typeface="Times New Roman"/>
              <a:sym typeface="Times New Roman"/>
            </a:endParaRPr>
          </a:p>
        </p:txBody>
      </p:sp>
      <p:pic>
        <p:nvPicPr>
          <p:cNvPr id="2581" name="Google Shape;2581;g3da1138a163_0_771"/>
          <p:cNvPicPr preferRelativeResize="0"/>
          <p:nvPr/>
        </p:nvPicPr>
        <p:blipFill rotWithShape="1">
          <a:blip r:embed="rId4">
            <a:alphaModFix/>
          </a:blip>
          <a:srcRect b="0" l="0" r="0" t="0"/>
          <a:stretch/>
        </p:blipFill>
        <p:spPr>
          <a:xfrm>
            <a:off x="10590934" y="6330522"/>
            <a:ext cx="1499906" cy="585000"/>
          </a:xfrm>
          <a:prstGeom prst="rect">
            <a:avLst/>
          </a:prstGeom>
          <a:noFill/>
          <a:ln>
            <a:noFill/>
          </a:ln>
        </p:spPr>
      </p:pic>
      <p:sp>
        <p:nvSpPr>
          <p:cNvPr id="2582" name="Google Shape;2582;g3da1138a163_0_771"/>
          <p:cNvSpPr txBox="1"/>
          <p:nvPr/>
        </p:nvSpPr>
        <p:spPr>
          <a:xfrm>
            <a:off x="-1" y="6288587"/>
            <a:ext cx="5981100" cy="6465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chemeClr val="dk1"/>
              </a:buClr>
              <a:buSzPts val="1800"/>
              <a:buFont typeface="Arial"/>
              <a:buNone/>
            </a:pPr>
            <a:r>
              <a:rPr b="0" i="0" lang="en-US" sz="1800" u="none" cap="none" strike="noStrike">
                <a:solidFill>
                  <a:schemeClr val="lt1"/>
                </a:solidFill>
                <a:latin typeface="Times New Roman"/>
                <a:ea typeface="Times New Roman"/>
                <a:cs typeface="Times New Roman"/>
                <a:sym typeface="Times New Roman"/>
              </a:rPr>
              <a:t>Machine Learning Professional</a:t>
            </a:r>
            <a:br>
              <a:rPr b="0" i="0" lang="en-US" sz="1800" u="none" cap="none" strike="noStrike">
                <a:solidFill>
                  <a:schemeClr val="lt1"/>
                </a:solidFill>
                <a:latin typeface="Times New Roman"/>
                <a:ea typeface="Times New Roman"/>
                <a:cs typeface="Times New Roman"/>
                <a:sym typeface="Times New Roman"/>
              </a:rPr>
            </a:br>
            <a:r>
              <a:rPr b="0" i="0" lang="en-US" sz="1800" u="none" cap="none" strike="noStrike">
                <a:solidFill>
                  <a:schemeClr val="lt1"/>
                </a:solidFill>
                <a:latin typeface="Times New Roman"/>
                <a:ea typeface="Times New Roman"/>
                <a:cs typeface="Times New Roman"/>
                <a:sym typeface="Times New Roman"/>
              </a:rPr>
              <a:t>Project Presentation</a:t>
            </a:r>
            <a:endParaRPr b="0" i="0" sz="1800" u="none" cap="none" strike="noStrike">
              <a:solidFill>
                <a:schemeClr val="lt1"/>
              </a:solidFill>
              <a:latin typeface="Times New Roman"/>
              <a:ea typeface="Times New Roman"/>
              <a:cs typeface="Times New Roman"/>
              <a:sym typeface="Times New Roman"/>
            </a:endParaRPr>
          </a:p>
        </p:txBody>
      </p:sp>
      <p:pic>
        <p:nvPicPr>
          <p:cNvPr id="2583" name="Google Shape;2583;g3da1138a163_0_771"/>
          <p:cNvPicPr preferRelativeResize="0"/>
          <p:nvPr/>
        </p:nvPicPr>
        <p:blipFill rotWithShape="1">
          <a:blip r:embed="rId6">
            <a:alphaModFix/>
          </a:blip>
          <a:srcRect b="0" l="0" r="0" t="0"/>
          <a:stretch/>
        </p:blipFill>
        <p:spPr>
          <a:xfrm>
            <a:off x="10590875" y="6341462"/>
            <a:ext cx="1500023" cy="585000"/>
          </a:xfrm>
          <a:prstGeom prst="rect">
            <a:avLst/>
          </a:prstGeom>
          <a:noFill/>
          <a:ln>
            <a:noFill/>
          </a:ln>
        </p:spPr>
      </p:pic>
      <p:sp>
        <p:nvSpPr>
          <p:cNvPr id="2584" name="Google Shape;2584;g3da1138a163_0_771"/>
          <p:cNvSpPr txBox="1"/>
          <p:nvPr/>
        </p:nvSpPr>
        <p:spPr>
          <a:xfrm>
            <a:off x="-1" y="6288587"/>
            <a:ext cx="5981100" cy="6465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chemeClr val="dk1"/>
              </a:buClr>
              <a:buSzPts val="1800"/>
              <a:buFont typeface="Arial"/>
              <a:buNone/>
            </a:pPr>
            <a:r>
              <a:rPr b="0" i="0" lang="en-US" sz="1800" u="none" cap="none" strike="noStrike">
                <a:solidFill>
                  <a:schemeClr val="lt1"/>
                </a:solidFill>
                <a:latin typeface="Times New Roman"/>
                <a:ea typeface="Times New Roman"/>
                <a:cs typeface="Times New Roman"/>
                <a:sym typeface="Times New Roman"/>
              </a:rPr>
              <a:t>Machine Learning Professional</a:t>
            </a:r>
            <a:br>
              <a:rPr b="0" i="0" lang="en-US" sz="1800" u="none" cap="none" strike="noStrike">
                <a:solidFill>
                  <a:schemeClr val="lt1"/>
                </a:solidFill>
                <a:latin typeface="Times New Roman"/>
                <a:ea typeface="Times New Roman"/>
                <a:cs typeface="Times New Roman"/>
                <a:sym typeface="Times New Roman"/>
              </a:rPr>
            </a:br>
            <a:r>
              <a:rPr b="0" i="0" lang="en-US" sz="1800" u="none" cap="none" strike="noStrike">
                <a:solidFill>
                  <a:schemeClr val="lt1"/>
                </a:solidFill>
                <a:latin typeface="Times New Roman"/>
                <a:ea typeface="Times New Roman"/>
                <a:cs typeface="Times New Roman"/>
                <a:sym typeface="Times New Roman"/>
              </a:rPr>
              <a:t>Project Presentation</a:t>
            </a:r>
            <a:endParaRPr b="0" i="0" sz="1800" u="none" cap="none" strike="noStrike">
              <a:solidFill>
                <a:schemeClr val="lt1"/>
              </a:solidFill>
              <a:latin typeface="Times New Roman"/>
              <a:ea typeface="Times New Roman"/>
              <a:cs typeface="Times New Roman"/>
              <a:sym typeface="Times New Roman"/>
            </a:endParaRPr>
          </a:p>
        </p:txBody>
      </p:sp>
      <p:pic>
        <p:nvPicPr>
          <p:cNvPr id="2585" name="Google Shape;2585;g3da1138a163_0_771"/>
          <p:cNvPicPr preferRelativeResize="0"/>
          <p:nvPr/>
        </p:nvPicPr>
        <p:blipFill rotWithShape="1">
          <a:blip r:embed="rId6">
            <a:alphaModFix/>
          </a:blip>
          <a:srcRect b="0" l="0" r="0" t="0"/>
          <a:stretch/>
        </p:blipFill>
        <p:spPr>
          <a:xfrm>
            <a:off x="10590875" y="6330524"/>
            <a:ext cx="1500023" cy="585000"/>
          </a:xfrm>
          <a:prstGeom prst="rect">
            <a:avLst/>
          </a:prstGeom>
          <a:noFill/>
          <a:ln>
            <a:noFill/>
          </a:ln>
        </p:spPr>
      </p:pic>
      <p:sp>
        <p:nvSpPr>
          <p:cNvPr id="2586" name="Google Shape;2586;g3da1138a163_0_771"/>
          <p:cNvSpPr txBox="1"/>
          <p:nvPr/>
        </p:nvSpPr>
        <p:spPr>
          <a:xfrm>
            <a:off x="-1" y="6234672"/>
            <a:ext cx="5981100" cy="6465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chemeClr val="dk1"/>
              </a:buClr>
              <a:buSzPts val="1800"/>
              <a:buFont typeface="Arial"/>
              <a:buNone/>
            </a:pPr>
            <a:r>
              <a:rPr b="0" i="0" lang="en-US" sz="1800" u="none" cap="none" strike="noStrike">
                <a:solidFill>
                  <a:schemeClr val="lt1"/>
                </a:solidFill>
                <a:latin typeface="Times New Roman"/>
                <a:ea typeface="Times New Roman"/>
                <a:cs typeface="Times New Roman"/>
                <a:sym typeface="Times New Roman"/>
              </a:rPr>
              <a:t>Machine Learning Professional</a:t>
            </a:r>
            <a:br>
              <a:rPr b="0" i="0" lang="en-US" sz="1800" u="none" cap="none" strike="noStrike">
                <a:solidFill>
                  <a:schemeClr val="lt1"/>
                </a:solidFill>
                <a:latin typeface="Times New Roman"/>
                <a:ea typeface="Times New Roman"/>
                <a:cs typeface="Times New Roman"/>
                <a:sym typeface="Times New Roman"/>
              </a:rPr>
            </a:br>
            <a:r>
              <a:rPr b="0" i="0" lang="en-US" sz="1800" u="none" cap="none" strike="noStrike">
                <a:solidFill>
                  <a:schemeClr val="lt1"/>
                </a:solidFill>
                <a:latin typeface="Times New Roman"/>
                <a:ea typeface="Times New Roman"/>
                <a:cs typeface="Times New Roman"/>
                <a:sym typeface="Times New Roman"/>
              </a:rPr>
              <a:t>Project Presentation</a:t>
            </a:r>
            <a:endParaRPr b="0" i="0" sz="1800" u="none" cap="none" strike="noStrike">
              <a:solidFill>
                <a:schemeClr val="lt1"/>
              </a:solidFill>
              <a:latin typeface="Times New Roman"/>
              <a:ea typeface="Times New Roman"/>
              <a:cs typeface="Times New Roman"/>
              <a:sym typeface="Times New Roman"/>
            </a:endParaRPr>
          </a:p>
        </p:txBody>
      </p:sp>
      <p:pic>
        <p:nvPicPr>
          <p:cNvPr id="2587" name="Google Shape;2587;g3da1138a163_0_771"/>
          <p:cNvPicPr preferRelativeResize="0"/>
          <p:nvPr/>
        </p:nvPicPr>
        <p:blipFill rotWithShape="1">
          <a:blip r:embed="rId6">
            <a:alphaModFix/>
          </a:blip>
          <a:srcRect b="0" l="0" r="0" t="0"/>
          <a:stretch/>
        </p:blipFill>
        <p:spPr>
          <a:xfrm>
            <a:off x="10590875" y="6330524"/>
            <a:ext cx="1500023" cy="585000"/>
          </a:xfrm>
          <a:prstGeom prst="rect">
            <a:avLst/>
          </a:prstGeom>
          <a:noFill/>
          <a:ln>
            <a:noFill/>
          </a:ln>
        </p:spPr>
      </p:pic>
      <p:sp>
        <p:nvSpPr>
          <p:cNvPr id="2588" name="Google Shape;2588;g3da1138a163_0_771"/>
          <p:cNvSpPr txBox="1"/>
          <p:nvPr/>
        </p:nvSpPr>
        <p:spPr>
          <a:xfrm>
            <a:off x="-1" y="6234672"/>
            <a:ext cx="5981100" cy="6465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chemeClr val="dk1"/>
              </a:buClr>
              <a:buSzPts val="1800"/>
              <a:buFont typeface="Arial"/>
              <a:buNone/>
            </a:pPr>
            <a:r>
              <a:rPr b="0" i="0" lang="en-US" sz="1800" u="none" cap="none" strike="noStrike">
                <a:solidFill>
                  <a:schemeClr val="lt1"/>
                </a:solidFill>
                <a:latin typeface="Times New Roman"/>
                <a:ea typeface="Times New Roman"/>
                <a:cs typeface="Times New Roman"/>
                <a:sym typeface="Times New Roman"/>
              </a:rPr>
              <a:t>Machine Learning Professional</a:t>
            </a:r>
            <a:br>
              <a:rPr b="0" i="0" lang="en-US" sz="1800" u="none" cap="none" strike="noStrike">
                <a:solidFill>
                  <a:schemeClr val="lt1"/>
                </a:solidFill>
                <a:latin typeface="Times New Roman"/>
                <a:ea typeface="Times New Roman"/>
                <a:cs typeface="Times New Roman"/>
                <a:sym typeface="Times New Roman"/>
              </a:rPr>
            </a:br>
            <a:r>
              <a:rPr b="0" i="0" lang="en-US" sz="1800" u="none" cap="none" strike="noStrike">
                <a:solidFill>
                  <a:schemeClr val="lt1"/>
                </a:solidFill>
                <a:latin typeface="Times New Roman"/>
                <a:ea typeface="Times New Roman"/>
                <a:cs typeface="Times New Roman"/>
                <a:sym typeface="Times New Roman"/>
              </a:rPr>
              <a:t>Project Presentation</a:t>
            </a:r>
            <a:endParaRPr b="0" i="0" sz="1800" u="none" cap="none" strike="noStrike">
              <a:solidFill>
                <a:schemeClr val="lt1"/>
              </a:solidFill>
              <a:latin typeface="Times New Roman"/>
              <a:ea typeface="Times New Roman"/>
              <a:cs typeface="Times New Roman"/>
              <a:sym typeface="Times New Roman"/>
            </a:endParaRPr>
          </a:p>
        </p:txBody>
      </p:sp>
      <p:pic>
        <p:nvPicPr>
          <p:cNvPr id="2589" name="Google Shape;2589;g3da1138a163_0_771"/>
          <p:cNvPicPr preferRelativeResize="0"/>
          <p:nvPr/>
        </p:nvPicPr>
        <p:blipFill rotWithShape="1">
          <a:blip r:embed="rId6">
            <a:alphaModFix/>
          </a:blip>
          <a:srcRect b="0" l="0" r="0" t="0"/>
          <a:stretch/>
        </p:blipFill>
        <p:spPr>
          <a:xfrm>
            <a:off x="10590875" y="6330524"/>
            <a:ext cx="1500023" cy="585000"/>
          </a:xfrm>
          <a:prstGeom prst="rect">
            <a:avLst/>
          </a:prstGeom>
          <a:noFill/>
          <a:ln>
            <a:noFill/>
          </a:ln>
        </p:spPr>
      </p:pic>
      <p:sp>
        <p:nvSpPr>
          <p:cNvPr id="2590" name="Google Shape;2590;g3da1138a163_0_771"/>
          <p:cNvSpPr txBox="1"/>
          <p:nvPr/>
        </p:nvSpPr>
        <p:spPr>
          <a:xfrm>
            <a:off x="-1" y="6234672"/>
            <a:ext cx="5981100" cy="6465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chemeClr val="dk1"/>
              </a:buClr>
              <a:buSzPts val="1800"/>
              <a:buFont typeface="Arial"/>
              <a:buNone/>
            </a:pPr>
            <a:r>
              <a:rPr b="0" i="0" lang="en-US" sz="1800" u="none" cap="none" strike="noStrike">
                <a:solidFill>
                  <a:schemeClr val="lt1"/>
                </a:solidFill>
                <a:latin typeface="Times New Roman"/>
                <a:ea typeface="Times New Roman"/>
                <a:cs typeface="Times New Roman"/>
                <a:sym typeface="Times New Roman"/>
              </a:rPr>
              <a:t>Nanoelectronics - Seminar Presentation</a:t>
            </a:r>
            <a:br>
              <a:rPr b="0" i="0" lang="en-US" sz="1800" u="none" cap="none" strike="noStrike">
                <a:solidFill>
                  <a:schemeClr val="lt1"/>
                </a:solidFill>
                <a:latin typeface="Times New Roman"/>
                <a:ea typeface="Times New Roman"/>
                <a:cs typeface="Times New Roman"/>
                <a:sym typeface="Times New Roman"/>
              </a:rPr>
            </a:br>
            <a:r>
              <a:rPr b="0" i="0" lang="en-US" sz="1800" u="none" cap="none" strike="noStrike">
                <a:solidFill>
                  <a:schemeClr val="lt1"/>
                </a:solidFill>
                <a:latin typeface="Times New Roman"/>
                <a:ea typeface="Times New Roman"/>
                <a:cs typeface="Times New Roman"/>
                <a:sym typeface="Times New Roman"/>
              </a:rPr>
              <a:t>Ronit Dutta</a:t>
            </a:r>
            <a:endParaRPr b="0" i="0" sz="1800" u="none" cap="none" strike="noStrike">
              <a:solidFill>
                <a:schemeClr val="lt1"/>
              </a:solidFill>
              <a:latin typeface="Times New Roman"/>
              <a:ea typeface="Times New Roman"/>
              <a:cs typeface="Times New Roman"/>
              <a:sym typeface="Times New Roman"/>
            </a:endParaRPr>
          </a:p>
        </p:txBody>
      </p:sp>
      <p:pic>
        <p:nvPicPr>
          <p:cNvPr id="2591" name="Google Shape;2591;g3da1138a163_0_771"/>
          <p:cNvPicPr preferRelativeResize="0"/>
          <p:nvPr/>
        </p:nvPicPr>
        <p:blipFill rotWithShape="1">
          <a:blip r:embed="rId6">
            <a:alphaModFix/>
          </a:blip>
          <a:srcRect b="0" l="0" r="0" t="0"/>
          <a:stretch/>
        </p:blipFill>
        <p:spPr>
          <a:xfrm>
            <a:off x="10590875" y="6330524"/>
            <a:ext cx="1500023" cy="585000"/>
          </a:xfrm>
          <a:prstGeom prst="rect">
            <a:avLst/>
          </a:prstGeom>
          <a:noFill/>
          <a:ln>
            <a:noFill/>
          </a:ln>
        </p:spPr>
      </p:pic>
      <p:pic>
        <p:nvPicPr>
          <p:cNvPr id="2592" name="Google Shape;2592;g3da1138a163_0_771"/>
          <p:cNvPicPr preferRelativeResize="0"/>
          <p:nvPr/>
        </p:nvPicPr>
        <p:blipFill rotWithShape="1">
          <a:blip r:embed="rId4">
            <a:alphaModFix/>
          </a:blip>
          <a:srcRect b="0" l="0" r="0" t="0"/>
          <a:stretch/>
        </p:blipFill>
        <p:spPr>
          <a:xfrm>
            <a:off x="10590934" y="6330522"/>
            <a:ext cx="1499906" cy="585000"/>
          </a:xfrm>
          <a:prstGeom prst="rect">
            <a:avLst/>
          </a:prstGeom>
          <a:noFill/>
          <a:ln>
            <a:noFill/>
          </a:ln>
        </p:spPr>
      </p:pic>
      <p:sp>
        <p:nvSpPr>
          <p:cNvPr id="2593" name="Google Shape;2593;g3da1138a163_0_771"/>
          <p:cNvSpPr txBox="1"/>
          <p:nvPr/>
        </p:nvSpPr>
        <p:spPr>
          <a:xfrm>
            <a:off x="-1" y="6288587"/>
            <a:ext cx="5981100" cy="3693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chemeClr val="dk1"/>
              </a:buClr>
              <a:buSzPts val="1800"/>
              <a:buFont typeface="Arial"/>
              <a:buNone/>
            </a:pPr>
            <a:r>
              <a:rPr b="0" i="0" lang="en-US" sz="1800" u="none" cap="none" strike="noStrike">
                <a:solidFill>
                  <a:schemeClr val="lt1"/>
                </a:solidFill>
                <a:latin typeface="Times New Roman"/>
                <a:ea typeface="Times New Roman"/>
                <a:cs typeface="Times New Roman"/>
                <a:sym typeface="Times New Roman"/>
              </a:rPr>
              <a:t>Term Paper Presentation | Ronit Dutta</a:t>
            </a:r>
            <a:endParaRPr b="0" i="0" sz="1800" u="none" cap="none" strike="noStrike">
              <a:solidFill>
                <a:schemeClr val="lt1"/>
              </a:solidFill>
              <a:latin typeface="Times New Roman"/>
              <a:ea typeface="Times New Roman"/>
              <a:cs typeface="Times New Roman"/>
              <a:sym typeface="Times New Roman"/>
            </a:endParaRPr>
          </a:p>
        </p:txBody>
      </p:sp>
      <p:pic>
        <p:nvPicPr>
          <p:cNvPr id="2594" name="Google Shape;2594;g3da1138a163_0_771"/>
          <p:cNvPicPr preferRelativeResize="0"/>
          <p:nvPr/>
        </p:nvPicPr>
        <p:blipFill rotWithShape="1">
          <a:blip r:embed="rId4">
            <a:alphaModFix/>
          </a:blip>
          <a:srcRect b="0" l="0" r="0" t="0"/>
          <a:stretch/>
        </p:blipFill>
        <p:spPr>
          <a:xfrm>
            <a:off x="10590934" y="6330522"/>
            <a:ext cx="1499906" cy="585000"/>
          </a:xfrm>
          <a:prstGeom prst="rect">
            <a:avLst/>
          </a:prstGeom>
          <a:noFill/>
          <a:ln>
            <a:noFill/>
          </a:ln>
        </p:spPr>
      </p:pic>
      <p:sp>
        <p:nvSpPr>
          <p:cNvPr id="2595" name="Google Shape;2595;g3da1138a163_0_771"/>
          <p:cNvSpPr txBox="1"/>
          <p:nvPr/>
        </p:nvSpPr>
        <p:spPr>
          <a:xfrm>
            <a:off x="-1" y="6288587"/>
            <a:ext cx="5981100" cy="3693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chemeClr val="dk1"/>
              </a:buClr>
              <a:buSzPts val="1800"/>
              <a:buFont typeface="Arial"/>
              <a:buNone/>
            </a:pPr>
            <a:r>
              <a:rPr b="0" i="0" lang="en-US" sz="1800" u="none" cap="none" strike="noStrike">
                <a:solidFill>
                  <a:schemeClr val="lt1"/>
                </a:solidFill>
                <a:latin typeface="Times New Roman"/>
                <a:ea typeface="Times New Roman"/>
                <a:cs typeface="Times New Roman"/>
                <a:sym typeface="Times New Roman"/>
              </a:rPr>
              <a:t>Term Paper Presentation | Ronit Dutta</a:t>
            </a:r>
            <a:endParaRPr b="0" i="0" sz="1800" u="none" cap="none" strike="noStrike">
              <a:solidFill>
                <a:schemeClr val="lt1"/>
              </a:solidFill>
              <a:latin typeface="Times New Roman"/>
              <a:ea typeface="Times New Roman"/>
              <a:cs typeface="Times New Roman"/>
              <a:sym typeface="Times New Roman"/>
            </a:endParaRPr>
          </a:p>
        </p:txBody>
      </p:sp>
      <p:pic>
        <p:nvPicPr>
          <p:cNvPr id="2596" name="Google Shape;2596;g3da1138a163_0_771"/>
          <p:cNvPicPr preferRelativeResize="0"/>
          <p:nvPr/>
        </p:nvPicPr>
        <p:blipFill rotWithShape="1">
          <a:blip r:embed="rId4">
            <a:alphaModFix/>
          </a:blip>
          <a:srcRect b="0" l="0" r="0" t="0"/>
          <a:stretch/>
        </p:blipFill>
        <p:spPr>
          <a:xfrm>
            <a:off x="10590934" y="6330522"/>
            <a:ext cx="1499906" cy="585000"/>
          </a:xfrm>
          <a:prstGeom prst="rect">
            <a:avLst/>
          </a:prstGeom>
          <a:noFill/>
          <a:ln>
            <a:noFill/>
          </a:ln>
        </p:spPr>
      </p:pic>
      <p:sp>
        <p:nvSpPr>
          <p:cNvPr id="2597" name="Google Shape;2597;g3da1138a163_0_771"/>
          <p:cNvSpPr txBox="1"/>
          <p:nvPr/>
        </p:nvSpPr>
        <p:spPr>
          <a:xfrm>
            <a:off x="-1" y="6288587"/>
            <a:ext cx="5981100" cy="6465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chemeClr val="dk1"/>
              </a:buClr>
              <a:buSzPts val="1800"/>
              <a:buFont typeface="Arial"/>
              <a:buNone/>
            </a:pPr>
            <a:r>
              <a:rPr b="0" i="0" lang="en-US" sz="1800" u="none" cap="none" strike="noStrike">
                <a:solidFill>
                  <a:schemeClr val="lt1"/>
                </a:solidFill>
                <a:latin typeface="Times New Roman"/>
                <a:ea typeface="Times New Roman"/>
                <a:cs typeface="Times New Roman"/>
                <a:sym typeface="Times New Roman"/>
              </a:rPr>
              <a:t>Machine Learning Professional</a:t>
            </a:r>
            <a:br>
              <a:rPr b="0" i="0" lang="en-US" sz="1800" u="none" cap="none" strike="noStrike">
                <a:solidFill>
                  <a:schemeClr val="lt1"/>
                </a:solidFill>
                <a:latin typeface="Times New Roman"/>
                <a:ea typeface="Times New Roman"/>
                <a:cs typeface="Times New Roman"/>
                <a:sym typeface="Times New Roman"/>
              </a:rPr>
            </a:br>
            <a:r>
              <a:rPr b="0" i="0" lang="en-US" sz="1800" u="none" cap="none" strike="noStrike">
                <a:solidFill>
                  <a:schemeClr val="lt1"/>
                </a:solidFill>
                <a:latin typeface="Times New Roman"/>
                <a:ea typeface="Times New Roman"/>
                <a:cs typeface="Times New Roman"/>
                <a:sym typeface="Times New Roman"/>
              </a:rPr>
              <a:t>Project Presentation</a:t>
            </a:r>
            <a:endParaRPr b="0" i="0" sz="1800" u="none" cap="none" strike="noStrike">
              <a:solidFill>
                <a:schemeClr val="lt1"/>
              </a:solidFill>
              <a:latin typeface="Times New Roman"/>
              <a:ea typeface="Times New Roman"/>
              <a:cs typeface="Times New Roman"/>
              <a:sym typeface="Times New Roman"/>
            </a:endParaRPr>
          </a:p>
        </p:txBody>
      </p:sp>
      <p:pic>
        <p:nvPicPr>
          <p:cNvPr id="2598" name="Google Shape;2598;g3da1138a163_0_771"/>
          <p:cNvPicPr preferRelativeResize="0"/>
          <p:nvPr/>
        </p:nvPicPr>
        <p:blipFill rotWithShape="1">
          <a:blip r:embed="rId6">
            <a:alphaModFix/>
          </a:blip>
          <a:srcRect b="0" l="0" r="0" t="0"/>
          <a:stretch/>
        </p:blipFill>
        <p:spPr>
          <a:xfrm>
            <a:off x="10590875" y="6341462"/>
            <a:ext cx="1500023" cy="585000"/>
          </a:xfrm>
          <a:prstGeom prst="rect">
            <a:avLst/>
          </a:prstGeom>
          <a:noFill/>
          <a:ln>
            <a:noFill/>
          </a:ln>
        </p:spPr>
      </p:pic>
      <p:sp>
        <p:nvSpPr>
          <p:cNvPr id="2599" name="Google Shape;2599;g3da1138a163_0_771"/>
          <p:cNvSpPr txBox="1"/>
          <p:nvPr/>
        </p:nvSpPr>
        <p:spPr>
          <a:xfrm>
            <a:off x="-1" y="6288587"/>
            <a:ext cx="5981100" cy="6465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chemeClr val="dk1"/>
              </a:buClr>
              <a:buSzPts val="1800"/>
              <a:buFont typeface="Arial"/>
              <a:buNone/>
            </a:pPr>
            <a:r>
              <a:rPr b="0" i="0" lang="en-US" sz="1800" u="none" cap="none" strike="noStrike">
                <a:solidFill>
                  <a:schemeClr val="lt1"/>
                </a:solidFill>
                <a:latin typeface="Times New Roman"/>
                <a:ea typeface="Times New Roman"/>
                <a:cs typeface="Times New Roman"/>
                <a:sym typeface="Times New Roman"/>
              </a:rPr>
              <a:t>Machine Learning Professional</a:t>
            </a:r>
            <a:br>
              <a:rPr b="0" i="0" lang="en-US" sz="1800" u="none" cap="none" strike="noStrike">
                <a:solidFill>
                  <a:schemeClr val="lt1"/>
                </a:solidFill>
                <a:latin typeface="Times New Roman"/>
                <a:ea typeface="Times New Roman"/>
                <a:cs typeface="Times New Roman"/>
                <a:sym typeface="Times New Roman"/>
              </a:rPr>
            </a:br>
            <a:r>
              <a:rPr b="0" i="0" lang="en-US" sz="1800" u="none" cap="none" strike="noStrike">
                <a:solidFill>
                  <a:schemeClr val="lt1"/>
                </a:solidFill>
                <a:latin typeface="Times New Roman"/>
                <a:ea typeface="Times New Roman"/>
                <a:cs typeface="Times New Roman"/>
                <a:sym typeface="Times New Roman"/>
              </a:rPr>
              <a:t>Project Presentation</a:t>
            </a:r>
            <a:endParaRPr b="0" i="0" sz="1800" u="none" cap="none" strike="noStrike">
              <a:solidFill>
                <a:schemeClr val="lt1"/>
              </a:solidFill>
              <a:latin typeface="Times New Roman"/>
              <a:ea typeface="Times New Roman"/>
              <a:cs typeface="Times New Roman"/>
              <a:sym typeface="Times New Roman"/>
            </a:endParaRPr>
          </a:p>
        </p:txBody>
      </p:sp>
      <p:pic>
        <p:nvPicPr>
          <p:cNvPr id="2600" name="Google Shape;2600;g3da1138a163_0_771"/>
          <p:cNvPicPr preferRelativeResize="0"/>
          <p:nvPr/>
        </p:nvPicPr>
        <p:blipFill rotWithShape="1">
          <a:blip r:embed="rId6">
            <a:alphaModFix/>
          </a:blip>
          <a:srcRect b="0" l="0" r="0" t="0"/>
          <a:stretch/>
        </p:blipFill>
        <p:spPr>
          <a:xfrm>
            <a:off x="10590875" y="6330524"/>
            <a:ext cx="1500023" cy="585000"/>
          </a:xfrm>
          <a:prstGeom prst="rect">
            <a:avLst/>
          </a:prstGeom>
          <a:noFill/>
          <a:ln>
            <a:noFill/>
          </a:ln>
        </p:spPr>
      </p:pic>
      <p:sp>
        <p:nvSpPr>
          <p:cNvPr id="2601" name="Google Shape;2601;g3da1138a163_0_771"/>
          <p:cNvSpPr txBox="1"/>
          <p:nvPr/>
        </p:nvSpPr>
        <p:spPr>
          <a:xfrm>
            <a:off x="-1" y="6234672"/>
            <a:ext cx="5981100" cy="6465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chemeClr val="dk1"/>
              </a:buClr>
              <a:buSzPts val="1800"/>
              <a:buFont typeface="Arial"/>
              <a:buNone/>
            </a:pPr>
            <a:r>
              <a:rPr b="0" i="0" lang="en-US" sz="1800" u="none" cap="none" strike="noStrike">
                <a:solidFill>
                  <a:schemeClr val="lt1"/>
                </a:solidFill>
                <a:latin typeface="Times New Roman"/>
                <a:ea typeface="Times New Roman"/>
                <a:cs typeface="Times New Roman"/>
                <a:sym typeface="Times New Roman"/>
              </a:rPr>
              <a:t>Machine Learning Professional</a:t>
            </a:r>
            <a:br>
              <a:rPr b="0" i="0" lang="en-US" sz="1800" u="none" cap="none" strike="noStrike">
                <a:solidFill>
                  <a:schemeClr val="lt1"/>
                </a:solidFill>
                <a:latin typeface="Times New Roman"/>
                <a:ea typeface="Times New Roman"/>
                <a:cs typeface="Times New Roman"/>
                <a:sym typeface="Times New Roman"/>
              </a:rPr>
            </a:br>
            <a:r>
              <a:rPr b="0" i="0" lang="en-US" sz="1800" u="none" cap="none" strike="noStrike">
                <a:solidFill>
                  <a:schemeClr val="lt1"/>
                </a:solidFill>
                <a:latin typeface="Times New Roman"/>
                <a:ea typeface="Times New Roman"/>
                <a:cs typeface="Times New Roman"/>
                <a:sym typeface="Times New Roman"/>
              </a:rPr>
              <a:t>Project Presentation</a:t>
            </a:r>
            <a:endParaRPr b="0" i="0" sz="1800" u="none" cap="none" strike="noStrike">
              <a:solidFill>
                <a:schemeClr val="lt1"/>
              </a:solidFill>
              <a:latin typeface="Times New Roman"/>
              <a:ea typeface="Times New Roman"/>
              <a:cs typeface="Times New Roman"/>
              <a:sym typeface="Times New Roman"/>
            </a:endParaRPr>
          </a:p>
        </p:txBody>
      </p:sp>
      <p:pic>
        <p:nvPicPr>
          <p:cNvPr id="2602" name="Google Shape;2602;g3da1138a163_0_771"/>
          <p:cNvPicPr preferRelativeResize="0"/>
          <p:nvPr/>
        </p:nvPicPr>
        <p:blipFill rotWithShape="1">
          <a:blip r:embed="rId6">
            <a:alphaModFix/>
          </a:blip>
          <a:srcRect b="0" l="0" r="0" t="0"/>
          <a:stretch/>
        </p:blipFill>
        <p:spPr>
          <a:xfrm>
            <a:off x="10590875" y="6330524"/>
            <a:ext cx="1500023" cy="585000"/>
          </a:xfrm>
          <a:prstGeom prst="rect">
            <a:avLst/>
          </a:prstGeom>
          <a:noFill/>
          <a:ln>
            <a:noFill/>
          </a:ln>
        </p:spPr>
      </p:pic>
      <p:sp>
        <p:nvSpPr>
          <p:cNvPr id="2603" name="Google Shape;2603;g3da1138a163_0_771"/>
          <p:cNvSpPr txBox="1"/>
          <p:nvPr/>
        </p:nvSpPr>
        <p:spPr>
          <a:xfrm>
            <a:off x="-1" y="6234672"/>
            <a:ext cx="5981100" cy="6465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chemeClr val="dk1"/>
              </a:buClr>
              <a:buSzPts val="1800"/>
              <a:buFont typeface="Arial"/>
              <a:buNone/>
            </a:pPr>
            <a:r>
              <a:rPr b="0" i="0" lang="en-US" sz="1800" u="none" cap="none" strike="noStrike">
                <a:solidFill>
                  <a:schemeClr val="lt1"/>
                </a:solidFill>
                <a:latin typeface="Times New Roman"/>
                <a:ea typeface="Times New Roman"/>
                <a:cs typeface="Times New Roman"/>
                <a:sym typeface="Times New Roman"/>
              </a:rPr>
              <a:t>Machine Learning Professional</a:t>
            </a:r>
            <a:br>
              <a:rPr b="0" i="0" lang="en-US" sz="1800" u="none" cap="none" strike="noStrike">
                <a:solidFill>
                  <a:schemeClr val="lt1"/>
                </a:solidFill>
                <a:latin typeface="Times New Roman"/>
                <a:ea typeface="Times New Roman"/>
                <a:cs typeface="Times New Roman"/>
                <a:sym typeface="Times New Roman"/>
              </a:rPr>
            </a:br>
            <a:r>
              <a:rPr b="0" i="0" lang="en-US" sz="1800" u="none" cap="none" strike="noStrike">
                <a:solidFill>
                  <a:schemeClr val="lt1"/>
                </a:solidFill>
                <a:latin typeface="Times New Roman"/>
                <a:ea typeface="Times New Roman"/>
                <a:cs typeface="Times New Roman"/>
                <a:sym typeface="Times New Roman"/>
              </a:rPr>
              <a:t>Project Presentation</a:t>
            </a:r>
            <a:endParaRPr b="0" i="0" sz="1800" u="none" cap="none" strike="noStrike">
              <a:solidFill>
                <a:schemeClr val="lt1"/>
              </a:solidFill>
              <a:latin typeface="Times New Roman"/>
              <a:ea typeface="Times New Roman"/>
              <a:cs typeface="Times New Roman"/>
              <a:sym typeface="Times New Roman"/>
            </a:endParaRPr>
          </a:p>
        </p:txBody>
      </p:sp>
      <p:pic>
        <p:nvPicPr>
          <p:cNvPr id="2604" name="Google Shape;2604;g3da1138a163_0_771"/>
          <p:cNvPicPr preferRelativeResize="0"/>
          <p:nvPr/>
        </p:nvPicPr>
        <p:blipFill rotWithShape="1">
          <a:blip r:embed="rId6">
            <a:alphaModFix/>
          </a:blip>
          <a:srcRect b="0" l="0" r="0" t="0"/>
          <a:stretch/>
        </p:blipFill>
        <p:spPr>
          <a:xfrm>
            <a:off x="10590875" y="6330524"/>
            <a:ext cx="1500023" cy="585000"/>
          </a:xfrm>
          <a:prstGeom prst="rect">
            <a:avLst/>
          </a:prstGeom>
          <a:noFill/>
          <a:ln>
            <a:noFill/>
          </a:ln>
        </p:spPr>
      </p:pic>
      <p:sp>
        <p:nvSpPr>
          <p:cNvPr id="2605" name="Google Shape;2605;g3da1138a163_0_771"/>
          <p:cNvSpPr txBox="1"/>
          <p:nvPr/>
        </p:nvSpPr>
        <p:spPr>
          <a:xfrm>
            <a:off x="-1" y="6234672"/>
            <a:ext cx="5981100" cy="6465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chemeClr val="dk1"/>
              </a:buClr>
              <a:buSzPts val="1800"/>
              <a:buFont typeface="Arial"/>
              <a:buNone/>
            </a:pPr>
            <a:r>
              <a:rPr b="0" i="0" lang="en-US" sz="1800" u="none" cap="none" strike="noStrike">
                <a:solidFill>
                  <a:schemeClr val="lt1"/>
                </a:solidFill>
                <a:latin typeface="Times New Roman"/>
                <a:ea typeface="Times New Roman"/>
                <a:cs typeface="Times New Roman"/>
                <a:sym typeface="Times New Roman"/>
              </a:rPr>
              <a:t>Nanoelectronics - Seminar Presentation</a:t>
            </a:r>
            <a:br>
              <a:rPr b="0" i="0" lang="en-US" sz="1800" u="none" cap="none" strike="noStrike">
                <a:solidFill>
                  <a:schemeClr val="lt1"/>
                </a:solidFill>
                <a:latin typeface="Times New Roman"/>
                <a:ea typeface="Times New Roman"/>
                <a:cs typeface="Times New Roman"/>
                <a:sym typeface="Times New Roman"/>
              </a:rPr>
            </a:br>
            <a:r>
              <a:rPr b="0" i="0" lang="en-US" sz="1800" u="none" cap="none" strike="noStrike">
                <a:solidFill>
                  <a:schemeClr val="lt1"/>
                </a:solidFill>
                <a:latin typeface="Times New Roman"/>
                <a:ea typeface="Times New Roman"/>
                <a:cs typeface="Times New Roman"/>
                <a:sym typeface="Times New Roman"/>
              </a:rPr>
              <a:t>Ronit Dutta</a:t>
            </a:r>
            <a:endParaRPr b="0" i="0" sz="1800" u="none" cap="none" strike="noStrike">
              <a:solidFill>
                <a:schemeClr val="lt1"/>
              </a:solidFill>
              <a:latin typeface="Times New Roman"/>
              <a:ea typeface="Times New Roman"/>
              <a:cs typeface="Times New Roman"/>
              <a:sym typeface="Times New Roman"/>
            </a:endParaRPr>
          </a:p>
        </p:txBody>
      </p:sp>
      <p:pic>
        <p:nvPicPr>
          <p:cNvPr id="2606" name="Google Shape;2606;g3da1138a163_0_771"/>
          <p:cNvPicPr preferRelativeResize="0"/>
          <p:nvPr/>
        </p:nvPicPr>
        <p:blipFill rotWithShape="1">
          <a:blip r:embed="rId6">
            <a:alphaModFix/>
          </a:blip>
          <a:srcRect b="0" l="0" r="0" t="0"/>
          <a:stretch/>
        </p:blipFill>
        <p:spPr>
          <a:xfrm>
            <a:off x="10590875" y="6330524"/>
            <a:ext cx="1500023" cy="585000"/>
          </a:xfrm>
          <a:prstGeom prst="rect">
            <a:avLst/>
          </a:prstGeom>
          <a:noFill/>
          <a:ln>
            <a:noFill/>
          </a:ln>
        </p:spPr>
      </p:pic>
      <p:pic>
        <p:nvPicPr>
          <p:cNvPr id="2607" name="Google Shape;2607;g3da1138a163_0_771"/>
          <p:cNvPicPr preferRelativeResize="0"/>
          <p:nvPr/>
        </p:nvPicPr>
        <p:blipFill rotWithShape="1">
          <a:blip r:embed="rId10">
            <a:alphaModFix/>
          </a:blip>
          <a:srcRect b="0" l="0" r="0" t="0"/>
          <a:stretch/>
        </p:blipFill>
        <p:spPr>
          <a:xfrm>
            <a:off x="0" y="6234674"/>
            <a:ext cx="12192000" cy="1165875"/>
          </a:xfrm>
          <a:prstGeom prst="rect">
            <a:avLst/>
          </a:prstGeom>
          <a:noFill/>
          <a:ln>
            <a:noFill/>
          </a:ln>
        </p:spPr>
      </p:pic>
      <p:sp>
        <p:nvSpPr>
          <p:cNvPr id="2608" name="Google Shape;2608;g3da1138a163_0_771"/>
          <p:cNvSpPr txBox="1"/>
          <p:nvPr/>
        </p:nvSpPr>
        <p:spPr>
          <a:xfrm>
            <a:off x="-1" y="6310697"/>
            <a:ext cx="5981100" cy="6465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chemeClr val="dk1"/>
              </a:buClr>
              <a:buSzPts val="1800"/>
              <a:buFont typeface="Arial"/>
              <a:buNone/>
            </a:pPr>
            <a:r>
              <a:rPr lang="en-US" sz="1800">
                <a:solidFill>
                  <a:schemeClr val="lt1"/>
                </a:solidFill>
                <a:latin typeface="Times New Roman"/>
                <a:ea typeface="Times New Roman"/>
                <a:cs typeface="Times New Roman"/>
                <a:sym typeface="Times New Roman"/>
              </a:rPr>
              <a:t>Applied Mathematics for Engineering [MIDTERM PROJECT]</a:t>
            </a:r>
            <a:br>
              <a:rPr b="0" i="0" lang="en-US" sz="1800" u="none" cap="none" strike="noStrike">
                <a:solidFill>
                  <a:schemeClr val="lt1"/>
                </a:solidFill>
                <a:latin typeface="Times New Roman"/>
                <a:ea typeface="Times New Roman"/>
                <a:cs typeface="Times New Roman"/>
                <a:sym typeface="Times New Roman"/>
              </a:rPr>
            </a:br>
            <a:r>
              <a:rPr b="0" i="0" lang="en-US" sz="1800" u="none" cap="none" strike="noStrike">
                <a:solidFill>
                  <a:schemeClr val="lt1"/>
                </a:solidFill>
                <a:latin typeface="Times New Roman"/>
                <a:ea typeface="Times New Roman"/>
                <a:cs typeface="Times New Roman"/>
                <a:sym typeface="Times New Roman"/>
              </a:rPr>
              <a:t>Ronit Dutta</a:t>
            </a:r>
            <a:endParaRPr b="0" i="0" sz="1800" u="none" cap="none" strike="noStrike">
              <a:solidFill>
                <a:schemeClr val="lt1"/>
              </a:solidFill>
              <a:latin typeface="Times New Roman"/>
              <a:ea typeface="Times New Roman"/>
              <a:cs typeface="Times New Roman"/>
              <a:sym typeface="Times New Roman"/>
            </a:endParaRPr>
          </a:p>
        </p:txBody>
      </p:sp>
      <p:pic>
        <p:nvPicPr>
          <p:cNvPr id="2609" name="Google Shape;2609;g3da1138a163_0_771"/>
          <p:cNvPicPr preferRelativeResize="0"/>
          <p:nvPr/>
        </p:nvPicPr>
        <p:blipFill rotWithShape="1">
          <a:blip r:embed="rId6">
            <a:alphaModFix/>
          </a:blip>
          <a:srcRect b="0" l="0" r="0" t="0"/>
          <a:stretch/>
        </p:blipFill>
        <p:spPr>
          <a:xfrm>
            <a:off x="10579375" y="6341449"/>
            <a:ext cx="1500023" cy="585000"/>
          </a:xfrm>
          <a:prstGeom prst="rect">
            <a:avLst/>
          </a:prstGeom>
          <a:noFill/>
          <a:ln>
            <a:noFill/>
          </a:ln>
        </p:spPr>
      </p:pic>
      <p:pic>
        <p:nvPicPr>
          <p:cNvPr id="2610" name="Google Shape;2610;g3da1138a163_0_771"/>
          <p:cNvPicPr preferRelativeResize="0"/>
          <p:nvPr/>
        </p:nvPicPr>
        <p:blipFill>
          <a:blip r:embed="rId11">
            <a:alphaModFix/>
          </a:blip>
          <a:stretch>
            <a:fillRect/>
          </a:stretch>
        </p:blipFill>
        <p:spPr>
          <a:xfrm>
            <a:off x="111100" y="684788"/>
            <a:ext cx="8315673" cy="5426725"/>
          </a:xfrm>
          <a:prstGeom prst="rect">
            <a:avLst/>
          </a:prstGeom>
          <a:noFill/>
          <a:ln cap="flat" cmpd="sng" w="19050">
            <a:solidFill>
              <a:schemeClr val="dk1"/>
            </a:solidFill>
            <a:prstDash val="solid"/>
            <a:round/>
            <a:headEnd len="sm" w="sm" type="none"/>
            <a:tailEnd len="sm" w="sm" type="none"/>
          </a:ln>
        </p:spPr>
      </p:pic>
      <p:pic>
        <p:nvPicPr>
          <p:cNvPr id="2611" name="Google Shape;2611;g3da1138a163_0_771"/>
          <p:cNvPicPr preferRelativeResize="0"/>
          <p:nvPr/>
        </p:nvPicPr>
        <p:blipFill>
          <a:blip r:embed="rId12">
            <a:alphaModFix/>
          </a:blip>
          <a:stretch>
            <a:fillRect/>
          </a:stretch>
        </p:blipFill>
        <p:spPr>
          <a:xfrm>
            <a:off x="8504588" y="1339675"/>
            <a:ext cx="3687424" cy="2221826"/>
          </a:xfrm>
          <a:prstGeom prst="rect">
            <a:avLst/>
          </a:prstGeom>
          <a:noFill/>
          <a:ln>
            <a:noFill/>
          </a:ln>
        </p:spPr>
      </p:pic>
      <p:sp>
        <p:nvSpPr>
          <p:cNvPr id="2612" name="Google Shape;2612;g3da1138a163_0_771"/>
          <p:cNvSpPr txBox="1"/>
          <p:nvPr/>
        </p:nvSpPr>
        <p:spPr>
          <a:xfrm>
            <a:off x="8567650" y="3588963"/>
            <a:ext cx="3561300" cy="625500"/>
          </a:xfrm>
          <a:prstGeom prst="rect">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US" sz="1200">
                <a:solidFill>
                  <a:schemeClr val="dk1"/>
                </a:solidFill>
                <a:latin typeface="Georgia"/>
                <a:ea typeface="Georgia"/>
                <a:cs typeface="Georgia"/>
                <a:sym typeface="Georgia"/>
              </a:rPr>
              <a:t>Asteroids coming from outer space asymptotically far from the attractive field of a star/planet attain bound state orbits!</a:t>
            </a:r>
            <a:endParaRPr sz="1200">
              <a:solidFill>
                <a:schemeClr val="dk1"/>
              </a:solidFill>
              <a:latin typeface="Georgia"/>
              <a:ea typeface="Georgia"/>
              <a:cs typeface="Georgia"/>
              <a:sym typeface="Georgia"/>
            </a:endParaRPr>
          </a:p>
        </p:txBody>
      </p:sp>
    </p:spTree>
  </p:cSld>
  <p:clrMapOvr>
    <a:masterClrMapping/>
  </p:clrMapOvr>
</p:sld>
</file>

<file path=ppt/slides/slide2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616" name="Shape 2616"/>
        <p:cNvGrpSpPr/>
        <p:nvPr/>
      </p:nvGrpSpPr>
      <p:grpSpPr>
        <a:xfrm>
          <a:off x="0" y="0"/>
          <a:ext cx="0" cy="0"/>
          <a:chOff x="0" y="0"/>
          <a:chExt cx="0" cy="0"/>
        </a:xfrm>
      </p:grpSpPr>
      <p:pic>
        <p:nvPicPr>
          <p:cNvPr id="2617" name="Google Shape;2617;g3d1afc4545f_0_2631"/>
          <p:cNvPicPr preferRelativeResize="0"/>
          <p:nvPr/>
        </p:nvPicPr>
        <p:blipFill rotWithShape="1">
          <a:blip r:embed="rId3">
            <a:alphaModFix/>
          </a:blip>
          <a:srcRect b="0" l="0" r="0" t="0"/>
          <a:stretch/>
        </p:blipFill>
        <p:spPr>
          <a:xfrm>
            <a:off x="-4" y="6211289"/>
            <a:ext cx="12192003" cy="1285104"/>
          </a:xfrm>
          <a:prstGeom prst="rect">
            <a:avLst/>
          </a:prstGeom>
          <a:noFill/>
          <a:ln>
            <a:noFill/>
          </a:ln>
        </p:spPr>
      </p:pic>
      <p:pic>
        <p:nvPicPr>
          <p:cNvPr id="2618" name="Google Shape;2618;g3d1afc4545f_0_2631"/>
          <p:cNvPicPr preferRelativeResize="0"/>
          <p:nvPr/>
        </p:nvPicPr>
        <p:blipFill rotWithShape="1">
          <a:blip r:embed="rId4">
            <a:alphaModFix/>
          </a:blip>
          <a:srcRect b="0" l="0" r="0" t="0"/>
          <a:stretch/>
        </p:blipFill>
        <p:spPr>
          <a:xfrm>
            <a:off x="10590934" y="6330522"/>
            <a:ext cx="1499906" cy="585000"/>
          </a:xfrm>
          <a:prstGeom prst="rect">
            <a:avLst/>
          </a:prstGeom>
          <a:noFill/>
          <a:ln>
            <a:noFill/>
          </a:ln>
        </p:spPr>
      </p:pic>
      <p:sp>
        <p:nvSpPr>
          <p:cNvPr id="2619" name="Google Shape;2619;g3d1afc4545f_0_2631"/>
          <p:cNvSpPr txBox="1"/>
          <p:nvPr/>
        </p:nvSpPr>
        <p:spPr>
          <a:xfrm>
            <a:off x="-1" y="6288587"/>
            <a:ext cx="5981100" cy="3693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chemeClr val="dk1"/>
              </a:buClr>
              <a:buSzPts val="1800"/>
              <a:buFont typeface="Arial"/>
              <a:buNone/>
            </a:pPr>
            <a:r>
              <a:rPr b="0" i="0" lang="en-US" sz="1800" u="none" cap="none" strike="noStrike">
                <a:solidFill>
                  <a:schemeClr val="lt1"/>
                </a:solidFill>
                <a:latin typeface="Times New Roman"/>
                <a:ea typeface="Times New Roman"/>
                <a:cs typeface="Times New Roman"/>
                <a:sym typeface="Times New Roman"/>
              </a:rPr>
              <a:t>Term Paper Presentation | Ronit Dutta</a:t>
            </a:r>
            <a:endParaRPr b="0" i="0" sz="1800" u="none" cap="none" strike="noStrike">
              <a:solidFill>
                <a:schemeClr val="lt1"/>
              </a:solidFill>
              <a:latin typeface="Times New Roman"/>
              <a:ea typeface="Times New Roman"/>
              <a:cs typeface="Times New Roman"/>
              <a:sym typeface="Times New Roman"/>
            </a:endParaRPr>
          </a:p>
        </p:txBody>
      </p:sp>
      <p:sp>
        <p:nvSpPr>
          <p:cNvPr id="2620" name="Google Shape;2620;g3d1afc4545f_0_2631"/>
          <p:cNvSpPr txBox="1"/>
          <p:nvPr/>
        </p:nvSpPr>
        <p:spPr>
          <a:xfrm>
            <a:off x="0" y="0"/>
            <a:ext cx="12192000" cy="554100"/>
          </a:xfrm>
          <a:prstGeom prst="rect">
            <a:avLst/>
          </a:prstGeom>
          <a:noFill/>
          <a:ln>
            <a:noFill/>
          </a:ln>
        </p:spPr>
        <p:txBody>
          <a:bodyPr anchorCtr="0" anchor="t" bIns="45700" lIns="91425" spcFirstLastPara="1" rIns="91425" wrap="square" tIns="45700">
            <a:spAutoFit/>
          </a:bodyPr>
          <a:lstStyle/>
          <a:p>
            <a:pPr indent="0" lvl="0" marL="0" rtl="0" algn="l">
              <a:spcBef>
                <a:spcPts val="0"/>
              </a:spcBef>
              <a:spcAft>
                <a:spcPts val="0"/>
              </a:spcAft>
              <a:buClr>
                <a:schemeClr val="dk1"/>
              </a:buClr>
              <a:buSzPts val="3200"/>
              <a:buFont typeface="Arial"/>
              <a:buNone/>
            </a:pPr>
            <a:r>
              <a:rPr lang="en-US" sz="3000">
                <a:solidFill>
                  <a:schemeClr val="dk1"/>
                </a:solidFill>
                <a:latin typeface="Times New Roman"/>
                <a:ea typeface="Times New Roman"/>
                <a:cs typeface="Times New Roman"/>
                <a:sym typeface="Times New Roman"/>
              </a:rPr>
              <a:t>Bound states and Scattering states</a:t>
            </a:r>
            <a:endParaRPr b="0" i="0" sz="3000" u="none" cap="none" strike="noStrike">
              <a:solidFill>
                <a:schemeClr val="dk1"/>
              </a:solidFill>
              <a:latin typeface="Times New Roman"/>
              <a:ea typeface="Times New Roman"/>
              <a:cs typeface="Times New Roman"/>
              <a:sym typeface="Times New Roman"/>
            </a:endParaRPr>
          </a:p>
        </p:txBody>
      </p:sp>
      <p:cxnSp>
        <p:nvCxnSpPr>
          <p:cNvPr id="2621" name="Google Shape;2621;g3d1afc4545f_0_2631"/>
          <p:cNvCxnSpPr/>
          <p:nvPr/>
        </p:nvCxnSpPr>
        <p:spPr>
          <a:xfrm flipH="1" rot="10800000">
            <a:off x="6" y="477139"/>
            <a:ext cx="6318000" cy="30600"/>
          </a:xfrm>
          <a:prstGeom prst="straightConnector1">
            <a:avLst/>
          </a:prstGeom>
          <a:noFill/>
          <a:ln cap="flat" cmpd="sng" w="9525">
            <a:solidFill>
              <a:srgbClr val="0E4D3B"/>
            </a:solidFill>
            <a:prstDash val="solid"/>
            <a:miter lim="800000"/>
            <a:headEnd len="sm" w="sm" type="none"/>
            <a:tailEnd len="sm" w="sm" type="none"/>
          </a:ln>
        </p:spPr>
      </p:cxnSp>
      <p:pic>
        <p:nvPicPr>
          <p:cNvPr id="2622" name="Google Shape;2622;g3d1afc4545f_0_2631"/>
          <p:cNvPicPr preferRelativeResize="0"/>
          <p:nvPr/>
        </p:nvPicPr>
        <p:blipFill rotWithShape="1">
          <a:blip r:embed="rId5">
            <a:alphaModFix/>
          </a:blip>
          <a:srcRect b="0" l="0" r="0" t="0"/>
          <a:stretch/>
        </p:blipFill>
        <p:spPr>
          <a:xfrm>
            <a:off x="-4" y="6211289"/>
            <a:ext cx="12192003" cy="1285104"/>
          </a:xfrm>
          <a:prstGeom prst="rect">
            <a:avLst/>
          </a:prstGeom>
          <a:noFill/>
          <a:ln>
            <a:noFill/>
          </a:ln>
        </p:spPr>
      </p:pic>
      <p:pic>
        <p:nvPicPr>
          <p:cNvPr id="2623" name="Google Shape;2623;g3d1afc4545f_0_2631"/>
          <p:cNvPicPr preferRelativeResize="0"/>
          <p:nvPr/>
        </p:nvPicPr>
        <p:blipFill rotWithShape="1">
          <a:blip r:embed="rId4">
            <a:alphaModFix/>
          </a:blip>
          <a:srcRect b="0" l="0" r="0" t="0"/>
          <a:stretch/>
        </p:blipFill>
        <p:spPr>
          <a:xfrm>
            <a:off x="10590934" y="6330522"/>
            <a:ext cx="1499906" cy="585000"/>
          </a:xfrm>
          <a:prstGeom prst="rect">
            <a:avLst/>
          </a:prstGeom>
          <a:noFill/>
          <a:ln>
            <a:noFill/>
          </a:ln>
        </p:spPr>
      </p:pic>
      <p:sp>
        <p:nvSpPr>
          <p:cNvPr id="2624" name="Google Shape;2624;g3d1afc4545f_0_2631"/>
          <p:cNvSpPr txBox="1"/>
          <p:nvPr/>
        </p:nvSpPr>
        <p:spPr>
          <a:xfrm>
            <a:off x="-1" y="6288587"/>
            <a:ext cx="5981100" cy="3693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chemeClr val="dk1"/>
              </a:buClr>
              <a:buSzPts val="1800"/>
              <a:buFont typeface="Arial"/>
              <a:buNone/>
            </a:pPr>
            <a:r>
              <a:rPr b="0" i="0" lang="en-US" sz="1800" u="none" cap="none" strike="noStrike">
                <a:solidFill>
                  <a:schemeClr val="lt1"/>
                </a:solidFill>
                <a:latin typeface="Times New Roman"/>
                <a:ea typeface="Times New Roman"/>
                <a:cs typeface="Times New Roman"/>
                <a:sym typeface="Times New Roman"/>
              </a:rPr>
              <a:t>Term Paper Presentation | Ronit Dutta</a:t>
            </a:r>
            <a:endParaRPr b="0" i="0" sz="1800" u="none" cap="none" strike="noStrike">
              <a:solidFill>
                <a:schemeClr val="lt1"/>
              </a:solidFill>
              <a:latin typeface="Times New Roman"/>
              <a:ea typeface="Times New Roman"/>
              <a:cs typeface="Times New Roman"/>
              <a:sym typeface="Times New Roman"/>
            </a:endParaRPr>
          </a:p>
        </p:txBody>
      </p:sp>
      <p:pic>
        <p:nvPicPr>
          <p:cNvPr id="2625" name="Google Shape;2625;g3d1afc4545f_0_2631"/>
          <p:cNvPicPr preferRelativeResize="0"/>
          <p:nvPr/>
        </p:nvPicPr>
        <p:blipFill rotWithShape="1">
          <a:blip r:embed="rId5">
            <a:alphaModFix/>
          </a:blip>
          <a:srcRect b="0" l="0" r="0" t="0"/>
          <a:stretch/>
        </p:blipFill>
        <p:spPr>
          <a:xfrm>
            <a:off x="-4" y="6211289"/>
            <a:ext cx="12192003" cy="1285104"/>
          </a:xfrm>
          <a:prstGeom prst="rect">
            <a:avLst/>
          </a:prstGeom>
          <a:noFill/>
          <a:ln>
            <a:noFill/>
          </a:ln>
        </p:spPr>
      </p:pic>
      <p:pic>
        <p:nvPicPr>
          <p:cNvPr id="2626" name="Google Shape;2626;g3d1afc4545f_0_2631"/>
          <p:cNvPicPr preferRelativeResize="0"/>
          <p:nvPr/>
        </p:nvPicPr>
        <p:blipFill rotWithShape="1">
          <a:blip r:embed="rId4">
            <a:alphaModFix/>
          </a:blip>
          <a:srcRect b="0" l="0" r="0" t="0"/>
          <a:stretch/>
        </p:blipFill>
        <p:spPr>
          <a:xfrm>
            <a:off x="10590934" y="6330522"/>
            <a:ext cx="1499906" cy="585000"/>
          </a:xfrm>
          <a:prstGeom prst="rect">
            <a:avLst/>
          </a:prstGeom>
          <a:noFill/>
          <a:ln>
            <a:noFill/>
          </a:ln>
        </p:spPr>
      </p:pic>
      <p:sp>
        <p:nvSpPr>
          <p:cNvPr id="2627" name="Google Shape;2627;g3d1afc4545f_0_2631"/>
          <p:cNvSpPr txBox="1"/>
          <p:nvPr/>
        </p:nvSpPr>
        <p:spPr>
          <a:xfrm>
            <a:off x="-1" y="6288587"/>
            <a:ext cx="5981100" cy="6465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chemeClr val="dk1"/>
              </a:buClr>
              <a:buSzPts val="1800"/>
              <a:buFont typeface="Arial"/>
              <a:buNone/>
            </a:pPr>
            <a:r>
              <a:rPr b="0" i="0" lang="en-US" sz="1800" u="none" cap="none" strike="noStrike">
                <a:solidFill>
                  <a:schemeClr val="lt1"/>
                </a:solidFill>
                <a:latin typeface="Times New Roman"/>
                <a:ea typeface="Times New Roman"/>
                <a:cs typeface="Times New Roman"/>
                <a:sym typeface="Times New Roman"/>
              </a:rPr>
              <a:t>Machine Learning Professional</a:t>
            </a:r>
            <a:br>
              <a:rPr b="0" i="0" lang="en-US" sz="1800" u="none" cap="none" strike="noStrike">
                <a:solidFill>
                  <a:schemeClr val="lt1"/>
                </a:solidFill>
                <a:latin typeface="Times New Roman"/>
                <a:ea typeface="Times New Roman"/>
                <a:cs typeface="Times New Roman"/>
                <a:sym typeface="Times New Roman"/>
              </a:rPr>
            </a:br>
            <a:r>
              <a:rPr b="0" i="0" lang="en-US" sz="1800" u="none" cap="none" strike="noStrike">
                <a:solidFill>
                  <a:schemeClr val="lt1"/>
                </a:solidFill>
                <a:latin typeface="Times New Roman"/>
                <a:ea typeface="Times New Roman"/>
                <a:cs typeface="Times New Roman"/>
                <a:sym typeface="Times New Roman"/>
              </a:rPr>
              <a:t>Project Presentation</a:t>
            </a:r>
            <a:endParaRPr b="0" i="0" sz="1800" u="none" cap="none" strike="noStrike">
              <a:solidFill>
                <a:schemeClr val="lt1"/>
              </a:solidFill>
              <a:latin typeface="Times New Roman"/>
              <a:ea typeface="Times New Roman"/>
              <a:cs typeface="Times New Roman"/>
              <a:sym typeface="Times New Roman"/>
            </a:endParaRPr>
          </a:p>
        </p:txBody>
      </p:sp>
      <p:pic>
        <p:nvPicPr>
          <p:cNvPr id="2628" name="Google Shape;2628;g3d1afc4545f_0_2631"/>
          <p:cNvPicPr preferRelativeResize="0"/>
          <p:nvPr/>
        </p:nvPicPr>
        <p:blipFill rotWithShape="1">
          <a:blip r:embed="rId6">
            <a:alphaModFix/>
          </a:blip>
          <a:srcRect b="0" l="0" r="0" t="0"/>
          <a:stretch/>
        </p:blipFill>
        <p:spPr>
          <a:xfrm>
            <a:off x="10590875" y="6330524"/>
            <a:ext cx="1500023" cy="585000"/>
          </a:xfrm>
          <a:prstGeom prst="rect">
            <a:avLst/>
          </a:prstGeom>
          <a:noFill/>
          <a:ln>
            <a:noFill/>
          </a:ln>
        </p:spPr>
      </p:pic>
      <p:pic>
        <p:nvPicPr>
          <p:cNvPr id="2629" name="Google Shape;2629;g3d1afc4545f_0_2631"/>
          <p:cNvPicPr preferRelativeResize="0"/>
          <p:nvPr/>
        </p:nvPicPr>
        <p:blipFill rotWithShape="1">
          <a:blip r:embed="rId7">
            <a:alphaModFix/>
          </a:blip>
          <a:srcRect b="0" l="0" r="0" t="0"/>
          <a:stretch/>
        </p:blipFill>
        <p:spPr>
          <a:xfrm>
            <a:off x="-4" y="6211289"/>
            <a:ext cx="12192003" cy="1285104"/>
          </a:xfrm>
          <a:prstGeom prst="rect">
            <a:avLst/>
          </a:prstGeom>
          <a:noFill/>
          <a:ln>
            <a:noFill/>
          </a:ln>
        </p:spPr>
      </p:pic>
      <p:sp>
        <p:nvSpPr>
          <p:cNvPr id="2630" name="Google Shape;2630;g3d1afc4545f_0_2631"/>
          <p:cNvSpPr txBox="1"/>
          <p:nvPr/>
        </p:nvSpPr>
        <p:spPr>
          <a:xfrm>
            <a:off x="-1" y="6288587"/>
            <a:ext cx="5981100" cy="6465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chemeClr val="dk1"/>
              </a:buClr>
              <a:buSzPts val="1800"/>
              <a:buFont typeface="Arial"/>
              <a:buNone/>
            </a:pPr>
            <a:r>
              <a:rPr b="0" i="0" lang="en-US" sz="1800" u="none" cap="none" strike="noStrike">
                <a:solidFill>
                  <a:schemeClr val="lt1"/>
                </a:solidFill>
                <a:latin typeface="Times New Roman"/>
                <a:ea typeface="Times New Roman"/>
                <a:cs typeface="Times New Roman"/>
                <a:sym typeface="Times New Roman"/>
              </a:rPr>
              <a:t>Machine Learning Professional</a:t>
            </a:r>
            <a:br>
              <a:rPr b="0" i="0" lang="en-US" sz="1800" u="none" cap="none" strike="noStrike">
                <a:solidFill>
                  <a:schemeClr val="lt1"/>
                </a:solidFill>
                <a:latin typeface="Times New Roman"/>
                <a:ea typeface="Times New Roman"/>
                <a:cs typeface="Times New Roman"/>
                <a:sym typeface="Times New Roman"/>
              </a:rPr>
            </a:br>
            <a:r>
              <a:rPr b="0" i="0" lang="en-US" sz="1800" u="none" cap="none" strike="noStrike">
                <a:solidFill>
                  <a:schemeClr val="lt1"/>
                </a:solidFill>
                <a:latin typeface="Times New Roman"/>
                <a:ea typeface="Times New Roman"/>
                <a:cs typeface="Times New Roman"/>
                <a:sym typeface="Times New Roman"/>
              </a:rPr>
              <a:t>Project Presentation</a:t>
            </a:r>
            <a:endParaRPr b="0" i="0" sz="1800" u="none" cap="none" strike="noStrike">
              <a:solidFill>
                <a:schemeClr val="lt1"/>
              </a:solidFill>
              <a:latin typeface="Times New Roman"/>
              <a:ea typeface="Times New Roman"/>
              <a:cs typeface="Times New Roman"/>
              <a:sym typeface="Times New Roman"/>
            </a:endParaRPr>
          </a:p>
        </p:txBody>
      </p:sp>
      <p:pic>
        <p:nvPicPr>
          <p:cNvPr id="2631" name="Google Shape;2631;g3d1afc4545f_0_2631"/>
          <p:cNvPicPr preferRelativeResize="0"/>
          <p:nvPr/>
        </p:nvPicPr>
        <p:blipFill rotWithShape="1">
          <a:blip r:embed="rId6">
            <a:alphaModFix/>
          </a:blip>
          <a:srcRect b="0" l="0" r="0" t="0"/>
          <a:stretch/>
        </p:blipFill>
        <p:spPr>
          <a:xfrm>
            <a:off x="10590875" y="6330524"/>
            <a:ext cx="1500023" cy="585000"/>
          </a:xfrm>
          <a:prstGeom prst="rect">
            <a:avLst/>
          </a:prstGeom>
          <a:noFill/>
          <a:ln>
            <a:noFill/>
          </a:ln>
        </p:spPr>
      </p:pic>
      <p:pic>
        <p:nvPicPr>
          <p:cNvPr id="2632" name="Google Shape;2632;g3d1afc4545f_0_2631"/>
          <p:cNvPicPr preferRelativeResize="0"/>
          <p:nvPr/>
        </p:nvPicPr>
        <p:blipFill rotWithShape="1">
          <a:blip r:embed="rId7">
            <a:alphaModFix/>
          </a:blip>
          <a:srcRect b="0" l="0" r="0" t="0"/>
          <a:stretch/>
        </p:blipFill>
        <p:spPr>
          <a:xfrm>
            <a:off x="-4" y="6211289"/>
            <a:ext cx="12192003" cy="1285104"/>
          </a:xfrm>
          <a:prstGeom prst="rect">
            <a:avLst/>
          </a:prstGeom>
          <a:noFill/>
          <a:ln>
            <a:noFill/>
          </a:ln>
        </p:spPr>
      </p:pic>
      <p:sp>
        <p:nvSpPr>
          <p:cNvPr id="2633" name="Google Shape;2633;g3d1afc4545f_0_2631"/>
          <p:cNvSpPr txBox="1"/>
          <p:nvPr/>
        </p:nvSpPr>
        <p:spPr>
          <a:xfrm>
            <a:off x="-1" y="6234672"/>
            <a:ext cx="5981100" cy="6465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chemeClr val="dk1"/>
              </a:buClr>
              <a:buSzPts val="1800"/>
              <a:buFont typeface="Arial"/>
              <a:buNone/>
            </a:pPr>
            <a:r>
              <a:rPr b="0" i="0" lang="en-US" sz="1800" u="none" cap="none" strike="noStrike">
                <a:solidFill>
                  <a:schemeClr val="lt1"/>
                </a:solidFill>
                <a:latin typeface="Times New Roman"/>
                <a:ea typeface="Times New Roman"/>
                <a:cs typeface="Times New Roman"/>
                <a:sym typeface="Times New Roman"/>
              </a:rPr>
              <a:t>Machine Learning Professional</a:t>
            </a:r>
            <a:br>
              <a:rPr b="0" i="0" lang="en-US" sz="1800" u="none" cap="none" strike="noStrike">
                <a:solidFill>
                  <a:schemeClr val="lt1"/>
                </a:solidFill>
                <a:latin typeface="Times New Roman"/>
                <a:ea typeface="Times New Roman"/>
                <a:cs typeface="Times New Roman"/>
                <a:sym typeface="Times New Roman"/>
              </a:rPr>
            </a:br>
            <a:r>
              <a:rPr b="0" i="0" lang="en-US" sz="1800" u="none" cap="none" strike="noStrike">
                <a:solidFill>
                  <a:schemeClr val="lt1"/>
                </a:solidFill>
                <a:latin typeface="Times New Roman"/>
                <a:ea typeface="Times New Roman"/>
                <a:cs typeface="Times New Roman"/>
                <a:sym typeface="Times New Roman"/>
              </a:rPr>
              <a:t>Project Presentation</a:t>
            </a:r>
            <a:endParaRPr b="0" i="0" sz="1800" u="none" cap="none" strike="noStrike">
              <a:solidFill>
                <a:schemeClr val="lt1"/>
              </a:solidFill>
              <a:latin typeface="Times New Roman"/>
              <a:ea typeface="Times New Roman"/>
              <a:cs typeface="Times New Roman"/>
              <a:sym typeface="Times New Roman"/>
            </a:endParaRPr>
          </a:p>
        </p:txBody>
      </p:sp>
      <p:pic>
        <p:nvPicPr>
          <p:cNvPr id="2634" name="Google Shape;2634;g3d1afc4545f_0_2631"/>
          <p:cNvPicPr preferRelativeResize="0"/>
          <p:nvPr/>
        </p:nvPicPr>
        <p:blipFill rotWithShape="1">
          <a:blip r:embed="rId6">
            <a:alphaModFix/>
          </a:blip>
          <a:srcRect b="0" l="0" r="0" t="0"/>
          <a:stretch/>
        </p:blipFill>
        <p:spPr>
          <a:xfrm>
            <a:off x="10590875" y="6330524"/>
            <a:ext cx="1500023" cy="585000"/>
          </a:xfrm>
          <a:prstGeom prst="rect">
            <a:avLst/>
          </a:prstGeom>
          <a:noFill/>
          <a:ln>
            <a:noFill/>
          </a:ln>
        </p:spPr>
      </p:pic>
      <p:pic>
        <p:nvPicPr>
          <p:cNvPr id="2635" name="Google Shape;2635;g3d1afc4545f_0_2631"/>
          <p:cNvPicPr preferRelativeResize="0"/>
          <p:nvPr/>
        </p:nvPicPr>
        <p:blipFill rotWithShape="1">
          <a:blip r:embed="rId8">
            <a:alphaModFix/>
          </a:blip>
          <a:srcRect b="0" l="0" r="0" t="0"/>
          <a:stretch/>
        </p:blipFill>
        <p:spPr>
          <a:xfrm>
            <a:off x="-4" y="6211289"/>
            <a:ext cx="12192003" cy="1285104"/>
          </a:xfrm>
          <a:prstGeom prst="rect">
            <a:avLst/>
          </a:prstGeom>
          <a:noFill/>
          <a:ln>
            <a:noFill/>
          </a:ln>
        </p:spPr>
      </p:pic>
      <p:sp>
        <p:nvSpPr>
          <p:cNvPr id="2636" name="Google Shape;2636;g3d1afc4545f_0_2631"/>
          <p:cNvSpPr txBox="1"/>
          <p:nvPr/>
        </p:nvSpPr>
        <p:spPr>
          <a:xfrm>
            <a:off x="-1" y="6234672"/>
            <a:ext cx="5981100" cy="6465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chemeClr val="dk1"/>
              </a:buClr>
              <a:buSzPts val="1800"/>
              <a:buFont typeface="Arial"/>
              <a:buNone/>
            </a:pPr>
            <a:r>
              <a:rPr b="0" i="0" lang="en-US" sz="1800" u="none" cap="none" strike="noStrike">
                <a:solidFill>
                  <a:schemeClr val="lt1"/>
                </a:solidFill>
                <a:latin typeface="Times New Roman"/>
                <a:ea typeface="Times New Roman"/>
                <a:cs typeface="Times New Roman"/>
                <a:sym typeface="Times New Roman"/>
              </a:rPr>
              <a:t>Nanoelectronics - Seminar Presentation</a:t>
            </a:r>
            <a:br>
              <a:rPr b="0" i="0" lang="en-US" sz="1800" u="none" cap="none" strike="noStrike">
                <a:solidFill>
                  <a:schemeClr val="lt1"/>
                </a:solidFill>
                <a:latin typeface="Times New Roman"/>
                <a:ea typeface="Times New Roman"/>
                <a:cs typeface="Times New Roman"/>
                <a:sym typeface="Times New Roman"/>
              </a:rPr>
            </a:br>
            <a:r>
              <a:rPr b="0" i="0" lang="en-US" sz="1800" u="none" cap="none" strike="noStrike">
                <a:solidFill>
                  <a:schemeClr val="lt1"/>
                </a:solidFill>
                <a:latin typeface="Times New Roman"/>
                <a:ea typeface="Times New Roman"/>
                <a:cs typeface="Times New Roman"/>
                <a:sym typeface="Times New Roman"/>
              </a:rPr>
              <a:t>Ronit Dutta</a:t>
            </a:r>
            <a:endParaRPr b="0" i="0" sz="1800" u="none" cap="none" strike="noStrike">
              <a:solidFill>
                <a:schemeClr val="lt1"/>
              </a:solidFill>
              <a:latin typeface="Times New Roman"/>
              <a:ea typeface="Times New Roman"/>
              <a:cs typeface="Times New Roman"/>
              <a:sym typeface="Times New Roman"/>
            </a:endParaRPr>
          </a:p>
        </p:txBody>
      </p:sp>
      <p:pic>
        <p:nvPicPr>
          <p:cNvPr id="2637" name="Google Shape;2637;g3d1afc4545f_0_2631"/>
          <p:cNvPicPr preferRelativeResize="0"/>
          <p:nvPr/>
        </p:nvPicPr>
        <p:blipFill rotWithShape="1">
          <a:blip r:embed="rId6">
            <a:alphaModFix/>
          </a:blip>
          <a:srcRect b="0" l="0" r="0" t="0"/>
          <a:stretch/>
        </p:blipFill>
        <p:spPr>
          <a:xfrm>
            <a:off x="10590875" y="6330524"/>
            <a:ext cx="1500023" cy="585000"/>
          </a:xfrm>
          <a:prstGeom prst="rect">
            <a:avLst/>
          </a:prstGeom>
          <a:noFill/>
          <a:ln>
            <a:noFill/>
          </a:ln>
        </p:spPr>
      </p:pic>
      <p:pic>
        <p:nvPicPr>
          <p:cNvPr id="2638" name="Google Shape;2638;g3d1afc4545f_0_2631"/>
          <p:cNvPicPr preferRelativeResize="0"/>
          <p:nvPr/>
        </p:nvPicPr>
        <p:blipFill rotWithShape="1">
          <a:blip r:embed="rId9">
            <a:alphaModFix/>
          </a:blip>
          <a:srcRect b="0" l="0" r="0" t="0"/>
          <a:stretch/>
        </p:blipFill>
        <p:spPr>
          <a:xfrm>
            <a:off x="0" y="6330524"/>
            <a:ext cx="12192000" cy="1165875"/>
          </a:xfrm>
          <a:prstGeom prst="rect">
            <a:avLst/>
          </a:prstGeom>
          <a:noFill/>
          <a:ln>
            <a:noFill/>
          </a:ln>
        </p:spPr>
      </p:pic>
      <p:sp>
        <p:nvSpPr>
          <p:cNvPr id="2639" name="Google Shape;2639;g3d1afc4545f_0_2631"/>
          <p:cNvSpPr txBox="1"/>
          <p:nvPr/>
        </p:nvSpPr>
        <p:spPr>
          <a:xfrm>
            <a:off x="-1" y="6445547"/>
            <a:ext cx="5981100" cy="6465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chemeClr val="dk1"/>
              </a:buClr>
              <a:buSzPts val="1800"/>
              <a:buFont typeface="Arial"/>
              <a:buNone/>
            </a:pPr>
            <a:r>
              <a:rPr lang="en-US" sz="1800">
                <a:solidFill>
                  <a:schemeClr val="lt1"/>
                </a:solidFill>
                <a:latin typeface="Times New Roman"/>
                <a:ea typeface="Times New Roman"/>
                <a:cs typeface="Times New Roman"/>
                <a:sym typeface="Times New Roman"/>
              </a:rPr>
              <a:t>Applied Mathematics for Engineering [MIDTERM PROJECT]</a:t>
            </a:r>
            <a:br>
              <a:rPr b="0" i="0" lang="en-US" sz="1800" u="none" cap="none" strike="noStrike">
                <a:solidFill>
                  <a:schemeClr val="lt1"/>
                </a:solidFill>
                <a:latin typeface="Times New Roman"/>
                <a:ea typeface="Times New Roman"/>
                <a:cs typeface="Times New Roman"/>
                <a:sym typeface="Times New Roman"/>
              </a:rPr>
            </a:br>
            <a:r>
              <a:rPr b="0" i="0" lang="en-US" sz="1800" u="none" cap="none" strike="noStrike">
                <a:solidFill>
                  <a:schemeClr val="lt1"/>
                </a:solidFill>
                <a:latin typeface="Times New Roman"/>
                <a:ea typeface="Times New Roman"/>
                <a:cs typeface="Times New Roman"/>
                <a:sym typeface="Times New Roman"/>
              </a:rPr>
              <a:t>Ronit Dutta</a:t>
            </a:r>
            <a:endParaRPr b="0" i="0" sz="1800" u="none" cap="none" strike="noStrike">
              <a:solidFill>
                <a:schemeClr val="lt1"/>
              </a:solidFill>
              <a:latin typeface="Times New Roman"/>
              <a:ea typeface="Times New Roman"/>
              <a:cs typeface="Times New Roman"/>
              <a:sym typeface="Times New Roman"/>
            </a:endParaRPr>
          </a:p>
        </p:txBody>
      </p:sp>
      <p:pic>
        <p:nvPicPr>
          <p:cNvPr id="2640" name="Google Shape;2640;g3d1afc4545f_0_2631"/>
          <p:cNvPicPr preferRelativeResize="0"/>
          <p:nvPr/>
        </p:nvPicPr>
        <p:blipFill rotWithShape="1">
          <a:blip r:embed="rId6">
            <a:alphaModFix/>
          </a:blip>
          <a:srcRect b="0" l="0" r="0" t="0"/>
          <a:stretch/>
        </p:blipFill>
        <p:spPr>
          <a:xfrm>
            <a:off x="10579375" y="6476299"/>
            <a:ext cx="1500023" cy="585000"/>
          </a:xfrm>
          <a:prstGeom prst="rect">
            <a:avLst/>
          </a:prstGeom>
          <a:noFill/>
          <a:ln>
            <a:noFill/>
          </a:ln>
        </p:spPr>
      </p:pic>
      <p:pic>
        <p:nvPicPr>
          <p:cNvPr id="2641" name="Google Shape;2641;g3d1afc4545f_0_2631"/>
          <p:cNvPicPr preferRelativeResize="0"/>
          <p:nvPr/>
        </p:nvPicPr>
        <p:blipFill rotWithShape="1">
          <a:blip r:embed="rId4">
            <a:alphaModFix/>
          </a:blip>
          <a:srcRect b="0" l="0" r="0" t="0"/>
          <a:stretch/>
        </p:blipFill>
        <p:spPr>
          <a:xfrm>
            <a:off x="10590934" y="6330522"/>
            <a:ext cx="1499906" cy="585000"/>
          </a:xfrm>
          <a:prstGeom prst="rect">
            <a:avLst/>
          </a:prstGeom>
          <a:noFill/>
          <a:ln>
            <a:noFill/>
          </a:ln>
        </p:spPr>
      </p:pic>
      <p:sp>
        <p:nvSpPr>
          <p:cNvPr id="2642" name="Google Shape;2642;g3d1afc4545f_0_2631"/>
          <p:cNvSpPr txBox="1"/>
          <p:nvPr/>
        </p:nvSpPr>
        <p:spPr>
          <a:xfrm>
            <a:off x="-1" y="6288587"/>
            <a:ext cx="5981100" cy="3693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chemeClr val="dk1"/>
              </a:buClr>
              <a:buSzPts val="1800"/>
              <a:buFont typeface="Arial"/>
              <a:buNone/>
            </a:pPr>
            <a:r>
              <a:rPr b="0" i="0" lang="en-US" sz="1800" u="none" cap="none" strike="noStrike">
                <a:solidFill>
                  <a:schemeClr val="lt1"/>
                </a:solidFill>
                <a:latin typeface="Times New Roman"/>
                <a:ea typeface="Times New Roman"/>
                <a:cs typeface="Times New Roman"/>
                <a:sym typeface="Times New Roman"/>
              </a:rPr>
              <a:t>Term Paper Presentation | Ronit Dutta</a:t>
            </a:r>
            <a:endParaRPr b="0" i="0" sz="1800" u="none" cap="none" strike="noStrike">
              <a:solidFill>
                <a:schemeClr val="lt1"/>
              </a:solidFill>
              <a:latin typeface="Times New Roman"/>
              <a:ea typeface="Times New Roman"/>
              <a:cs typeface="Times New Roman"/>
              <a:sym typeface="Times New Roman"/>
            </a:endParaRPr>
          </a:p>
        </p:txBody>
      </p:sp>
      <p:pic>
        <p:nvPicPr>
          <p:cNvPr id="2643" name="Google Shape;2643;g3d1afc4545f_0_2631"/>
          <p:cNvPicPr preferRelativeResize="0"/>
          <p:nvPr/>
        </p:nvPicPr>
        <p:blipFill rotWithShape="1">
          <a:blip r:embed="rId4">
            <a:alphaModFix/>
          </a:blip>
          <a:srcRect b="0" l="0" r="0" t="0"/>
          <a:stretch/>
        </p:blipFill>
        <p:spPr>
          <a:xfrm>
            <a:off x="10590934" y="6330522"/>
            <a:ext cx="1499906" cy="585000"/>
          </a:xfrm>
          <a:prstGeom prst="rect">
            <a:avLst/>
          </a:prstGeom>
          <a:noFill/>
          <a:ln>
            <a:noFill/>
          </a:ln>
        </p:spPr>
      </p:pic>
      <p:sp>
        <p:nvSpPr>
          <p:cNvPr id="2644" name="Google Shape;2644;g3d1afc4545f_0_2631"/>
          <p:cNvSpPr txBox="1"/>
          <p:nvPr/>
        </p:nvSpPr>
        <p:spPr>
          <a:xfrm>
            <a:off x="-1" y="6288587"/>
            <a:ext cx="5981100" cy="3693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chemeClr val="dk1"/>
              </a:buClr>
              <a:buSzPts val="1800"/>
              <a:buFont typeface="Arial"/>
              <a:buNone/>
            </a:pPr>
            <a:r>
              <a:rPr b="0" i="0" lang="en-US" sz="1800" u="none" cap="none" strike="noStrike">
                <a:solidFill>
                  <a:schemeClr val="lt1"/>
                </a:solidFill>
                <a:latin typeface="Times New Roman"/>
                <a:ea typeface="Times New Roman"/>
                <a:cs typeface="Times New Roman"/>
                <a:sym typeface="Times New Roman"/>
              </a:rPr>
              <a:t>Term Paper Presentation | Ronit Dutta</a:t>
            </a:r>
            <a:endParaRPr b="0" i="0" sz="1800" u="none" cap="none" strike="noStrike">
              <a:solidFill>
                <a:schemeClr val="lt1"/>
              </a:solidFill>
              <a:latin typeface="Times New Roman"/>
              <a:ea typeface="Times New Roman"/>
              <a:cs typeface="Times New Roman"/>
              <a:sym typeface="Times New Roman"/>
            </a:endParaRPr>
          </a:p>
        </p:txBody>
      </p:sp>
      <p:pic>
        <p:nvPicPr>
          <p:cNvPr id="2645" name="Google Shape;2645;g3d1afc4545f_0_2631"/>
          <p:cNvPicPr preferRelativeResize="0"/>
          <p:nvPr/>
        </p:nvPicPr>
        <p:blipFill rotWithShape="1">
          <a:blip r:embed="rId4">
            <a:alphaModFix/>
          </a:blip>
          <a:srcRect b="0" l="0" r="0" t="0"/>
          <a:stretch/>
        </p:blipFill>
        <p:spPr>
          <a:xfrm>
            <a:off x="10590934" y="6330522"/>
            <a:ext cx="1499906" cy="585000"/>
          </a:xfrm>
          <a:prstGeom prst="rect">
            <a:avLst/>
          </a:prstGeom>
          <a:noFill/>
          <a:ln>
            <a:noFill/>
          </a:ln>
        </p:spPr>
      </p:pic>
      <p:sp>
        <p:nvSpPr>
          <p:cNvPr id="2646" name="Google Shape;2646;g3d1afc4545f_0_2631"/>
          <p:cNvSpPr txBox="1"/>
          <p:nvPr/>
        </p:nvSpPr>
        <p:spPr>
          <a:xfrm>
            <a:off x="-1" y="6288587"/>
            <a:ext cx="5981100" cy="6465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chemeClr val="dk1"/>
              </a:buClr>
              <a:buSzPts val="1800"/>
              <a:buFont typeface="Arial"/>
              <a:buNone/>
            </a:pPr>
            <a:r>
              <a:rPr b="0" i="0" lang="en-US" sz="1800" u="none" cap="none" strike="noStrike">
                <a:solidFill>
                  <a:schemeClr val="lt1"/>
                </a:solidFill>
                <a:latin typeface="Times New Roman"/>
                <a:ea typeface="Times New Roman"/>
                <a:cs typeface="Times New Roman"/>
                <a:sym typeface="Times New Roman"/>
              </a:rPr>
              <a:t>Machine Learning Professional</a:t>
            </a:r>
            <a:br>
              <a:rPr b="0" i="0" lang="en-US" sz="1800" u="none" cap="none" strike="noStrike">
                <a:solidFill>
                  <a:schemeClr val="lt1"/>
                </a:solidFill>
                <a:latin typeface="Times New Roman"/>
                <a:ea typeface="Times New Roman"/>
                <a:cs typeface="Times New Roman"/>
                <a:sym typeface="Times New Roman"/>
              </a:rPr>
            </a:br>
            <a:r>
              <a:rPr b="0" i="0" lang="en-US" sz="1800" u="none" cap="none" strike="noStrike">
                <a:solidFill>
                  <a:schemeClr val="lt1"/>
                </a:solidFill>
                <a:latin typeface="Times New Roman"/>
                <a:ea typeface="Times New Roman"/>
                <a:cs typeface="Times New Roman"/>
                <a:sym typeface="Times New Roman"/>
              </a:rPr>
              <a:t>Project Presentation</a:t>
            </a:r>
            <a:endParaRPr b="0" i="0" sz="1800" u="none" cap="none" strike="noStrike">
              <a:solidFill>
                <a:schemeClr val="lt1"/>
              </a:solidFill>
              <a:latin typeface="Times New Roman"/>
              <a:ea typeface="Times New Roman"/>
              <a:cs typeface="Times New Roman"/>
              <a:sym typeface="Times New Roman"/>
            </a:endParaRPr>
          </a:p>
        </p:txBody>
      </p:sp>
      <p:pic>
        <p:nvPicPr>
          <p:cNvPr id="2647" name="Google Shape;2647;g3d1afc4545f_0_2631"/>
          <p:cNvPicPr preferRelativeResize="0"/>
          <p:nvPr/>
        </p:nvPicPr>
        <p:blipFill rotWithShape="1">
          <a:blip r:embed="rId6">
            <a:alphaModFix/>
          </a:blip>
          <a:srcRect b="0" l="0" r="0" t="0"/>
          <a:stretch/>
        </p:blipFill>
        <p:spPr>
          <a:xfrm>
            <a:off x="10590875" y="6341462"/>
            <a:ext cx="1500023" cy="585000"/>
          </a:xfrm>
          <a:prstGeom prst="rect">
            <a:avLst/>
          </a:prstGeom>
          <a:noFill/>
          <a:ln>
            <a:noFill/>
          </a:ln>
        </p:spPr>
      </p:pic>
      <p:sp>
        <p:nvSpPr>
          <p:cNvPr id="2648" name="Google Shape;2648;g3d1afc4545f_0_2631"/>
          <p:cNvSpPr txBox="1"/>
          <p:nvPr/>
        </p:nvSpPr>
        <p:spPr>
          <a:xfrm>
            <a:off x="-1" y="6288587"/>
            <a:ext cx="5981100" cy="6465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chemeClr val="dk1"/>
              </a:buClr>
              <a:buSzPts val="1800"/>
              <a:buFont typeface="Arial"/>
              <a:buNone/>
            </a:pPr>
            <a:r>
              <a:rPr b="0" i="0" lang="en-US" sz="1800" u="none" cap="none" strike="noStrike">
                <a:solidFill>
                  <a:schemeClr val="lt1"/>
                </a:solidFill>
                <a:latin typeface="Times New Roman"/>
                <a:ea typeface="Times New Roman"/>
                <a:cs typeface="Times New Roman"/>
                <a:sym typeface="Times New Roman"/>
              </a:rPr>
              <a:t>Machine Learning Professional</a:t>
            </a:r>
            <a:br>
              <a:rPr b="0" i="0" lang="en-US" sz="1800" u="none" cap="none" strike="noStrike">
                <a:solidFill>
                  <a:schemeClr val="lt1"/>
                </a:solidFill>
                <a:latin typeface="Times New Roman"/>
                <a:ea typeface="Times New Roman"/>
                <a:cs typeface="Times New Roman"/>
                <a:sym typeface="Times New Roman"/>
              </a:rPr>
            </a:br>
            <a:r>
              <a:rPr b="0" i="0" lang="en-US" sz="1800" u="none" cap="none" strike="noStrike">
                <a:solidFill>
                  <a:schemeClr val="lt1"/>
                </a:solidFill>
                <a:latin typeface="Times New Roman"/>
                <a:ea typeface="Times New Roman"/>
                <a:cs typeface="Times New Roman"/>
                <a:sym typeface="Times New Roman"/>
              </a:rPr>
              <a:t>Project Presentation</a:t>
            </a:r>
            <a:endParaRPr b="0" i="0" sz="1800" u="none" cap="none" strike="noStrike">
              <a:solidFill>
                <a:schemeClr val="lt1"/>
              </a:solidFill>
              <a:latin typeface="Times New Roman"/>
              <a:ea typeface="Times New Roman"/>
              <a:cs typeface="Times New Roman"/>
              <a:sym typeface="Times New Roman"/>
            </a:endParaRPr>
          </a:p>
        </p:txBody>
      </p:sp>
      <p:pic>
        <p:nvPicPr>
          <p:cNvPr id="2649" name="Google Shape;2649;g3d1afc4545f_0_2631"/>
          <p:cNvPicPr preferRelativeResize="0"/>
          <p:nvPr/>
        </p:nvPicPr>
        <p:blipFill rotWithShape="1">
          <a:blip r:embed="rId6">
            <a:alphaModFix/>
          </a:blip>
          <a:srcRect b="0" l="0" r="0" t="0"/>
          <a:stretch/>
        </p:blipFill>
        <p:spPr>
          <a:xfrm>
            <a:off x="10590875" y="6330524"/>
            <a:ext cx="1500023" cy="585000"/>
          </a:xfrm>
          <a:prstGeom prst="rect">
            <a:avLst/>
          </a:prstGeom>
          <a:noFill/>
          <a:ln>
            <a:noFill/>
          </a:ln>
        </p:spPr>
      </p:pic>
      <p:sp>
        <p:nvSpPr>
          <p:cNvPr id="2650" name="Google Shape;2650;g3d1afc4545f_0_2631"/>
          <p:cNvSpPr txBox="1"/>
          <p:nvPr/>
        </p:nvSpPr>
        <p:spPr>
          <a:xfrm>
            <a:off x="-1" y="6234672"/>
            <a:ext cx="5981100" cy="6465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chemeClr val="dk1"/>
              </a:buClr>
              <a:buSzPts val="1800"/>
              <a:buFont typeface="Arial"/>
              <a:buNone/>
            </a:pPr>
            <a:r>
              <a:rPr b="0" i="0" lang="en-US" sz="1800" u="none" cap="none" strike="noStrike">
                <a:solidFill>
                  <a:schemeClr val="lt1"/>
                </a:solidFill>
                <a:latin typeface="Times New Roman"/>
                <a:ea typeface="Times New Roman"/>
                <a:cs typeface="Times New Roman"/>
                <a:sym typeface="Times New Roman"/>
              </a:rPr>
              <a:t>Machine Learning Professional</a:t>
            </a:r>
            <a:br>
              <a:rPr b="0" i="0" lang="en-US" sz="1800" u="none" cap="none" strike="noStrike">
                <a:solidFill>
                  <a:schemeClr val="lt1"/>
                </a:solidFill>
                <a:latin typeface="Times New Roman"/>
                <a:ea typeface="Times New Roman"/>
                <a:cs typeface="Times New Roman"/>
                <a:sym typeface="Times New Roman"/>
              </a:rPr>
            </a:br>
            <a:r>
              <a:rPr b="0" i="0" lang="en-US" sz="1800" u="none" cap="none" strike="noStrike">
                <a:solidFill>
                  <a:schemeClr val="lt1"/>
                </a:solidFill>
                <a:latin typeface="Times New Roman"/>
                <a:ea typeface="Times New Roman"/>
                <a:cs typeface="Times New Roman"/>
                <a:sym typeface="Times New Roman"/>
              </a:rPr>
              <a:t>Project Presentation</a:t>
            </a:r>
            <a:endParaRPr b="0" i="0" sz="1800" u="none" cap="none" strike="noStrike">
              <a:solidFill>
                <a:schemeClr val="lt1"/>
              </a:solidFill>
              <a:latin typeface="Times New Roman"/>
              <a:ea typeface="Times New Roman"/>
              <a:cs typeface="Times New Roman"/>
              <a:sym typeface="Times New Roman"/>
            </a:endParaRPr>
          </a:p>
        </p:txBody>
      </p:sp>
      <p:pic>
        <p:nvPicPr>
          <p:cNvPr id="2651" name="Google Shape;2651;g3d1afc4545f_0_2631"/>
          <p:cNvPicPr preferRelativeResize="0"/>
          <p:nvPr/>
        </p:nvPicPr>
        <p:blipFill rotWithShape="1">
          <a:blip r:embed="rId6">
            <a:alphaModFix/>
          </a:blip>
          <a:srcRect b="0" l="0" r="0" t="0"/>
          <a:stretch/>
        </p:blipFill>
        <p:spPr>
          <a:xfrm>
            <a:off x="10590875" y="6330524"/>
            <a:ext cx="1500023" cy="585000"/>
          </a:xfrm>
          <a:prstGeom prst="rect">
            <a:avLst/>
          </a:prstGeom>
          <a:noFill/>
          <a:ln>
            <a:noFill/>
          </a:ln>
        </p:spPr>
      </p:pic>
      <p:sp>
        <p:nvSpPr>
          <p:cNvPr id="2652" name="Google Shape;2652;g3d1afc4545f_0_2631"/>
          <p:cNvSpPr txBox="1"/>
          <p:nvPr/>
        </p:nvSpPr>
        <p:spPr>
          <a:xfrm>
            <a:off x="-1" y="6234672"/>
            <a:ext cx="5981100" cy="6465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chemeClr val="dk1"/>
              </a:buClr>
              <a:buSzPts val="1800"/>
              <a:buFont typeface="Arial"/>
              <a:buNone/>
            </a:pPr>
            <a:r>
              <a:rPr b="0" i="0" lang="en-US" sz="1800" u="none" cap="none" strike="noStrike">
                <a:solidFill>
                  <a:schemeClr val="lt1"/>
                </a:solidFill>
                <a:latin typeface="Times New Roman"/>
                <a:ea typeface="Times New Roman"/>
                <a:cs typeface="Times New Roman"/>
                <a:sym typeface="Times New Roman"/>
              </a:rPr>
              <a:t>Machine Learning Professional</a:t>
            </a:r>
            <a:br>
              <a:rPr b="0" i="0" lang="en-US" sz="1800" u="none" cap="none" strike="noStrike">
                <a:solidFill>
                  <a:schemeClr val="lt1"/>
                </a:solidFill>
                <a:latin typeface="Times New Roman"/>
                <a:ea typeface="Times New Roman"/>
                <a:cs typeface="Times New Roman"/>
                <a:sym typeface="Times New Roman"/>
              </a:rPr>
            </a:br>
            <a:r>
              <a:rPr b="0" i="0" lang="en-US" sz="1800" u="none" cap="none" strike="noStrike">
                <a:solidFill>
                  <a:schemeClr val="lt1"/>
                </a:solidFill>
                <a:latin typeface="Times New Roman"/>
                <a:ea typeface="Times New Roman"/>
                <a:cs typeface="Times New Roman"/>
                <a:sym typeface="Times New Roman"/>
              </a:rPr>
              <a:t>Project Presentation</a:t>
            </a:r>
            <a:endParaRPr b="0" i="0" sz="1800" u="none" cap="none" strike="noStrike">
              <a:solidFill>
                <a:schemeClr val="lt1"/>
              </a:solidFill>
              <a:latin typeface="Times New Roman"/>
              <a:ea typeface="Times New Roman"/>
              <a:cs typeface="Times New Roman"/>
              <a:sym typeface="Times New Roman"/>
            </a:endParaRPr>
          </a:p>
        </p:txBody>
      </p:sp>
      <p:pic>
        <p:nvPicPr>
          <p:cNvPr id="2653" name="Google Shape;2653;g3d1afc4545f_0_2631"/>
          <p:cNvPicPr preferRelativeResize="0"/>
          <p:nvPr/>
        </p:nvPicPr>
        <p:blipFill rotWithShape="1">
          <a:blip r:embed="rId6">
            <a:alphaModFix/>
          </a:blip>
          <a:srcRect b="0" l="0" r="0" t="0"/>
          <a:stretch/>
        </p:blipFill>
        <p:spPr>
          <a:xfrm>
            <a:off x="10590875" y="6330524"/>
            <a:ext cx="1500023" cy="585000"/>
          </a:xfrm>
          <a:prstGeom prst="rect">
            <a:avLst/>
          </a:prstGeom>
          <a:noFill/>
          <a:ln>
            <a:noFill/>
          </a:ln>
        </p:spPr>
      </p:pic>
      <p:sp>
        <p:nvSpPr>
          <p:cNvPr id="2654" name="Google Shape;2654;g3d1afc4545f_0_2631"/>
          <p:cNvSpPr txBox="1"/>
          <p:nvPr/>
        </p:nvSpPr>
        <p:spPr>
          <a:xfrm>
            <a:off x="-1" y="6234672"/>
            <a:ext cx="5981100" cy="6465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chemeClr val="dk1"/>
              </a:buClr>
              <a:buSzPts val="1800"/>
              <a:buFont typeface="Arial"/>
              <a:buNone/>
            </a:pPr>
            <a:r>
              <a:rPr b="0" i="0" lang="en-US" sz="1800" u="none" cap="none" strike="noStrike">
                <a:solidFill>
                  <a:schemeClr val="lt1"/>
                </a:solidFill>
                <a:latin typeface="Times New Roman"/>
                <a:ea typeface="Times New Roman"/>
                <a:cs typeface="Times New Roman"/>
                <a:sym typeface="Times New Roman"/>
              </a:rPr>
              <a:t>Nanoelectronics - Seminar Presentation</a:t>
            </a:r>
            <a:br>
              <a:rPr b="0" i="0" lang="en-US" sz="1800" u="none" cap="none" strike="noStrike">
                <a:solidFill>
                  <a:schemeClr val="lt1"/>
                </a:solidFill>
                <a:latin typeface="Times New Roman"/>
                <a:ea typeface="Times New Roman"/>
                <a:cs typeface="Times New Roman"/>
                <a:sym typeface="Times New Roman"/>
              </a:rPr>
            </a:br>
            <a:r>
              <a:rPr b="0" i="0" lang="en-US" sz="1800" u="none" cap="none" strike="noStrike">
                <a:solidFill>
                  <a:schemeClr val="lt1"/>
                </a:solidFill>
                <a:latin typeface="Times New Roman"/>
                <a:ea typeface="Times New Roman"/>
                <a:cs typeface="Times New Roman"/>
                <a:sym typeface="Times New Roman"/>
              </a:rPr>
              <a:t>Ronit Dutta</a:t>
            </a:r>
            <a:endParaRPr b="0" i="0" sz="1800" u="none" cap="none" strike="noStrike">
              <a:solidFill>
                <a:schemeClr val="lt1"/>
              </a:solidFill>
              <a:latin typeface="Times New Roman"/>
              <a:ea typeface="Times New Roman"/>
              <a:cs typeface="Times New Roman"/>
              <a:sym typeface="Times New Roman"/>
            </a:endParaRPr>
          </a:p>
        </p:txBody>
      </p:sp>
      <p:pic>
        <p:nvPicPr>
          <p:cNvPr id="2655" name="Google Shape;2655;g3d1afc4545f_0_2631"/>
          <p:cNvPicPr preferRelativeResize="0"/>
          <p:nvPr/>
        </p:nvPicPr>
        <p:blipFill rotWithShape="1">
          <a:blip r:embed="rId6">
            <a:alphaModFix/>
          </a:blip>
          <a:srcRect b="0" l="0" r="0" t="0"/>
          <a:stretch/>
        </p:blipFill>
        <p:spPr>
          <a:xfrm>
            <a:off x="10590875" y="6330524"/>
            <a:ext cx="1500023" cy="585000"/>
          </a:xfrm>
          <a:prstGeom prst="rect">
            <a:avLst/>
          </a:prstGeom>
          <a:noFill/>
          <a:ln>
            <a:noFill/>
          </a:ln>
        </p:spPr>
      </p:pic>
      <p:pic>
        <p:nvPicPr>
          <p:cNvPr id="2656" name="Google Shape;2656;g3d1afc4545f_0_2631"/>
          <p:cNvPicPr preferRelativeResize="0"/>
          <p:nvPr/>
        </p:nvPicPr>
        <p:blipFill rotWithShape="1">
          <a:blip r:embed="rId4">
            <a:alphaModFix/>
          </a:blip>
          <a:srcRect b="0" l="0" r="0" t="0"/>
          <a:stretch/>
        </p:blipFill>
        <p:spPr>
          <a:xfrm>
            <a:off x="10590934" y="6330522"/>
            <a:ext cx="1499906" cy="585000"/>
          </a:xfrm>
          <a:prstGeom prst="rect">
            <a:avLst/>
          </a:prstGeom>
          <a:noFill/>
          <a:ln>
            <a:noFill/>
          </a:ln>
        </p:spPr>
      </p:pic>
      <p:sp>
        <p:nvSpPr>
          <p:cNvPr id="2657" name="Google Shape;2657;g3d1afc4545f_0_2631"/>
          <p:cNvSpPr txBox="1"/>
          <p:nvPr/>
        </p:nvSpPr>
        <p:spPr>
          <a:xfrm>
            <a:off x="-1" y="6288587"/>
            <a:ext cx="5981100" cy="3693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chemeClr val="dk1"/>
              </a:buClr>
              <a:buSzPts val="1800"/>
              <a:buFont typeface="Arial"/>
              <a:buNone/>
            </a:pPr>
            <a:r>
              <a:rPr b="0" i="0" lang="en-US" sz="1800" u="none" cap="none" strike="noStrike">
                <a:solidFill>
                  <a:schemeClr val="lt1"/>
                </a:solidFill>
                <a:latin typeface="Times New Roman"/>
                <a:ea typeface="Times New Roman"/>
                <a:cs typeface="Times New Roman"/>
                <a:sym typeface="Times New Roman"/>
              </a:rPr>
              <a:t>Term Paper Presentation | Ronit Dutta</a:t>
            </a:r>
            <a:endParaRPr b="0" i="0" sz="1800" u="none" cap="none" strike="noStrike">
              <a:solidFill>
                <a:schemeClr val="lt1"/>
              </a:solidFill>
              <a:latin typeface="Times New Roman"/>
              <a:ea typeface="Times New Roman"/>
              <a:cs typeface="Times New Roman"/>
              <a:sym typeface="Times New Roman"/>
            </a:endParaRPr>
          </a:p>
        </p:txBody>
      </p:sp>
      <p:pic>
        <p:nvPicPr>
          <p:cNvPr id="2658" name="Google Shape;2658;g3d1afc4545f_0_2631"/>
          <p:cNvPicPr preferRelativeResize="0"/>
          <p:nvPr/>
        </p:nvPicPr>
        <p:blipFill rotWithShape="1">
          <a:blip r:embed="rId4">
            <a:alphaModFix/>
          </a:blip>
          <a:srcRect b="0" l="0" r="0" t="0"/>
          <a:stretch/>
        </p:blipFill>
        <p:spPr>
          <a:xfrm>
            <a:off x="10590934" y="6330522"/>
            <a:ext cx="1499906" cy="585000"/>
          </a:xfrm>
          <a:prstGeom prst="rect">
            <a:avLst/>
          </a:prstGeom>
          <a:noFill/>
          <a:ln>
            <a:noFill/>
          </a:ln>
        </p:spPr>
      </p:pic>
      <p:sp>
        <p:nvSpPr>
          <p:cNvPr id="2659" name="Google Shape;2659;g3d1afc4545f_0_2631"/>
          <p:cNvSpPr txBox="1"/>
          <p:nvPr/>
        </p:nvSpPr>
        <p:spPr>
          <a:xfrm>
            <a:off x="-1" y="6288587"/>
            <a:ext cx="5981100" cy="3693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chemeClr val="dk1"/>
              </a:buClr>
              <a:buSzPts val="1800"/>
              <a:buFont typeface="Arial"/>
              <a:buNone/>
            </a:pPr>
            <a:r>
              <a:rPr b="0" i="0" lang="en-US" sz="1800" u="none" cap="none" strike="noStrike">
                <a:solidFill>
                  <a:schemeClr val="lt1"/>
                </a:solidFill>
                <a:latin typeface="Times New Roman"/>
                <a:ea typeface="Times New Roman"/>
                <a:cs typeface="Times New Roman"/>
                <a:sym typeface="Times New Roman"/>
              </a:rPr>
              <a:t>Term Paper Presentation | Ronit Dutta</a:t>
            </a:r>
            <a:endParaRPr b="0" i="0" sz="1800" u="none" cap="none" strike="noStrike">
              <a:solidFill>
                <a:schemeClr val="lt1"/>
              </a:solidFill>
              <a:latin typeface="Times New Roman"/>
              <a:ea typeface="Times New Roman"/>
              <a:cs typeface="Times New Roman"/>
              <a:sym typeface="Times New Roman"/>
            </a:endParaRPr>
          </a:p>
        </p:txBody>
      </p:sp>
      <p:pic>
        <p:nvPicPr>
          <p:cNvPr id="2660" name="Google Shape;2660;g3d1afc4545f_0_2631"/>
          <p:cNvPicPr preferRelativeResize="0"/>
          <p:nvPr/>
        </p:nvPicPr>
        <p:blipFill rotWithShape="1">
          <a:blip r:embed="rId4">
            <a:alphaModFix/>
          </a:blip>
          <a:srcRect b="0" l="0" r="0" t="0"/>
          <a:stretch/>
        </p:blipFill>
        <p:spPr>
          <a:xfrm>
            <a:off x="10590934" y="6330522"/>
            <a:ext cx="1499906" cy="585000"/>
          </a:xfrm>
          <a:prstGeom prst="rect">
            <a:avLst/>
          </a:prstGeom>
          <a:noFill/>
          <a:ln>
            <a:noFill/>
          </a:ln>
        </p:spPr>
      </p:pic>
      <p:sp>
        <p:nvSpPr>
          <p:cNvPr id="2661" name="Google Shape;2661;g3d1afc4545f_0_2631"/>
          <p:cNvSpPr txBox="1"/>
          <p:nvPr/>
        </p:nvSpPr>
        <p:spPr>
          <a:xfrm>
            <a:off x="-1" y="6288587"/>
            <a:ext cx="5981100" cy="6465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chemeClr val="dk1"/>
              </a:buClr>
              <a:buSzPts val="1800"/>
              <a:buFont typeface="Arial"/>
              <a:buNone/>
            </a:pPr>
            <a:r>
              <a:rPr b="0" i="0" lang="en-US" sz="1800" u="none" cap="none" strike="noStrike">
                <a:solidFill>
                  <a:schemeClr val="lt1"/>
                </a:solidFill>
                <a:latin typeface="Times New Roman"/>
                <a:ea typeface="Times New Roman"/>
                <a:cs typeface="Times New Roman"/>
                <a:sym typeface="Times New Roman"/>
              </a:rPr>
              <a:t>Machine Learning Professional</a:t>
            </a:r>
            <a:br>
              <a:rPr b="0" i="0" lang="en-US" sz="1800" u="none" cap="none" strike="noStrike">
                <a:solidFill>
                  <a:schemeClr val="lt1"/>
                </a:solidFill>
                <a:latin typeface="Times New Roman"/>
                <a:ea typeface="Times New Roman"/>
                <a:cs typeface="Times New Roman"/>
                <a:sym typeface="Times New Roman"/>
              </a:rPr>
            </a:br>
            <a:r>
              <a:rPr b="0" i="0" lang="en-US" sz="1800" u="none" cap="none" strike="noStrike">
                <a:solidFill>
                  <a:schemeClr val="lt1"/>
                </a:solidFill>
                <a:latin typeface="Times New Roman"/>
                <a:ea typeface="Times New Roman"/>
                <a:cs typeface="Times New Roman"/>
                <a:sym typeface="Times New Roman"/>
              </a:rPr>
              <a:t>Project Presentation</a:t>
            </a:r>
            <a:endParaRPr b="0" i="0" sz="1800" u="none" cap="none" strike="noStrike">
              <a:solidFill>
                <a:schemeClr val="lt1"/>
              </a:solidFill>
              <a:latin typeface="Times New Roman"/>
              <a:ea typeface="Times New Roman"/>
              <a:cs typeface="Times New Roman"/>
              <a:sym typeface="Times New Roman"/>
            </a:endParaRPr>
          </a:p>
        </p:txBody>
      </p:sp>
      <p:pic>
        <p:nvPicPr>
          <p:cNvPr id="2662" name="Google Shape;2662;g3d1afc4545f_0_2631"/>
          <p:cNvPicPr preferRelativeResize="0"/>
          <p:nvPr/>
        </p:nvPicPr>
        <p:blipFill rotWithShape="1">
          <a:blip r:embed="rId6">
            <a:alphaModFix/>
          </a:blip>
          <a:srcRect b="0" l="0" r="0" t="0"/>
          <a:stretch/>
        </p:blipFill>
        <p:spPr>
          <a:xfrm>
            <a:off x="10590875" y="6341462"/>
            <a:ext cx="1500023" cy="585000"/>
          </a:xfrm>
          <a:prstGeom prst="rect">
            <a:avLst/>
          </a:prstGeom>
          <a:noFill/>
          <a:ln>
            <a:noFill/>
          </a:ln>
        </p:spPr>
      </p:pic>
      <p:sp>
        <p:nvSpPr>
          <p:cNvPr id="2663" name="Google Shape;2663;g3d1afc4545f_0_2631"/>
          <p:cNvSpPr txBox="1"/>
          <p:nvPr/>
        </p:nvSpPr>
        <p:spPr>
          <a:xfrm>
            <a:off x="-1" y="6288587"/>
            <a:ext cx="5981100" cy="6465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chemeClr val="dk1"/>
              </a:buClr>
              <a:buSzPts val="1800"/>
              <a:buFont typeface="Arial"/>
              <a:buNone/>
            </a:pPr>
            <a:r>
              <a:rPr b="0" i="0" lang="en-US" sz="1800" u="none" cap="none" strike="noStrike">
                <a:solidFill>
                  <a:schemeClr val="lt1"/>
                </a:solidFill>
                <a:latin typeface="Times New Roman"/>
                <a:ea typeface="Times New Roman"/>
                <a:cs typeface="Times New Roman"/>
                <a:sym typeface="Times New Roman"/>
              </a:rPr>
              <a:t>Machine Learning Professional</a:t>
            </a:r>
            <a:br>
              <a:rPr b="0" i="0" lang="en-US" sz="1800" u="none" cap="none" strike="noStrike">
                <a:solidFill>
                  <a:schemeClr val="lt1"/>
                </a:solidFill>
                <a:latin typeface="Times New Roman"/>
                <a:ea typeface="Times New Roman"/>
                <a:cs typeface="Times New Roman"/>
                <a:sym typeface="Times New Roman"/>
              </a:rPr>
            </a:br>
            <a:r>
              <a:rPr b="0" i="0" lang="en-US" sz="1800" u="none" cap="none" strike="noStrike">
                <a:solidFill>
                  <a:schemeClr val="lt1"/>
                </a:solidFill>
                <a:latin typeface="Times New Roman"/>
                <a:ea typeface="Times New Roman"/>
                <a:cs typeface="Times New Roman"/>
                <a:sym typeface="Times New Roman"/>
              </a:rPr>
              <a:t>Project Presentation</a:t>
            </a:r>
            <a:endParaRPr b="0" i="0" sz="1800" u="none" cap="none" strike="noStrike">
              <a:solidFill>
                <a:schemeClr val="lt1"/>
              </a:solidFill>
              <a:latin typeface="Times New Roman"/>
              <a:ea typeface="Times New Roman"/>
              <a:cs typeface="Times New Roman"/>
              <a:sym typeface="Times New Roman"/>
            </a:endParaRPr>
          </a:p>
        </p:txBody>
      </p:sp>
      <p:pic>
        <p:nvPicPr>
          <p:cNvPr id="2664" name="Google Shape;2664;g3d1afc4545f_0_2631"/>
          <p:cNvPicPr preferRelativeResize="0"/>
          <p:nvPr/>
        </p:nvPicPr>
        <p:blipFill rotWithShape="1">
          <a:blip r:embed="rId6">
            <a:alphaModFix/>
          </a:blip>
          <a:srcRect b="0" l="0" r="0" t="0"/>
          <a:stretch/>
        </p:blipFill>
        <p:spPr>
          <a:xfrm>
            <a:off x="10590875" y="6330524"/>
            <a:ext cx="1500023" cy="585000"/>
          </a:xfrm>
          <a:prstGeom prst="rect">
            <a:avLst/>
          </a:prstGeom>
          <a:noFill/>
          <a:ln>
            <a:noFill/>
          </a:ln>
        </p:spPr>
      </p:pic>
      <p:sp>
        <p:nvSpPr>
          <p:cNvPr id="2665" name="Google Shape;2665;g3d1afc4545f_0_2631"/>
          <p:cNvSpPr txBox="1"/>
          <p:nvPr/>
        </p:nvSpPr>
        <p:spPr>
          <a:xfrm>
            <a:off x="-1" y="6234672"/>
            <a:ext cx="5981100" cy="6465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chemeClr val="dk1"/>
              </a:buClr>
              <a:buSzPts val="1800"/>
              <a:buFont typeface="Arial"/>
              <a:buNone/>
            </a:pPr>
            <a:r>
              <a:rPr b="0" i="0" lang="en-US" sz="1800" u="none" cap="none" strike="noStrike">
                <a:solidFill>
                  <a:schemeClr val="lt1"/>
                </a:solidFill>
                <a:latin typeface="Times New Roman"/>
                <a:ea typeface="Times New Roman"/>
                <a:cs typeface="Times New Roman"/>
                <a:sym typeface="Times New Roman"/>
              </a:rPr>
              <a:t>Machine Learning Professional</a:t>
            </a:r>
            <a:br>
              <a:rPr b="0" i="0" lang="en-US" sz="1800" u="none" cap="none" strike="noStrike">
                <a:solidFill>
                  <a:schemeClr val="lt1"/>
                </a:solidFill>
                <a:latin typeface="Times New Roman"/>
                <a:ea typeface="Times New Roman"/>
                <a:cs typeface="Times New Roman"/>
                <a:sym typeface="Times New Roman"/>
              </a:rPr>
            </a:br>
            <a:r>
              <a:rPr b="0" i="0" lang="en-US" sz="1800" u="none" cap="none" strike="noStrike">
                <a:solidFill>
                  <a:schemeClr val="lt1"/>
                </a:solidFill>
                <a:latin typeface="Times New Roman"/>
                <a:ea typeface="Times New Roman"/>
                <a:cs typeface="Times New Roman"/>
                <a:sym typeface="Times New Roman"/>
              </a:rPr>
              <a:t>Project Presentation</a:t>
            </a:r>
            <a:endParaRPr b="0" i="0" sz="1800" u="none" cap="none" strike="noStrike">
              <a:solidFill>
                <a:schemeClr val="lt1"/>
              </a:solidFill>
              <a:latin typeface="Times New Roman"/>
              <a:ea typeface="Times New Roman"/>
              <a:cs typeface="Times New Roman"/>
              <a:sym typeface="Times New Roman"/>
            </a:endParaRPr>
          </a:p>
        </p:txBody>
      </p:sp>
      <p:pic>
        <p:nvPicPr>
          <p:cNvPr id="2666" name="Google Shape;2666;g3d1afc4545f_0_2631"/>
          <p:cNvPicPr preferRelativeResize="0"/>
          <p:nvPr/>
        </p:nvPicPr>
        <p:blipFill rotWithShape="1">
          <a:blip r:embed="rId6">
            <a:alphaModFix/>
          </a:blip>
          <a:srcRect b="0" l="0" r="0" t="0"/>
          <a:stretch/>
        </p:blipFill>
        <p:spPr>
          <a:xfrm>
            <a:off x="10590875" y="6330524"/>
            <a:ext cx="1500023" cy="585000"/>
          </a:xfrm>
          <a:prstGeom prst="rect">
            <a:avLst/>
          </a:prstGeom>
          <a:noFill/>
          <a:ln>
            <a:noFill/>
          </a:ln>
        </p:spPr>
      </p:pic>
      <p:sp>
        <p:nvSpPr>
          <p:cNvPr id="2667" name="Google Shape;2667;g3d1afc4545f_0_2631"/>
          <p:cNvSpPr txBox="1"/>
          <p:nvPr/>
        </p:nvSpPr>
        <p:spPr>
          <a:xfrm>
            <a:off x="-1" y="6234672"/>
            <a:ext cx="5981100" cy="6465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chemeClr val="dk1"/>
              </a:buClr>
              <a:buSzPts val="1800"/>
              <a:buFont typeface="Arial"/>
              <a:buNone/>
            </a:pPr>
            <a:r>
              <a:rPr b="0" i="0" lang="en-US" sz="1800" u="none" cap="none" strike="noStrike">
                <a:solidFill>
                  <a:schemeClr val="lt1"/>
                </a:solidFill>
                <a:latin typeface="Times New Roman"/>
                <a:ea typeface="Times New Roman"/>
                <a:cs typeface="Times New Roman"/>
                <a:sym typeface="Times New Roman"/>
              </a:rPr>
              <a:t>Machine Learning Professional</a:t>
            </a:r>
            <a:br>
              <a:rPr b="0" i="0" lang="en-US" sz="1800" u="none" cap="none" strike="noStrike">
                <a:solidFill>
                  <a:schemeClr val="lt1"/>
                </a:solidFill>
                <a:latin typeface="Times New Roman"/>
                <a:ea typeface="Times New Roman"/>
                <a:cs typeface="Times New Roman"/>
                <a:sym typeface="Times New Roman"/>
              </a:rPr>
            </a:br>
            <a:r>
              <a:rPr b="0" i="0" lang="en-US" sz="1800" u="none" cap="none" strike="noStrike">
                <a:solidFill>
                  <a:schemeClr val="lt1"/>
                </a:solidFill>
                <a:latin typeface="Times New Roman"/>
                <a:ea typeface="Times New Roman"/>
                <a:cs typeface="Times New Roman"/>
                <a:sym typeface="Times New Roman"/>
              </a:rPr>
              <a:t>Project Presentation</a:t>
            </a:r>
            <a:endParaRPr b="0" i="0" sz="1800" u="none" cap="none" strike="noStrike">
              <a:solidFill>
                <a:schemeClr val="lt1"/>
              </a:solidFill>
              <a:latin typeface="Times New Roman"/>
              <a:ea typeface="Times New Roman"/>
              <a:cs typeface="Times New Roman"/>
              <a:sym typeface="Times New Roman"/>
            </a:endParaRPr>
          </a:p>
        </p:txBody>
      </p:sp>
      <p:pic>
        <p:nvPicPr>
          <p:cNvPr id="2668" name="Google Shape;2668;g3d1afc4545f_0_2631"/>
          <p:cNvPicPr preferRelativeResize="0"/>
          <p:nvPr/>
        </p:nvPicPr>
        <p:blipFill rotWithShape="1">
          <a:blip r:embed="rId6">
            <a:alphaModFix/>
          </a:blip>
          <a:srcRect b="0" l="0" r="0" t="0"/>
          <a:stretch/>
        </p:blipFill>
        <p:spPr>
          <a:xfrm>
            <a:off x="10590875" y="6330524"/>
            <a:ext cx="1500023" cy="585000"/>
          </a:xfrm>
          <a:prstGeom prst="rect">
            <a:avLst/>
          </a:prstGeom>
          <a:noFill/>
          <a:ln>
            <a:noFill/>
          </a:ln>
        </p:spPr>
      </p:pic>
      <p:sp>
        <p:nvSpPr>
          <p:cNvPr id="2669" name="Google Shape;2669;g3d1afc4545f_0_2631"/>
          <p:cNvSpPr txBox="1"/>
          <p:nvPr/>
        </p:nvSpPr>
        <p:spPr>
          <a:xfrm>
            <a:off x="-1" y="6234672"/>
            <a:ext cx="5981100" cy="6465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chemeClr val="dk1"/>
              </a:buClr>
              <a:buSzPts val="1800"/>
              <a:buFont typeface="Arial"/>
              <a:buNone/>
            </a:pPr>
            <a:r>
              <a:rPr b="0" i="0" lang="en-US" sz="1800" u="none" cap="none" strike="noStrike">
                <a:solidFill>
                  <a:schemeClr val="lt1"/>
                </a:solidFill>
                <a:latin typeface="Times New Roman"/>
                <a:ea typeface="Times New Roman"/>
                <a:cs typeface="Times New Roman"/>
                <a:sym typeface="Times New Roman"/>
              </a:rPr>
              <a:t>Nanoelectronics - Seminar Presentation</a:t>
            </a:r>
            <a:br>
              <a:rPr b="0" i="0" lang="en-US" sz="1800" u="none" cap="none" strike="noStrike">
                <a:solidFill>
                  <a:schemeClr val="lt1"/>
                </a:solidFill>
                <a:latin typeface="Times New Roman"/>
                <a:ea typeface="Times New Roman"/>
                <a:cs typeface="Times New Roman"/>
                <a:sym typeface="Times New Roman"/>
              </a:rPr>
            </a:br>
            <a:r>
              <a:rPr b="0" i="0" lang="en-US" sz="1800" u="none" cap="none" strike="noStrike">
                <a:solidFill>
                  <a:schemeClr val="lt1"/>
                </a:solidFill>
                <a:latin typeface="Times New Roman"/>
                <a:ea typeface="Times New Roman"/>
                <a:cs typeface="Times New Roman"/>
                <a:sym typeface="Times New Roman"/>
              </a:rPr>
              <a:t>Ronit Dutta</a:t>
            </a:r>
            <a:endParaRPr b="0" i="0" sz="1800" u="none" cap="none" strike="noStrike">
              <a:solidFill>
                <a:schemeClr val="lt1"/>
              </a:solidFill>
              <a:latin typeface="Times New Roman"/>
              <a:ea typeface="Times New Roman"/>
              <a:cs typeface="Times New Roman"/>
              <a:sym typeface="Times New Roman"/>
            </a:endParaRPr>
          </a:p>
        </p:txBody>
      </p:sp>
      <p:pic>
        <p:nvPicPr>
          <p:cNvPr id="2670" name="Google Shape;2670;g3d1afc4545f_0_2631"/>
          <p:cNvPicPr preferRelativeResize="0"/>
          <p:nvPr/>
        </p:nvPicPr>
        <p:blipFill rotWithShape="1">
          <a:blip r:embed="rId6">
            <a:alphaModFix/>
          </a:blip>
          <a:srcRect b="0" l="0" r="0" t="0"/>
          <a:stretch/>
        </p:blipFill>
        <p:spPr>
          <a:xfrm>
            <a:off x="10590875" y="6330524"/>
            <a:ext cx="1500023" cy="585000"/>
          </a:xfrm>
          <a:prstGeom prst="rect">
            <a:avLst/>
          </a:prstGeom>
          <a:noFill/>
          <a:ln>
            <a:noFill/>
          </a:ln>
        </p:spPr>
      </p:pic>
      <p:pic>
        <p:nvPicPr>
          <p:cNvPr id="2671" name="Google Shape;2671;g3d1afc4545f_0_2631"/>
          <p:cNvPicPr preferRelativeResize="0"/>
          <p:nvPr/>
        </p:nvPicPr>
        <p:blipFill rotWithShape="1">
          <a:blip r:embed="rId9">
            <a:alphaModFix/>
          </a:blip>
          <a:srcRect b="0" l="0" r="0" t="0"/>
          <a:stretch/>
        </p:blipFill>
        <p:spPr>
          <a:xfrm>
            <a:off x="0" y="6234674"/>
            <a:ext cx="12192000" cy="1165875"/>
          </a:xfrm>
          <a:prstGeom prst="rect">
            <a:avLst/>
          </a:prstGeom>
          <a:noFill/>
          <a:ln>
            <a:noFill/>
          </a:ln>
        </p:spPr>
      </p:pic>
      <p:sp>
        <p:nvSpPr>
          <p:cNvPr id="2672" name="Google Shape;2672;g3d1afc4545f_0_2631"/>
          <p:cNvSpPr txBox="1"/>
          <p:nvPr/>
        </p:nvSpPr>
        <p:spPr>
          <a:xfrm>
            <a:off x="-1" y="6310697"/>
            <a:ext cx="5981100" cy="6465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chemeClr val="dk1"/>
              </a:buClr>
              <a:buSzPts val="1800"/>
              <a:buFont typeface="Arial"/>
              <a:buNone/>
            </a:pPr>
            <a:r>
              <a:rPr lang="en-US" sz="1800">
                <a:solidFill>
                  <a:schemeClr val="lt1"/>
                </a:solidFill>
                <a:latin typeface="Times New Roman"/>
                <a:ea typeface="Times New Roman"/>
                <a:cs typeface="Times New Roman"/>
                <a:sym typeface="Times New Roman"/>
              </a:rPr>
              <a:t>Applied Mathematics for Engineering [MIDTERM PROJECT]</a:t>
            </a:r>
            <a:br>
              <a:rPr b="0" i="0" lang="en-US" sz="1800" u="none" cap="none" strike="noStrike">
                <a:solidFill>
                  <a:schemeClr val="lt1"/>
                </a:solidFill>
                <a:latin typeface="Times New Roman"/>
                <a:ea typeface="Times New Roman"/>
                <a:cs typeface="Times New Roman"/>
                <a:sym typeface="Times New Roman"/>
              </a:rPr>
            </a:br>
            <a:r>
              <a:rPr b="0" i="0" lang="en-US" sz="1800" u="none" cap="none" strike="noStrike">
                <a:solidFill>
                  <a:schemeClr val="lt1"/>
                </a:solidFill>
                <a:latin typeface="Times New Roman"/>
                <a:ea typeface="Times New Roman"/>
                <a:cs typeface="Times New Roman"/>
                <a:sym typeface="Times New Roman"/>
              </a:rPr>
              <a:t>Ronit Dutta</a:t>
            </a:r>
            <a:endParaRPr b="0" i="0" sz="1800" u="none" cap="none" strike="noStrike">
              <a:solidFill>
                <a:schemeClr val="lt1"/>
              </a:solidFill>
              <a:latin typeface="Times New Roman"/>
              <a:ea typeface="Times New Roman"/>
              <a:cs typeface="Times New Roman"/>
              <a:sym typeface="Times New Roman"/>
            </a:endParaRPr>
          </a:p>
        </p:txBody>
      </p:sp>
      <p:pic>
        <p:nvPicPr>
          <p:cNvPr id="2673" name="Google Shape;2673;g3d1afc4545f_0_2631"/>
          <p:cNvPicPr preferRelativeResize="0"/>
          <p:nvPr/>
        </p:nvPicPr>
        <p:blipFill rotWithShape="1">
          <a:blip r:embed="rId6">
            <a:alphaModFix/>
          </a:blip>
          <a:srcRect b="0" l="0" r="0" t="0"/>
          <a:stretch/>
        </p:blipFill>
        <p:spPr>
          <a:xfrm>
            <a:off x="10579375" y="6341449"/>
            <a:ext cx="1500023" cy="585000"/>
          </a:xfrm>
          <a:prstGeom prst="rect">
            <a:avLst/>
          </a:prstGeom>
          <a:noFill/>
          <a:ln>
            <a:noFill/>
          </a:ln>
        </p:spPr>
      </p:pic>
      <p:pic>
        <p:nvPicPr>
          <p:cNvPr id="2674" name="Google Shape;2674;g3d1afc4545f_0_2631"/>
          <p:cNvPicPr preferRelativeResize="0"/>
          <p:nvPr/>
        </p:nvPicPr>
        <p:blipFill rotWithShape="1">
          <a:blip r:embed="rId9">
            <a:alphaModFix/>
          </a:blip>
          <a:srcRect b="0" l="0" r="0" t="0"/>
          <a:stretch/>
        </p:blipFill>
        <p:spPr>
          <a:xfrm>
            <a:off x="0" y="6330524"/>
            <a:ext cx="12192000" cy="1165875"/>
          </a:xfrm>
          <a:prstGeom prst="rect">
            <a:avLst/>
          </a:prstGeom>
          <a:noFill/>
          <a:ln>
            <a:noFill/>
          </a:ln>
        </p:spPr>
      </p:pic>
      <p:sp>
        <p:nvSpPr>
          <p:cNvPr id="2675" name="Google Shape;2675;g3d1afc4545f_0_2631"/>
          <p:cNvSpPr txBox="1"/>
          <p:nvPr/>
        </p:nvSpPr>
        <p:spPr>
          <a:xfrm>
            <a:off x="-1" y="6445547"/>
            <a:ext cx="5981100" cy="6465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chemeClr val="dk1"/>
              </a:buClr>
              <a:buSzPts val="1800"/>
              <a:buFont typeface="Arial"/>
              <a:buNone/>
            </a:pPr>
            <a:r>
              <a:rPr lang="en-US" sz="1800">
                <a:solidFill>
                  <a:schemeClr val="lt1"/>
                </a:solidFill>
                <a:latin typeface="Times New Roman"/>
                <a:ea typeface="Times New Roman"/>
                <a:cs typeface="Times New Roman"/>
                <a:sym typeface="Times New Roman"/>
              </a:rPr>
              <a:t>Applied Mathematics for Engineering [MIDTERM PROJECT]</a:t>
            </a:r>
            <a:br>
              <a:rPr b="0" i="0" lang="en-US" sz="1800" u="none" cap="none" strike="noStrike">
                <a:solidFill>
                  <a:schemeClr val="lt1"/>
                </a:solidFill>
                <a:latin typeface="Times New Roman"/>
                <a:ea typeface="Times New Roman"/>
                <a:cs typeface="Times New Roman"/>
                <a:sym typeface="Times New Roman"/>
              </a:rPr>
            </a:br>
            <a:r>
              <a:rPr b="0" i="0" lang="en-US" sz="1800" u="none" cap="none" strike="noStrike">
                <a:solidFill>
                  <a:schemeClr val="lt1"/>
                </a:solidFill>
                <a:latin typeface="Times New Roman"/>
                <a:ea typeface="Times New Roman"/>
                <a:cs typeface="Times New Roman"/>
                <a:sym typeface="Times New Roman"/>
              </a:rPr>
              <a:t>Ronit Dutta</a:t>
            </a:r>
            <a:endParaRPr b="0" i="0" sz="1800" u="none" cap="none" strike="noStrike">
              <a:solidFill>
                <a:schemeClr val="lt1"/>
              </a:solidFill>
              <a:latin typeface="Times New Roman"/>
              <a:ea typeface="Times New Roman"/>
              <a:cs typeface="Times New Roman"/>
              <a:sym typeface="Times New Roman"/>
            </a:endParaRPr>
          </a:p>
        </p:txBody>
      </p:sp>
      <p:pic>
        <p:nvPicPr>
          <p:cNvPr id="2676" name="Google Shape;2676;g3d1afc4545f_0_2631"/>
          <p:cNvPicPr preferRelativeResize="0"/>
          <p:nvPr/>
        </p:nvPicPr>
        <p:blipFill rotWithShape="1">
          <a:blip r:embed="rId6">
            <a:alphaModFix/>
          </a:blip>
          <a:srcRect b="0" l="0" r="0" t="0"/>
          <a:stretch/>
        </p:blipFill>
        <p:spPr>
          <a:xfrm>
            <a:off x="10579375" y="6476299"/>
            <a:ext cx="1500023" cy="585000"/>
          </a:xfrm>
          <a:prstGeom prst="rect">
            <a:avLst/>
          </a:prstGeom>
          <a:noFill/>
          <a:ln>
            <a:noFill/>
          </a:ln>
        </p:spPr>
      </p:pic>
      <p:pic>
        <p:nvPicPr>
          <p:cNvPr id="2677" name="Google Shape;2677;g3d1afc4545f_0_2631"/>
          <p:cNvPicPr preferRelativeResize="0"/>
          <p:nvPr/>
        </p:nvPicPr>
        <p:blipFill rotWithShape="1">
          <a:blip r:embed="rId4">
            <a:alphaModFix/>
          </a:blip>
          <a:srcRect b="0" l="0" r="0" t="0"/>
          <a:stretch/>
        </p:blipFill>
        <p:spPr>
          <a:xfrm>
            <a:off x="10590934" y="6330522"/>
            <a:ext cx="1499906" cy="585000"/>
          </a:xfrm>
          <a:prstGeom prst="rect">
            <a:avLst/>
          </a:prstGeom>
          <a:noFill/>
          <a:ln>
            <a:noFill/>
          </a:ln>
        </p:spPr>
      </p:pic>
      <p:sp>
        <p:nvSpPr>
          <p:cNvPr id="2678" name="Google Shape;2678;g3d1afc4545f_0_2631"/>
          <p:cNvSpPr txBox="1"/>
          <p:nvPr/>
        </p:nvSpPr>
        <p:spPr>
          <a:xfrm>
            <a:off x="-1" y="6288587"/>
            <a:ext cx="5981100" cy="3693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chemeClr val="dk1"/>
              </a:buClr>
              <a:buSzPts val="1800"/>
              <a:buFont typeface="Arial"/>
              <a:buNone/>
            </a:pPr>
            <a:r>
              <a:rPr b="0" i="0" lang="en-US" sz="1800" u="none" cap="none" strike="noStrike">
                <a:solidFill>
                  <a:schemeClr val="lt1"/>
                </a:solidFill>
                <a:latin typeface="Times New Roman"/>
                <a:ea typeface="Times New Roman"/>
                <a:cs typeface="Times New Roman"/>
                <a:sym typeface="Times New Roman"/>
              </a:rPr>
              <a:t>Term Paper Presentation | Ronit Dutta</a:t>
            </a:r>
            <a:endParaRPr b="0" i="0" sz="1800" u="none" cap="none" strike="noStrike">
              <a:solidFill>
                <a:schemeClr val="lt1"/>
              </a:solidFill>
              <a:latin typeface="Times New Roman"/>
              <a:ea typeface="Times New Roman"/>
              <a:cs typeface="Times New Roman"/>
              <a:sym typeface="Times New Roman"/>
            </a:endParaRPr>
          </a:p>
        </p:txBody>
      </p:sp>
      <p:pic>
        <p:nvPicPr>
          <p:cNvPr id="2679" name="Google Shape;2679;g3d1afc4545f_0_2631"/>
          <p:cNvPicPr preferRelativeResize="0"/>
          <p:nvPr/>
        </p:nvPicPr>
        <p:blipFill rotWithShape="1">
          <a:blip r:embed="rId4">
            <a:alphaModFix/>
          </a:blip>
          <a:srcRect b="0" l="0" r="0" t="0"/>
          <a:stretch/>
        </p:blipFill>
        <p:spPr>
          <a:xfrm>
            <a:off x="10590934" y="6330522"/>
            <a:ext cx="1499906" cy="585000"/>
          </a:xfrm>
          <a:prstGeom prst="rect">
            <a:avLst/>
          </a:prstGeom>
          <a:noFill/>
          <a:ln>
            <a:noFill/>
          </a:ln>
        </p:spPr>
      </p:pic>
      <p:sp>
        <p:nvSpPr>
          <p:cNvPr id="2680" name="Google Shape;2680;g3d1afc4545f_0_2631"/>
          <p:cNvSpPr txBox="1"/>
          <p:nvPr/>
        </p:nvSpPr>
        <p:spPr>
          <a:xfrm>
            <a:off x="-1" y="6288587"/>
            <a:ext cx="5981100" cy="3693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chemeClr val="dk1"/>
              </a:buClr>
              <a:buSzPts val="1800"/>
              <a:buFont typeface="Arial"/>
              <a:buNone/>
            </a:pPr>
            <a:r>
              <a:rPr b="0" i="0" lang="en-US" sz="1800" u="none" cap="none" strike="noStrike">
                <a:solidFill>
                  <a:schemeClr val="lt1"/>
                </a:solidFill>
                <a:latin typeface="Times New Roman"/>
                <a:ea typeface="Times New Roman"/>
                <a:cs typeface="Times New Roman"/>
                <a:sym typeface="Times New Roman"/>
              </a:rPr>
              <a:t>Term Paper Presentation | Ronit Dutta</a:t>
            </a:r>
            <a:endParaRPr b="0" i="0" sz="1800" u="none" cap="none" strike="noStrike">
              <a:solidFill>
                <a:schemeClr val="lt1"/>
              </a:solidFill>
              <a:latin typeface="Times New Roman"/>
              <a:ea typeface="Times New Roman"/>
              <a:cs typeface="Times New Roman"/>
              <a:sym typeface="Times New Roman"/>
            </a:endParaRPr>
          </a:p>
        </p:txBody>
      </p:sp>
      <p:pic>
        <p:nvPicPr>
          <p:cNvPr id="2681" name="Google Shape;2681;g3d1afc4545f_0_2631"/>
          <p:cNvPicPr preferRelativeResize="0"/>
          <p:nvPr/>
        </p:nvPicPr>
        <p:blipFill rotWithShape="1">
          <a:blip r:embed="rId4">
            <a:alphaModFix/>
          </a:blip>
          <a:srcRect b="0" l="0" r="0" t="0"/>
          <a:stretch/>
        </p:blipFill>
        <p:spPr>
          <a:xfrm>
            <a:off x="10590934" y="6330522"/>
            <a:ext cx="1499906" cy="585000"/>
          </a:xfrm>
          <a:prstGeom prst="rect">
            <a:avLst/>
          </a:prstGeom>
          <a:noFill/>
          <a:ln>
            <a:noFill/>
          </a:ln>
        </p:spPr>
      </p:pic>
      <p:sp>
        <p:nvSpPr>
          <p:cNvPr id="2682" name="Google Shape;2682;g3d1afc4545f_0_2631"/>
          <p:cNvSpPr txBox="1"/>
          <p:nvPr/>
        </p:nvSpPr>
        <p:spPr>
          <a:xfrm>
            <a:off x="-1" y="6288587"/>
            <a:ext cx="5981100" cy="6465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chemeClr val="dk1"/>
              </a:buClr>
              <a:buSzPts val="1800"/>
              <a:buFont typeface="Arial"/>
              <a:buNone/>
            </a:pPr>
            <a:r>
              <a:rPr b="0" i="0" lang="en-US" sz="1800" u="none" cap="none" strike="noStrike">
                <a:solidFill>
                  <a:schemeClr val="lt1"/>
                </a:solidFill>
                <a:latin typeface="Times New Roman"/>
                <a:ea typeface="Times New Roman"/>
                <a:cs typeface="Times New Roman"/>
                <a:sym typeface="Times New Roman"/>
              </a:rPr>
              <a:t>Machine Learning Professional</a:t>
            </a:r>
            <a:br>
              <a:rPr b="0" i="0" lang="en-US" sz="1800" u="none" cap="none" strike="noStrike">
                <a:solidFill>
                  <a:schemeClr val="lt1"/>
                </a:solidFill>
                <a:latin typeface="Times New Roman"/>
                <a:ea typeface="Times New Roman"/>
                <a:cs typeface="Times New Roman"/>
                <a:sym typeface="Times New Roman"/>
              </a:rPr>
            </a:br>
            <a:r>
              <a:rPr b="0" i="0" lang="en-US" sz="1800" u="none" cap="none" strike="noStrike">
                <a:solidFill>
                  <a:schemeClr val="lt1"/>
                </a:solidFill>
                <a:latin typeface="Times New Roman"/>
                <a:ea typeface="Times New Roman"/>
                <a:cs typeface="Times New Roman"/>
                <a:sym typeface="Times New Roman"/>
              </a:rPr>
              <a:t>Project Presentation</a:t>
            </a:r>
            <a:endParaRPr b="0" i="0" sz="1800" u="none" cap="none" strike="noStrike">
              <a:solidFill>
                <a:schemeClr val="lt1"/>
              </a:solidFill>
              <a:latin typeface="Times New Roman"/>
              <a:ea typeface="Times New Roman"/>
              <a:cs typeface="Times New Roman"/>
              <a:sym typeface="Times New Roman"/>
            </a:endParaRPr>
          </a:p>
        </p:txBody>
      </p:sp>
      <p:pic>
        <p:nvPicPr>
          <p:cNvPr id="2683" name="Google Shape;2683;g3d1afc4545f_0_2631"/>
          <p:cNvPicPr preferRelativeResize="0"/>
          <p:nvPr/>
        </p:nvPicPr>
        <p:blipFill rotWithShape="1">
          <a:blip r:embed="rId6">
            <a:alphaModFix/>
          </a:blip>
          <a:srcRect b="0" l="0" r="0" t="0"/>
          <a:stretch/>
        </p:blipFill>
        <p:spPr>
          <a:xfrm>
            <a:off x="10590875" y="6341462"/>
            <a:ext cx="1500023" cy="585000"/>
          </a:xfrm>
          <a:prstGeom prst="rect">
            <a:avLst/>
          </a:prstGeom>
          <a:noFill/>
          <a:ln>
            <a:noFill/>
          </a:ln>
        </p:spPr>
      </p:pic>
      <p:sp>
        <p:nvSpPr>
          <p:cNvPr id="2684" name="Google Shape;2684;g3d1afc4545f_0_2631"/>
          <p:cNvSpPr txBox="1"/>
          <p:nvPr/>
        </p:nvSpPr>
        <p:spPr>
          <a:xfrm>
            <a:off x="-1" y="6288587"/>
            <a:ext cx="5981100" cy="6465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chemeClr val="dk1"/>
              </a:buClr>
              <a:buSzPts val="1800"/>
              <a:buFont typeface="Arial"/>
              <a:buNone/>
            </a:pPr>
            <a:r>
              <a:rPr b="0" i="0" lang="en-US" sz="1800" u="none" cap="none" strike="noStrike">
                <a:solidFill>
                  <a:schemeClr val="lt1"/>
                </a:solidFill>
                <a:latin typeface="Times New Roman"/>
                <a:ea typeface="Times New Roman"/>
                <a:cs typeface="Times New Roman"/>
                <a:sym typeface="Times New Roman"/>
              </a:rPr>
              <a:t>Machine Learning Professional</a:t>
            </a:r>
            <a:br>
              <a:rPr b="0" i="0" lang="en-US" sz="1800" u="none" cap="none" strike="noStrike">
                <a:solidFill>
                  <a:schemeClr val="lt1"/>
                </a:solidFill>
                <a:latin typeface="Times New Roman"/>
                <a:ea typeface="Times New Roman"/>
                <a:cs typeface="Times New Roman"/>
                <a:sym typeface="Times New Roman"/>
              </a:rPr>
            </a:br>
            <a:r>
              <a:rPr b="0" i="0" lang="en-US" sz="1800" u="none" cap="none" strike="noStrike">
                <a:solidFill>
                  <a:schemeClr val="lt1"/>
                </a:solidFill>
                <a:latin typeface="Times New Roman"/>
                <a:ea typeface="Times New Roman"/>
                <a:cs typeface="Times New Roman"/>
                <a:sym typeface="Times New Roman"/>
              </a:rPr>
              <a:t>Project Presentation</a:t>
            </a:r>
            <a:endParaRPr b="0" i="0" sz="1800" u="none" cap="none" strike="noStrike">
              <a:solidFill>
                <a:schemeClr val="lt1"/>
              </a:solidFill>
              <a:latin typeface="Times New Roman"/>
              <a:ea typeface="Times New Roman"/>
              <a:cs typeface="Times New Roman"/>
              <a:sym typeface="Times New Roman"/>
            </a:endParaRPr>
          </a:p>
        </p:txBody>
      </p:sp>
      <p:pic>
        <p:nvPicPr>
          <p:cNvPr id="2685" name="Google Shape;2685;g3d1afc4545f_0_2631"/>
          <p:cNvPicPr preferRelativeResize="0"/>
          <p:nvPr/>
        </p:nvPicPr>
        <p:blipFill rotWithShape="1">
          <a:blip r:embed="rId6">
            <a:alphaModFix/>
          </a:blip>
          <a:srcRect b="0" l="0" r="0" t="0"/>
          <a:stretch/>
        </p:blipFill>
        <p:spPr>
          <a:xfrm>
            <a:off x="10590875" y="6330524"/>
            <a:ext cx="1500023" cy="585000"/>
          </a:xfrm>
          <a:prstGeom prst="rect">
            <a:avLst/>
          </a:prstGeom>
          <a:noFill/>
          <a:ln>
            <a:noFill/>
          </a:ln>
        </p:spPr>
      </p:pic>
      <p:sp>
        <p:nvSpPr>
          <p:cNvPr id="2686" name="Google Shape;2686;g3d1afc4545f_0_2631"/>
          <p:cNvSpPr txBox="1"/>
          <p:nvPr/>
        </p:nvSpPr>
        <p:spPr>
          <a:xfrm>
            <a:off x="-1" y="6234672"/>
            <a:ext cx="5981100" cy="6465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chemeClr val="dk1"/>
              </a:buClr>
              <a:buSzPts val="1800"/>
              <a:buFont typeface="Arial"/>
              <a:buNone/>
            </a:pPr>
            <a:r>
              <a:rPr b="0" i="0" lang="en-US" sz="1800" u="none" cap="none" strike="noStrike">
                <a:solidFill>
                  <a:schemeClr val="lt1"/>
                </a:solidFill>
                <a:latin typeface="Times New Roman"/>
                <a:ea typeface="Times New Roman"/>
                <a:cs typeface="Times New Roman"/>
                <a:sym typeface="Times New Roman"/>
              </a:rPr>
              <a:t>Machine Learning Professional</a:t>
            </a:r>
            <a:br>
              <a:rPr b="0" i="0" lang="en-US" sz="1800" u="none" cap="none" strike="noStrike">
                <a:solidFill>
                  <a:schemeClr val="lt1"/>
                </a:solidFill>
                <a:latin typeface="Times New Roman"/>
                <a:ea typeface="Times New Roman"/>
                <a:cs typeface="Times New Roman"/>
                <a:sym typeface="Times New Roman"/>
              </a:rPr>
            </a:br>
            <a:r>
              <a:rPr b="0" i="0" lang="en-US" sz="1800" u="none" cap="none" strike="noStrike">
                <a:solidFill>
                  <a:schemeClr val="lt1"/>
                </a:solidFill>
                <a:latin typeface="Times New Roman"/>
                <a:ea typeface="Times New Roman"/>
                <a:cs typeface="Times New Roman"/>
                <a:sym typeface="Times New Roman"/>
              </a:rPr>
              <a:t>Project Presentation</a:t>
            </a:r>
            <a:endParaRPr b="0" i="0" sz="1800" u="none" cap="none" strike="noStrike">
              <a:solidFill>
                <a:schemeClr val="lt1"/>
              </a:solidFill>
              <a:latin typeface="Times New Roman"/>
              <a:ea typeface="Times New Roman"/>
              <a:cs typeface="Times New Roman"/>
              <a:sym typeface="Times New Roman"/>
            </a:endParaRPr>
          </a:p>
        </p:txBody>
      </p:sp>
      <p:pic>
        <p:nvPicPr>
          <p:cNvPr id="2687" name="Google Shape;2687;g3d1afc4545f_0_2631"/>
          <p:cNvPicPr preferRelativeResize="0"/>
          <p:nvPr/>
        </p:nvPicPr>
        <p:blipFill rotWithShape="1">
          <a:blip r:embed="rId6">
            <a:alphaModFix/>
          </a:blip>
          <a:srcRect b="0" l="0" r="0" t="0"/>
          <a:stretch/>
        </p:blipFill>
        <p:spPr>
          <a:xfrm>
            <a:off x="10590875" y="6330524"/>
            <a:ext cx="1500023" cy="585000"/>
          </a:xfrm>
          <a:prstGeom prst="rect">
            <a:avLst/>
          </a:prstGeom>
          <a:noFill/>
          <a:ln>
            <a:noFill/>
          </a:ln>
        </p:spPr>
      </p:pic>
      <p:sp>
        <p:nvSpPr>
          <p:cNvPr id="2688" name="Google Shape;2688;g3d1afc4545f_0_2631"/>
          <p:cNvSpPr txBox="1"/>
          <p:nvPr/>
        </p:nvSpPr>
        <p:spPr>
          <a:xfrm>
            <a:off x="-1" y="6234672"/>
            <a:ext cx="5981100" cy="6465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chemeClr val="dk1"/>
              </a:buClr>
              <a:buSzPts val="1800"/>
              <a:buFont typeface="Arial"/>
              <a:buNone/>
            </a:pPr>
            <a:r>
              <a:rPr b="0" i="0" lang="en-US" sz="1800" u="none" cap="none" strike="noStrike">
                <a:solidFill>
                  <a:schemeClr val="lt1"/>
                </a:solidFill>
                <a:latin typeface="Times New Roman"/>
                <a:ea typeface="Times New Roman"/>
                <a:cs typeface="Times New Roman"/>
                <a:sym typeface="Times New Roman"/>
              </a:rPr>
              <a:t>Machine Learning Professional</a:t>
            </a:r>
            <a:br>
              <a:rPr b="0" i="0" lang="en-US" sz="1800" u="none" cap="none" strike="noStrike">
                <a:solidFill>
                  <a:schemeClr val="lt1"/>
                </a:solidFill>
                <a:latin typeface="Times New Roman"/>
                <a:ea typeface="Times New Roman"/>
                <a:cs typeface="Times New Roman"/>
                <a:sym typeface="Times New Roman"/>
              </a:rPr>
            </a:br>
            <a:r>
              <a:rPr b="0" i="0" lang="en-US" sz="1800" u="none" cap="none" strike="noStrike">
                <a:solidFill>
                  <a:schemeClr val="lt1"/>
                </a:solidFill>
                <a:latin typeface="Times New Roman"/>
                <a:ea typeface="Times New Roman"/>
                <a:cs typeface="Times New Roman"/>
                <a:sym typeface="Times New Roman"/>
              </a:rPr>
              <a:t>Project Presentation</a:t>
            </a:r>
            <a:endParaRPr b="0" i="0" sz="1800" u="none" cap="none" strike="noStrike">
              <a:solidFill>
                <a:schemeClr val="lt1"/>
              </a:solidFill>
              <a:latin typeface="Times New Roman"/>
              <a:ea typeface="Times New Roman"/>
              <a:cs typeface="Times New Roman"/>
              <a:sym typeface="Times New Roman"/>
            </a:endParaRPr>
          </a:p>
        </p:txBody>
      </p:sp>
      <p:pic>
        <p:nvPicPr>
          <p:cNvPr id="2689" name="Google Shape;2689;g3d1afc4545f_0_2631"/>
          <p:cNvPicPr preferRelativeResize="0"/>
          <p:nvPr/>
        </p:nvPicPr>
        <p:blipFill rotWithShape="1">
          <a:blip r:embed="rId6">
            <a:alphaModFix/>
          </a:blip>
          <a:srcRect b="0" l="0" r="0" t="0"/>
          <a:stretch/>
        </p:blipFill>
        <p:spPr>
          <a:xfrm>
            <a:off x="10590875" y="6330524"/>
            <a:ext cx="1500023" cy="585000"/>
          </a:xfrm>
          <a:prstGeom prst="rect">
            <a:avLst/>
          </a:prstGeom>
          <a:noFill/>
          <a:ln>
            <a:noFill/>
          </a:ln>
        </p:spPr>
      </p:pic>
      <p:sp>
        <p:nvSpPr>
          <p:cNvPr id="2690" name="Google Shape;2690;g3d1afc4545f_0_2631"/>
          <p:cNvSpPr txBox="1"/>
          <p:nvPr/>
        </p:nvSpPr>
        <p:spPr>
          <a:xfrm>
            <a:off x="-1" y="6234672"/>
            <a:ext cx="5981100" cy="6465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chemeClr val="dk1"/>
              </a:buClr>
              <a:buSzPts val="1800"/>
              <a:buFont typeface="Arial"/>
              <a:buNone/>
            </a:pPr>
            <a:r>
              <a:rPr b="0" i="0" lang="en-US" sz="1800" u="none" cap="none" strike="noStrike">
                <a:solidFill>
                  <a:schemeClr val="lt1"/>
                </a:solidFill>
                <a:latin typeface="Times New Roman"/>
                <a:ea typeface="Times New Roman"/>
                <a:cs typeface="Times New Roman"/>
                <a:sym typeface="Times New Roman"/>
              </a:rPr>
              <a:t>Nanoelectronics - Seminar Presentation</a:t>
            </a:r>
            <a:br>
              <a:rPr b="0" i="0" lang="en-US" sz="1800" u="none" cap="none" strike="noStrike">
                <a:solidFill>
                  <a:schemeClr val="lt1"/>
                </a:solidFill>
                <a:latin typeface="Times New Roman"/>
                <a:ea typeface="Times New Roman"/>
                <a:cs typeface="Times New Roman"/>
                <a:sym typeface="Times New Roman"/>
              </a:rPr>
            </a:br>
            <a:r>
              <a:rPr b="0" i="0" lang="en-US" sz="1800" u="none" cap="none" strike="noStrike">
                <a:solidFill>
                  <a:schemeClr val="lt1"/>
                </a:solidFill>
                <a:latin typeface="Times New Roman"/>
                <a:ea typeface="Times New Roman"/>
                <a:cs typeface="Times New Roman"/>
                <a:sym typeface="Times New Roman"/>
              </a:rPr>
              <a:t>Ronit Dutta</a:t>
            </a:r>
            <a:endParaRPr b="0" i="0" sz="1800" u="none" cap="none" strike="noStrike">
              <a:solidFill>
                <a:schemeClr val="lt1"/>
              </a:solidFill>
              <a:latin typeface="Times New Roman"/>
              <a:ea typeface="Times New Roman"/>
              <a:cs typeface="Times New Roman"/>
              <a:sym typeface="Times New Roman"/>
            </a:endParaRPr>
          </a:p>
        </p:txBody>
      </p:sp>
      <p:pic>
        <p:nvPicPr>
          <p:cNvPr id="2691" name="Google Shape;2691;g3d1afc4545f_0_2631"/>
          <p:cNvPicPr preferRelativeResize="0"/>
          <p:nvPr/>
        </p:nvPicPr>
        <p:blipFill rotWithShape="1">
          <a:blip r:embed="rId6">
            <a:alphaModFix/>
          </a:blip>
          <a:srcRect b="0" l="0" r="0" t="0"/>
          <a:stretch/>
        </p:blipFill>
        <p:spPr>
          <a:xfrm>
            <a:off x="10590875" y="6330524"/>
            <a:ext cx="1500023" cy="585000"/>
          </a:xfrm>
          <a:prstGeom prst="rect">
            <a:avLst/>
          </a:prstGeom>
          <a:noFill/>
          <a:ln>
            <a:noFill/>
          </a:ln>
        </p:spPr>
      </p:pic>
      <p:pic>
        <p:nvPicPr>
          <p:cNvPr id="2692" name="Google Shape;2692;g3d1afc4545f_0_2631"/>
          <p:cNvPicPr preferRelativeResize="0"/>
          <p:nvPr/>
        </p:nvPicPr>
        <p:blipFill rotWithShape="1">
          <a:blip r:embed="rId4">
            <a:alphaModFix/>
          </a:blip>
          <a:srcRect b="0" l="0" r="0" t="0"/>
          <a:stretch/>
        </p:blipFill>
        <p:spPr>
          <a:xfrm>
            <a:off x="10590934" y="6330522"/>
            <a:ext cx="1499906" cy="585000"/>
          </a:xfrm>
          <a:prstGeom prst="rect">
            <a:avLst/>
          </a:prstGeom>
          <a:noFill/>
          <a:ln>
            <a:noFill/>
          </a:ln>
        </p:spPr>
      </p:pic>
      <p:sp>
        <p:nvSpPr>
          <p:cNvPr id="2693" name="Google Shape;2693;g3d1afc4545f_0_2631"/>
          <p:cNvSpPr txBox="1"/>
          <p:nvPr/>
        </p:nvSpPr>
        <p:spPr>
          <a:xfrm>
            <a:off x="-1" y="6288587"/>
            <a:ext cx="5981100" cy="3693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chemeClr val="dk1"/>
              </a:buClr>
              <a:buSzPts val="1800"/>
              <a:buFont typeface="Arial"/>
              <a:buNone/>
            </a:pPr>
            <a:r>
              <a:rPr b="0" i="0" lang="en-US" sz="1800" u="none" cap="none" strike="noStrike">
                <a:solidFill>
                  <a:schemeClr val="lt1"/>
                </a:solidFill>
                <a:latin typeface="Times New Roman"/>
                <a:ea typeface="Times New Roman"/>
                <a:cs typeface="Times New Roman"/>
                <a:sym typeface="Times New Roman"/>
              </a:rPr>
              <a:t>Term Paper Presentation | Ronit Dutta</a:t>
            </a:r>
            <a:endParaRPr b="0" i="0" sz="1800" u="none" cap="none" strike="noStrike">
              <a:solidFill>
                <a:schemeClr val="lt1"/>
              </a:solidFill>
              <a:latin typeface="Times New Roman"/>
              <a:ea typeface="Times New Roman"/>
              <a:cs typeface="Times New Roman"/>
              <a:sym typeface="Times New Roman"/>
            </a:endParaRPr>
          </a:p>
        </p:txBody>
      </p:sp>
      <p:pic>
        <p:nvPicPr>
          <p:cNvPr id="2694" name="Google Shape;2694;g3d1afc4545f_0_2631"/>
          <p:cNvPicPr preferRelativeResize="0"/>
          <p:nvPr/>
        </p:nvPicPr>
        <p:blipFill rotWithShape="1">
          <a:blip r:embed="rId4">
            <a:alphaModFix/>
          </a:blip>
          <a:srcRect b="0" l="0" r="0" t="0"/>
          <a:stretch/>
        </p:blipFill>
        <p:spPr>
          <a:xfrm>
            <a:off x="10590934" y="6330522"/>
            <a:ext cx="1499906" cy="585000"/>
          </a:xfrm>
          <a:prstGeom prst="rect">
            <a:avLst/>
          </a:prstGeom>
          <a:noFill/>
          <a:ln>
            <a:noFill/>
          </a:ln>
        </p:spPr>
      </p:pic>
      <p:sp>
        <p:nvSpPr>
          <p:cNvPr id="2695" name="Google Shape;2695;g3d1afc4545f_0_2631"/>
          <p:cNvSpPr txBox="1"/>
          <p:nvPr/>
        </p:nvSpPr>
        <p:spPr>
          <a:xfrm>
            <a:off x="-1" y="6288587"/>
            <a:ext cx="5981100" cy="3693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chemeClr val="dk1"/>
              </a:buClr>
              <a:buSzPts val="1800"/>
              <a:buFont typeface="Arial"/>
              <a:buNone/>
            </a:pPr>
            <a:r>
              <a:rPr b="0" i="0" lang="en-US" sz="1800" u="none" cap="none" strike="noStrike">
                <a:solidFill>
                  <a:schemeClr val="lt1"/>
                </a:solidFill>
                <a:latin typeface="Times New Roman"/>
                <a:ea typeface="Times New Roman"/>
                <a:cs typeface="Times New Roman"/>
                <a:sym typeface="Times New Roman"/>
              </a:rPr>
              <a:t>Term Paper Presentation | Ronit Dutta</a:t>
            </a:r>
            <a:endParaRPr b="0" i="0" sz="1800" u="none" cap="none" strike="noStrike">
              <a:solidFill>
                <a:schemeClr val="lt1"/>
              </a:solidFill>
              <a:latin typeface="Times New Roman"/>
              <a:ea typeface="Times New Roman"/>
              <a:cs typeface="Times New Roman"/>
              <a:sym typeface="Times New Roman"/>
            </a:endParaRPr>
          </a:p>
        </p:txBody>
      </p:sp>
      <p:pic>
        <p:nvPicPr>
          <p:cNvPr id="2696" name="Google Shape;2696;g3d1afc4545f_0_2631"/>
          <p:cNvPicPr preferRelativeResize="0"/>
          <p:nvPr/>
        </p:nvPicPr>
        <p:blipFill rotWithShape="1">
          <a:blip r:embed="rId4">
            <a:alphaModFix/>
          </a:blip>
          <a:srcRect b="0" l="0" r="0" t="0"/>
          <a:stretch/>
        </p:blipFill>
        <p:spPr>
          <a:xfrm>
            <a:off x="10590934" y="6330522"/>
            <a:ext cx="1499906" cy="585000"/>
          </a:xfrm>
          <a:prstGeom prst="rect">
            <a:avLst/>
          </a:prstGeom>
          <a:noFill/>
          <a:ln>
            <a:noFill/>
          </a:ln>
        </p:spPr>
      </p:pic>
      <p:sp>
        <p:nvSpPr>
          <p:cNvPr id="2697" name="Google Shape;2697;g3d1afc4545f_0_2631"/>
          <p:cNvSpPr txBox="1"/>
          <p:nvPr/>
        </p:nvSpPr>
        <p:spPr>
          <a:xfrm>
            <a:off x="-1" y="6288587"/>
            <a:ext cx="5981100" cy="6465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chemeClr val="dk1"/>
              </a:buClr>
              <a:buSzPts val="1800"/>
              <a:buFont typeface="Arial"/>
              <a:buNone/>
            </a:pPr>
            <a:r>
              <a:rPr b="0" i="0" lang="en-US" sz="1800" u="none" cap="none" strike="noStrike">
                <a:solidFill>
                  <a:schemeClr val="lt1"/>
                </a:solidFill>
                <a:latin typeface="Times New Roman"/>
                <a:ea typeface="Times New Roman"/>
                <a:cs typeface="Times New Roman"/>
                <a:sym typeface="Times New Roman"/>
              </a:rPr>
              <a:t>Machine Learning Professional</a:t>
            </a:r>
            <a:br>
              <a:rPr b="0" i="0" lang="en-US" sz="1800" u="none" cap="none" strike="noStrike">
                <a:solidFill>
                  <a:schemeClr val="lt1"/>
                </a:solidFill>
                <a:latin typeface="Times New Roman"/>
                <a:ea typeface="Times New Roman"/>
                <a:cs typeface="Times New Roman"/>
                <a:sym typeface="Times New Roman"/>
              </a:rPr>
            </a:br>
            <a:r>
              <a:rPr b="0" i="0" lang="en-US" sz="1800" u="none" cap="none" strike="noStrike">
                <a:solidFill>
                  <a:schemeClr val="lt1"/>
                </a:solidFill>
                <a:latin typeface="Times New Roman"/>
                <a:ea typeface="Times New Roman"/>
                <a:cs typeface="Times New Roman"/>
                <a:sym typeface="Times New Roman"/>
              </a:rPr>
              <a:t>Project Presentation</a:t>
            </a:r>
            <a:endParaRPr b="0" i="0" sz="1800" u="none" cap="none" strike="noStrike">
              <a:solidFill>
                <a:schemeClr val="lt1"/>
              </a:solidFill>
              <a:latin typeface="Times New Roman"/>
              <a:ea typeface="Times New Roman"/>
              <a:cs typeface="Times New Roman"/>
              <a:sym typeface="Times New Roman"/>
            </a:endParaRPr>
          </a:p>
        </p:txBody>
      </p:sp>
      <p:pic>
        <p:nvPicPr>
          <p:cNvPr id="2698" name="Google Shape;2698;g3d1afc4545f_0_2631"/>
          <p:cNvPicPr preferRelativeResize="0"/>
          <p:nvPr/>
        </p:nvPicPr>
        <p:blipFill rotWithShape="1">
          <a:blip r:embed="rId6">
            <a:alphaModFix/>
          </a:blip>
          <a:srcRect b="0" l="0" r="0" t="0"/>
          <a:stretch/>
        </p:blipFill>
        <p:spPr>
          <a:xfrm>
            <a:off x="10590875" y="6341462"/>
            <a:ext cx="1500023" cy="585000"/>
          </a:xfrm>
          <a:prstGeom prst="rect">
            <a:avLst/>
          </a:prstGeom>
          <a:noFill/>
          <a:ln>
            <a:noFill/>
          </a:ln>
        </p:spPr>
      </p:pic>
      <p:sp>
        <p:nvSpPr>
          <p:cNvPr id="2699" name="Google Shape;2699;g3d1afc4545f_0_2631"/>
          <p:cNvSpPr txBox="1"/>
          <p:nvPr/>
        </p:nvSpPr>
        <p:spPr>
          <a:xfrm>
            <a:off x="-1" y="6288587"/>
            <a:ext cx="5981100" cy="6465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chemeClr val="dk1"/>
              </a:buClr>
              <a:buSzPts val="1800"/>
              <a:buFont typeface="Arial"/>
              <a:buNone/>
            </a:pPr>
            <a:r>
              <a:rPr b="0" i="0" lang="en-US" sz="1800" u="none" cap="none" strike="noStrike">
                <a:solidFill>
                  <a:schemeClr val="lt1"/>
                </a:solidFill>
                <a:latin typeface="Times New Roman"/>
                <a:ea typeface="Times New Roman"/>
                <a:cs typeface="Times New Roman"/>
                <a:sym typeface="Times New Roman"/>
              </a:rPr>
              <a:t>Machine Learning Professional</a:t>
            </a:r>
            <a:br>
              <a:rPr b="0" i="0" lang="en-US" sz="1800" u="none" cap="none" strike="noStrike">
                <a:solidFill>
                  <a:schemeClr val="lt1"/>
                </a:solidFill>
                <a:latin typeface="Times New Roman"/>
                <a:ea typeface="Times New Roman"/>
                <a:cs typeface="Times New Roman"/>
                <a:sym typeface="Times New Roman"/>
              </a:rPr>
            </a:br>
            <a:r>
              <a:rPr b="0" i="0" lang="en-US" sz="1800" u="none" cap="none" strike="noStrike">
                <a:solidFill>
                  <a:schemeClr val="lt1"/>
                </a:solidFill>
                <a:latin typeface="Times New Roman"/>
                <a:ea typeface="Times New Roman"/>
                <a:cs typeface="Times New Roman"/>
                <a:sym typeface="Times New Roman"/>
              </a:rPr>
              <a:t>Project Presentation</a:t>
            </a:r>
            <a:endParaRPr b="0" i="0" sz="1800" u="none" cap="none" strike="noStrike">
              <a:solidFill>
                <a:schemeClr val="lt1"/>
              </a:solidFill>
              <a:latin typeface="Times New Roman"/>
              <a:ea typeface="Times New Roman"/>
              <a:cs typeface="Times New Roman"/>
              <a:sym typeface="Times New Roman"/>
            </a:endParaRPr>
          </a:p>
        </p:txBody>
      </p:sp>
      <p:pic>
        <p:nvPicPr>
          <p:cNvPr id="2700" name="Google Shape;2700;g3d1afc4545f_0_2631"/>
          <p:cNvPicPr preferRelativeResize="0"/>
          <p:nvPr/>
        </p:nvPicPr>
        <p:blipFill rotWithShape="1">
          <a:blip r:embed="rId6">
            <a:alphaModFix/>
          </a:blip>
          <a:srcRect b="0" l="0" r="0" t="0"/>
          <a:stretch/>
        </p:blipFill>
        <p:spPr>
          <a:xfrm>
            <a:off x="10590875" y="6330524"/>
            <a:ext cx="1500023" cy="585000"/>
          </a:xfrm>
          <a:prstGeom prst="rect">
            <a:avLst/>
          </a:prstGeom>
          <a:noFill/>
          <a:ln>
            <a:noFill/>
          </a:ln>
        </p:spPr>
      </p:pic>
      <p:sp>
        <p:nvSpPr>
          <p:cNvPr id="2701" name="Google Shape;2701;g3d1afc4545f_0_2631"/>
          <p:cNvSpPr txBox="1"/>
          <p:nvPr/>
        </p:nvSpPr>
        <p:spPr>
          <a:xfrm>
            <a:off x="-1" y="6234672"/>
            <a:ext cx="5981100" cy="6465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chemeClr val="dk1"/>
              </a:buClr>
              <a:buSzPts val="1800"/>
              <a:buFont typeface="Arial"/>
              <a:buNone/>
            </a:pPr>
            <a:r>
              <a:rPr b="0" i="0" lang="en-US" sz="1800" u="none" cap="none" strike="noStrike">
                <a:solidFill>
                  <a:schemeClr val="lt1"/>
                </a:solidFill>
                <a:latin typeface="Times New Roman"/>
                <a:ea typeface="Times New Roman"/>
                <a:cs typeface="Times New Roman"/>
                <a:sym typeface="Times New Roman"/>
              </a:rPr>
              <a:t>Machine Learning Professional</a:t>
            </a:r>
            <a:br>
              <a:rPr b="0" i="0" lang="en-US" sz="1800" u="none" cap="none" strike="noStrike">
                <a:solidFill>
                  <a:schemeClr val="lt1"/>
                </a:solidFill>
                <a:latin typeface="Times New Roman"/>
                <a:ea typeface="Times New Roman"/>
                <a:cs typeface="Times New Roman"/>
                <a:sym typeface="Times New Roman"/>
              </a:rPr>
            </a:br>
            <a:r>
              <a:rPr b="0" i="0" lang="en-US" sz="1800" u="none" cap="none" strike="noStrike">
                <a:solidFill>
                  <a:schemeClr val="lt1"/>
                </a:solidFill>
                <a:latin typeface="Times New Roman"/>
                <a:ea typeface="Times New Roman"/>
                <a:cs typeface="Times New Roman"/>
                <a:sym typeface="Times New Roman"/>
              </a:rPr>
              <a:t>Project Presentation</a:t>
            </a:r>
            <a:endParaRPr b="0" i="0" sz="1800" u="none" cap="none" strike="noStrike">
              <a:solidFill>
                <a:schemeClr val="lt1"/>
              </a:solidFill>
              <a:latin typeface="Times New Roman"/>
              <a:ea typeface="Times New Roman"/>
              <a:cs typeface="Times New Roman"/>
              <a:sym typeface="Times New Roman"/>
            </a:endParaRPr>
          </a:p>
        </p:txBody>
      </p:sp>
      <p:pic>
        <p:nvPicPr>
          <p:cNvPr id="2702" name="Google Shape;2702;g3d1afc4545f_0_2631"/>
          <p:cNvPicPr preferRelativeResize="0"/>
          <p:nvPr/>
        </p:nvPicPr>
        <p:blipFill rotWithShape="1">
          <a:blip r:embed="rId6">
            <a:alphaModFix/>
          </a:blip>
          <a:srcRect b="0" l="0" r="0" t="0"/>
          <a:stretch/>
        </p:blipFill>
        <p:spPr>
          <a:xfrm>
            <a:off x="10590875" y="6330524"/>
            <a:ext cx="1500023" cy="585000"/>
          </a:xfrm>
          <a:prstGeom prst="rect">
            <a:avLst/>
          </a:prstGeom>
          <a:noFill/>
          <a:ln>
            <a:noFill/>
          </a:ln>
        </p:spPr>
      </p:pic>
      <p:sp>
        <p:nvSpPr>
          <p:cNvPr id="2703" name="Google Shape;2703;g3d1afc4545f_0_2631"/>
          <p:cNvSpPr txBox="1"/>
          <p:nvPr/>
        </p:nvSpPr>
        <p:spPr>
          <a:xfrm>
            <a:off x="-1" y="6234672"/>
            <a:ext cx="5981100" cy="6465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chemeClr val="dk1"/>
              </a:buClr>
              <a:buSzPts val="1800"/>
              <a:buFont typeface="Arial"/>
              <a:buNone/>
            </a:pPr>
            <a:r>
              <a:rPr b="0" i="0" lang="en-US" sz="1800" u="none" cap="none" strike="noStrike">
                <a:solidFill>
                  <a:schemeClr val="lt1"/>
                </a:solidFill>
                <a:latin typeface="Times New Roman"/>
                <a:ea typeface="Times New Roman"/>
                <a:cs typeface="Times New Roman"/>
                <a:sym typeface="Times New Roman"/>
              </a:rPr>
              <a:t>Machine Learning Professional</a:t>
            </a:r>
            <a:br>
              <a:rPr b="0" i="0" lang="en-US" sz="1800" u="none" cap="none" strike="noStrike">
                <a:solidFill>
                  <a:schemeClr val="lt1"/>
                </a:solidFill>
                <a:latin typeface="Times New Roman"/>
                <a:ea typeface="Times New Roman"/>
                <a:cs typeface="Times New Roman"/>
                <a:sym typeface="Times New Roman"/>
              </a:rPr>
            </a:br>
            <a:r>
              <a:rPr b="0" i="0" lang="en-US" sz="1800" u="none" cap="none" strike="noStrike">
                <a:solidFill>
                  <a:schemeClr val="lt1"/>
                </a:solidFill>
                <a:latin typeface="Times New Roman"/>
                <a:ea typeface="Times New Roman"/>
                <a:cs typeface="Times New Roman"/>
                <a:sym typeface="Times New Roman"/>
              </a:rPr>
              <a:t>Project Presentation</a:t>
            </a:r>
            <a:endParaRPr b="0" i="0" sz="1800" u="none" cap="none" strike="noStrike">
              <a:solidFill>
                <a:schemeClr val="lt1"/>
              </a:solidFill>
              <a:latin typeface="Times New Roman"/>
              <a:ea typeface="Times New Roman"/>
              <a:cs typeface="Times New Roman"/>
              <a:sym typeface="Times New Roman"/>
            </a:endParaRPr>
          </a:p>
        </p:txBody>
      </p:sp>
      <p:pic>
        <p:nvPicPr>
          <p:cNvPr id="2704" name="Google Shape;2704;g3d1afc4545f_0_2631"/>
          <p:cNvPicPr preferRelativeResize="0"/>
          <p:nvPr/>
        </p:nvPicPr>
        <p:blipFill rotWithShape="1">
          <a:blip r:embed="rId6">
            <a:alphaModFix/>
          </a:blip>
          <a:srcRect b="0" l="0" r="0" t="0"/>
          <a:stretch/>
        </p:blipFill>
        <p:spPr>
          <a:xfrm>
            <a:off x="10590875" y="6330524"/>
            <a:ext cx="1500023" cy="585000"/>
          </a:xfrm>
          <a:prstGeom prst="rect">
            <a:avLst/>
          </a:prstGeom>
          <a:noFill/>
          <a:ln>
            <a:noFill/>
          </a:ln>
        </p:spPr>
      </p:pic>
      <p:sp>
        <p:nvSpPr>
          <p:cNvPr id="2705" name="Google Shape;2705;g3d1afc4545f_0_2631"/>
          <p:cNvSpPr txBox="1"/>
          <p:nvPr/>
        </p:nvSpPr>
        <p:spPr>
          <a:xfrm>
            <a:off x="-1" y="6234672"/>
            <a:ext cx="5981100" cy="6465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chemeClr val="dk1"/>
              </a:buClr>
              <a:buSzPts val="1800"/>
              <a:buFont typeface="Arial"/>
              <a:buNone/>
            </a:pPr>
            <a:r>
              <a:rPr b="0" i="0" lang="en-US" sz="1800" u="none" cap="none" strike="noStrike">
                <a:solidFill>
                  <a:schemeClr val="lt1"/>
                </a:solidFill>
                <a:latin typeface="Times New Roman"/>
                <a:ea typeface="Times New Roman"/>
                <a:cs typeface="Times New Roman"/>
                <a:sym typeface="Times New Roman"/>
              </a:rPr>
              <a:t>Nanoelectronics - Seminar Presentation</a:t>
            </a:r>
            <a:br>
              <a:rPr b="0" i="0" lang="en-US" sz="1800" u="none" cap="none" strike="noStrike">
                <a:solidFill>
                  <a:schemeClr val="lt1"/>
                </a:solidFill>
                <a:latin typeface="Times New Roman"/>
                <a:ea typeface="Times New Roman"/>
                <a:cs typeface="Times New Roman"/>
                <a:sym typeface="Times New Roman"/>
              </a:rPr>
            </a:br>
            <a:r>
              <a:rPr b="0" i="0" lang="en-US" sz="1800" u="none" cap="none" strike="noStrike">
                <a:solidFill>
                  <a:schemeClr val="lt1"/>
                </a:solidFill>
                <a:latin typeface="Times New Roman"/>
                <a:ea typeface="Times New Roman"/>
                <a:cs typeface="Times New Roman"/>
                <a:sym typeface="Times New Roman"/>
              </a:rPr>
              <a:t>Ronit Dutta</a:t>
            </a:r>
            <a:endParaRPr b="0" i="0" sz="1800" u="none" cap="none" strike="noStrike">
              <a:solidFill>
                <a:schemeClr val="lt1"/>
              </a:solidFill>
              <a:latin typeface="Times New Roman"/>
              <a:ea typeface="Times New Roman"/>
              <a:cs typeface="Times New Roman"/>
              <a:sym typeface="Times New Roman"/>
            </a:endParaRPr>
          </a:p>
        </p:txBody>
      </p:sp>
      <p:pic>
        <p:nvPicPr>
          <p:cNvPr id="2706" name="Google Shape;2706;g3d1afc4545f_0_2631"/>
          <p:cNvPicPr preferRelativeResize="0"/>
          <p:nvPr/>
        </p:nvPicPr>
        <p:blipFill rotWithShape="1">
          <a:blip r:embed="rId6">
            <a:alphaModFix/>
          </a:blip>
          <a:srcRect b="0" l="0" r="0" t="0"/>
          <a:stretch/>
        </p:blipFill>
        <p:spPr>
          <a:xfrm>
            <a:off x="10590875" y="6330524"/>
            <a:ext cx="1500023" cy="585000"/>
          </a:xfrm>
          <a:prstGeom prst="rect">
            <a:avLst/>
          </a:prstGeom>
          <a:noFill/>
          <a:ln>
            <a:noFill/>
          </a:ln>
        </p:spPr>
      </p:pic>
      <p:pic>
        <p:nvPicPr>
          <p:cNvPr id="2707" name="Google Shape;2707;g3d1afc4545f_0_2631"/>
          <p:cNvPicPr preferRelativeResize="0"/>
          <p:nvPr/>
        </p:nvPicPr>
        <p:blipFill rotWithShape="1">
          <a:blip r:embed="rId10">
            <a:alphaModFix/>
          </a:blip>
          <a:srcRect b="0" l="0" r="0" t="0"/>
          <a:stretch/>
        </p:blipFill>
        <p:spPr>
          <a:xfrm>
            <a:off x="0" y="6234674"/>
            <a:ext cx="12192000" cy="1165875"/>
          </a:xfrm>
          <a:prstGeom prst="rect">
            <a:avLst/>
          </a:prstGeom>
          <a:noFill/>
          <a:ln>
            <a:noFill/>
          </a:ln>
        </p:spPr>
      </p:pic>
      <p:sp>
        <p:nvSpPr>
          <p:cNvPr id="2708" name="Google Shape;2708;g3d1afc4545f_0_2631"/>
          <p:cNvSpPr txBox="1"/>
          <p:nvPr/>
        </p:nvSpPr>
        <p:spPr>
          <a:xfrm>
            <a:off x="-1" y="6310697"/>
            <a:ext cx="5981100" cy="6465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chemeClr val="dk1"/>
              </a:buClr>
              <a:buSzPts val="1800"/>
              <a:buFont typeface="Arial"/>
              <a:buNone/>
            </a:pPr>
            <a:r>
              <a:rPr lang="en-US" sz="1800">
                <a:solidFill>
                  <a:schemeClr val="lt1"/>
                </a:solidFill>
                <a:latin typeface="Times New Roman"/>
                <a:ea typeface="Times New Roman"/>
                <a:cs typeface="Times New Roman"/>
                <a:sym typeface="Times New Roman"/>
              </a:rPr>
              <a:t>Applied Mathematics for Engineering [MIDTERM PROJECT]</a:t>
            </a:r>
            <a:br>
              <a:rPr b="0" i="0" lang="en-US" sz="1800" u="none" cap="none" strike="noStrike">
                <a:solidFill>
                  <a:schemeClr val="lt1"/>
                </a:solidFill>
                <a:latin typeface="Times New Roman"/>
                <a:ea typeface="Times New Roman"/>
                <a:cs typeface="Times New Roman"/>
                <a:sym typeface="Times New Roman"/>
              </a:rPr>
            </a:br>
            <a:r>
              <a:rPr b="0" i="0" lang="en-US" sz="1800" u="none" cap="none" strike="noStrike">
                <a:solidFill>
                  <a:schemeClr val="lt1"/>
                </a:solidFill>
                <a:latin typeface="Times New Roman"/>
                <a:ea typeface="Times New Roman"/>
                <a:cs typeface="Times New Roman"/>
                <a:sym typeface="Times New Roman"/>
              </a:rPr>
              <a:t>Ronit Dutta</a:t>
            </a:r>
            <a:endParaRPr b="0" i="0" sz="1800" u="none" cap="none" strike="noStrike">
              <a:solidFill>
                <a:schemeClr val="lt1"/>
              </a:solidFill>
              <a:latin typeface="Times New Roman"/>
              <a:ea typeface="Times New Roman"/>
              <a:cs typeface="Times New Roman"/>
              <a:sym typeface="Times New Roman"/>
            </a:endParaRPr>
          </a:p>
        </p:txBody>
      </p:sp>
      <p:pic>
        <p:nvPicPr>
          <p:cNvPr id="2709" name="Google Shape;2709;g3d1afc4545f_0_2631"/>
          <p:cNvPicPr preferRelativeResize="0"/>
          <p:nvPr/>
        </p:nvPicPr>
        <p:blipFill rotWithShape="1">
          <a:blip r:embed="rId6">
            <a:alphaModFix/>
          </a:blip>
          <a:srcRect b="0" l="0" r="0" t="0"/>
          <a:stretch/>
        </p:blipFill>
        <p:spPr>
          <a:xfrm>
            <a:off x="10579375" y="6341449"/>
            <a:ext cx="1500023" cy="585000"/>
          </a:xfrm>
          <a:prstGeom prst="rect">
            <a:avLst/>
          </a:prstGeom>
          <a:noFill/>
          <a:ln>
            <a:noFill/>
          </a:ln>
        </p:spPr>
      </p:pic>
      <p:pic>
        <p:nvPicPr>
          <p:cNvPr id="2710" name="Google Shape;2710;g3d1afc4545f_0_2631"/>
          <p:cNvPicPr preferRelativeResize="0"/>
          <p:nvPr/>
        </p:nvPicPr>
        <p:blipFill>
          <a:blip r:embed="rId11">
            <a:alphaModFix/>
          </a:blip>
          <a:stretch>
            <a:fillRect/>
          </a:stretch>
        </p:blipFill>
        <p:spPr>
          <a:xfrm>
            <a:off x="133775" y="688975"/>
            <a:ext cx="8282377" cy="5341100"/>
          </a:xfrm>
          <a:prstGeom prst="rect">
            <a:avLst/>
          </a:prstGeom>
          <a:noFill/>
          <a:ln cap="flat" cmpd="sng" w="19050">
            <a:solidFill>
              <a:schemeClr val="dk1"/>
            </a:solidFill>
            <a:prstDash val="solid"/>
            <a:round/>
            <a:headEnd len="sm" w="sm" type="none"/>
            <a:tailEnd len="sm" w="sm" type="none"/>
          </a:ln>
        </p:spPr>
      </p:pic>
      <p:pic>
        <p:nvPicPr>
          <p:cNvPr id="2711" name="Google Shape;2711;g3d1afc4545f_0_2631"/>
          <p:cNvPicPr preferRelativeResize="0"/>
          <p:nvPr/>
        </p:nvPicPr>
        <p:blipFill rotWithShape="1">
          <a:blip r:embed="rId12">
            <a:alphaModFix/>
          </a:blip>
          <a:srcRect b="46010" l="0" r="0" t="0"/>
          <a:stretch/>
        </p:blipFill>
        <p:spPr>
          <a:xfrm>
            <a:off x="8493300" y="796150"/>
            <a:ext cx="3698701" cy="1610851"/>
          </a:xfrm>
          <a:prstGeom prst="rect">
            <a:avLst/>
          </a:prstGeom>
          <a:noFill/>
          <a:ln cap="flat" cmpd="sng" w="19050">
            <a:solidFill>
              <a:schemeClr val="dk1"/>
            </a:solidFill>
            <a:prstDash val="solid"/>
            <a:round/>
            <a:headEnd len="sm" w="sm" type="none"/>
            <a:tailEnd len="sm" w="sm" type="none"/>
          </a:ln>
        </p:spPr>
      </p:pic>
      <p:sp>
        <p:nvSpPr>
          <p:cNvPr id="2712" name="Google Shape;2712;g3d1afc4545f_0_2631"/>
          <p:cNvSpPr txBox="1"/>
          <p:nvPr/>
        </p:nvSpPr>
        <p:spPr>
          <a:xfrm>
            <a:off x="8562000" y="2512150"/>
            <a:ext cx="3561300" cy="1070400"/>
          </a:xfrm>
          <a:prstGeom prst="rect">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190500" lvl="0" marL="171450" rtl="0" algn="ctr">
              <a:spcBef>
                <a:spcPts val="0"/>
              </a:spcBef>
              <a:spcAft>
                <a:spcPts val="0"/>
              </a:spcAft>
              <a:buClr>
                <a:schemeClr val="dk1"/>
              </a:buClr>
              <a:buSzPts val="1200"/>
              <a:buFont typeface="Georgia"/>
              <a:buAutoNum type="arabicPeriod"/>
            </a:pPr>
            <a:r>
              <a:rPr lang="en-US" sz="1200">
                <a:solidFill>
                  <a:schemeClr val="dk1"/>
                </a:solidFill>
                <a:latin typeface="Georgia"/>
                <a:ea typeface="Georgia"/>
                <a:cs typeface="Georgia"/>
                <a:sym typeface="Georgia"/>
              </a:rPr>
              <a:t>Repulsion by </a:t>
            </a:r>
            <a:r>
              <a:rPr lang="en-US" sz="1200">
                <a:solidFill>
                  <a:schemeClr val="dk1"/>
                </a:solidFill>
                <a:latin typeface="Georgia"/>
                <a:ea typeface="Georgia"/>
                <a:cs typeface="Georgia"/>
                <a:sym typeface="Georgia"/>
              </a:rPr>
              <a:t>scattering potential</a:t>
            </a:r>
            <a:r>
              <a:rPr lang="en-US" sz="1200">
                <a:solidFill>
                  <a:schemeClr val="dk1"/>
                </a:solidFill>
                <a:latin typeface="Georgia"/>
                <a:ea typeface="Georgia"/>
                <a:cs typeface="Georgia"/>
                <a:sym typeface="Georgia"/>
              </a:rPr>
              <a:t>, channel separation due to db/dθ  = K(dσ/dΩ).</a:t>
            </a:r>
            <a:endParaRPr sz="1200">
              <a:solidFill>
                <a:schemeClr val="dk1"/>
              </a:solidFill>
              <a:latin typeface="Georgia"/>
              <a:ea typeface="Georgia"/>
              <a:cs typeface="Georgia"/>
              <a:sym typeface="Georgia"/>
            </a:endParaRPr>
          </a:p>
          <a:p>
            <a:pPr indent="-190500" lvl="0" marL="171450" rtl="0" algn="ctr">
              <a:spcBef>
                <a:spcPts val="1000"/>
              </a:spcBef>
              <a:spcAft>
                <a:spcPts val="1000"/>
              </a:spcAft>
              <a:buClr>
                <a:schemeClr val="dk1"/>
              </a:buClr>
              <a:buSzPts val="1200"/>
              <a:buFont typeface="Georgia"/>
              <a:buAutoNum type="arabicPeriod"/>
            </a:pPr>
            <a:r>
              <a:rPr lang="en-US" sz="1200">
                <a:solidFill>
                  <a:schemeClr val="dk1"/>
                </a:solidFill>
                <a:latin typeface="Georgia"/>
                <a:ea typeface="Georgia"/>
                <a:cs typeface="Georgia"/>
                <a:sym typeface="Georgia"/>
              </a:rPr>
              <a:t>For same b, ‘l’ dependent channel separation given by f(θ) amplitude partial wave expansion!</a:t>
            </a:r>
            <a:endParaRPr sz="1200">
              <a:solidFill>
                <a:schemeClr val="dk1"/>
              </a:solidFill>
              <a:latin typeface="Georgia"/>
              <a:ea typeface="Georgia"/>
              <a:cs typeface="Georgia"/>
              <a:sym typeface="Georgia"/>
            </a:endParaRPr>
          </a:p>
        </p:txBody>
      </p:sp>
      <p:sp>
        <p:nvSpPr>
          <p:cNvPr id="2713" name="Google Shape;2713;g3d1afc4545f_0_2631"/>
          <p:cNvSpPr/>
          <p:nvPr/>
        </p:nvSpPr>
        <p:spPr>
          <a:xfrm>
            <a:off x="667775" y="1770150"/>
            <a:ext cx="2035200" cy="275700"/>
          </a:xfrm>
          <a:prstGeom prst="rect">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Calibri"/>
              <a:ea typeface="Calibri"/>
              <a:cs typeface="Calibri"/>
              <a:sym typeface="Calibri"/>
            </a:endParaRPr>
          </a:p>
        </p:txBody>
      </p:sp>
      <p:sp>
        <p:nvSpPr>
          <p:cNvPr id="2714" name="Google Shape;2714;g3d1afc4545f_0_2631"/>
          <p:cNvSpPr/>
          <p:nvPr/>
        </p:nvSpPr>
        <p:spPr>
          <a:xfrm>
            <a:off x="3179900" y="2558550"/>
            <a:ext cx="1880100" cy="275700"/>
          </a:xfrm>
          <a:prstGeom prst="rect">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Calibri"/>
              <a:ea typeface="Calibri"/>
              <a:cs typeface="Calibri"/>
              <a:sym typeface="Calibri"/>
            </a:endParaRPr>
          </a:p>
        </p:txBody>
      </p:sp>
      <p:sp>
        <p:nvSpPr>
          <p:cNvPr id="2715" name="Google Shape;2715;g3d1afc4545f_0_2631"/>
          <p:cNvSpPr txBox="1"/>
          <p:nvPr/>
        </p:nvSpPr>
        <p:spPr>
          <a:xfrm>
            <a:off x="8677200" y="4169700"/>
            <a:ext cx="3330900" cy="805500"/>
          </a:xfrm>
          <a:prstGeom prst="rect">
            <a:avLst/>
          </a:prstGeom>
          <a:noFill/>
          <a:ln cap="flat" cmpd="sng" w="2857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rPr lang="en-US" sz="1200">
                <a:solidFill>
                  <a:schemeClr val="dk1"/>
                </a:solidFill>
                <a:latin typeface="Georgia"/>
                <a:ea typeface="Georgia"/>
                <a:cs typeface="Georgia"/>
                <a:sym typeface="Georgia"/>
              </a:rPr>
              <a:t>KEY :</a:t>
            </a:r>
            <a:endParaRPr sz="1200">
              <a:solidFill>
                <a:schemeClr val="dk1"/>
              </a:solidFill>
              <a:latin typeface="Georgia"/>
              <a:ea typeface="Georgia"/>
              <a:cs typeface="Georgia"/>
              <a:sym typeface="Georgia"/>
            </a:endParaRPr>
          </a:p>
          <a:p>
            <a:pPr indent="-190500" lvl="0" marL="285750" rtl="0" algn="l">
              <a:spcBef>
                <a:spcPts val="0"/>
              </a:spcBef>
              <a:spcAft>
                <a:spcPts val="0"/>
              </a:spcAft>
              <a:buClr>
                <a:schemeClr val="dk1"/>
              </a:buClr>
              <a:buSzPts val="1200"/>
              <a:buFont typeface="Georgia"/>
              <a:buAutoNum type="arabicPeriod"/>
            </a:pPr>
            <a:r>
              <a:rPr lang="en-US" sz="1200">
                <a:solidFill>
                  <a:schemeClr val="dk1"/>
                </a:solidFill>
                <a:latin typeface="Georgia"/>
                <a:ea typeface="Georgia"/>
                <a:cs typeface="Georgia"/>
                <a:sym typeface="Georgia"/>
              </a:rPr>
              <a:t>Bound state solution : Attractive potential</a:t>
            </a:r>
            <a:endParaRPr sz="1200">
              <a:solidFill>
                <a:schemeClr val="dk1"/>
              </a:solidFill>
              <a:latin typeface="Georgia"/>
              <a:ea typeface="Georgia"/>
              <a:cs typeface="Georgia"/>
              <a:sym typeface="Georgia"/>
            </a:endParaRPr>
          </a:p>
          <a:p>
            <a:pPr indent="-190500" lvl="0" marL="285750" rtl="0" algn="l">
              <a:spcBef>
                <a:spcPts val="0"/>
              </a:spcBef>
              <a:spcAft>
                <a:spcPts val="0"/>
              </a:spcAft>
              <a:buClr>
                <a:schemeClr val="dk1"/>
              </a:buClr>
              <a:buSzPts val="1200"/>
              <a:buFont typeface="Georgia"/>
              <a:buAutoNum type="arabicPeriod"/>
            </a:pPr>
            <a:r>
              <a:rPr lang="en-US" sz="1200">
                <a:solidFill>
                  <a:schemeClr val="dk1"/>
                </a:solidFill>
                <a:latin typeface="Georgia"/>
                <a:ea typeface="Georgia"/>
                <a:cs typeface="Georgia"/>
                <a:sym typeface="Georgia"/>
              </a:rPr>
              <a:t>Scattering solution : </a:t>
            </a:r>
            <a:r>
              <a:rPr lang="en-US" sz="1200">
                <a:solidFill>
                  <a:schemeClr val="dk1"/>
                </a:solidFill>
                <a:latin typeface="Georgia"/>
                <a:ea typeface="Georgia"/>
                <a:cs typeface="Georgia"/>
                <a:sym typeface="Georgia"/>
              </a:rPr>
              <a:t>Repulsive</a:t>
            </a:r>
            <a:r>
              <a:rPr lang="en-US" sz="1200">
                <a:solidFill>
                  <a:schemeClr val="dk1"/>
                </a:solidFill>
                <a:latin typeface="Georgia"/>
                <a:ea typeface="Georgia"/>
                <a:cs typeface="Georgia"/>
                <a:sym typeface="Georgia"/>
              </a:rPr>
              <a:t> potential.</a:t>
            </a:r>
            <a:endParaRPr sz="1200">
              <a:solidFill>
                <a:schemeClr val="dk1"/>
              </a:solidFill>
              <a:latin typeface="Georgia"/>
              <a:ea typeface="Georgia"/>
              <a:cs typeface="Georgia"/>
              <a:sym typeface="Georgia"/>
            </a:endParaRPr>
          </a:p>
        </p:txBody>
      </p:sp>
    </p:spTree>
  </p:cSld>
  <p:clrMapOvr>
    <a:masterClrMapping/>
  </p:clrMapOvr>
</p:sld>
</file>

<file path=ppt/slides/slide2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719" name="Shape 2719"/>
        <p:cNvGrpSpPr/>
        <p:nvPr/>
      </p:nvGrpSpPr>
      <p:grpSpPr>
        <a:xfrm>
          <a:off x="0" y="0"/>
          <a:ext cx="0" cy="0"/>
          <a:chOff x="0" y="0"/>
          <a:chExt cx="0" cy="0"/>
        </a:xfrm>
      </p:grpSpPr>
      <p:pic>
        <p:nvPicPr>
          <p:cNvPr id="2720" name="Google Shape;2720;g3d1afc4545f_0_2729"/>
          <p:cNvPicPr preferRelativeResize="0"/>
          <p:nvPr/>
        </p:nvPicPr>
        <p:blipFill rotWithShape="1">
          <a:blip r:embed="rId3">
            <a:alphaModFix/>
          </a:blip>
          <a:srcRect b="0" l="0" r="0" t="0"/>
          <a:stretch/>
        </p:blipFill>
        <p:spPr>
          <a:xfrm>
            <a:off x="-4" y="6211289"/>
            <a:ext cx="12192003" cy="1285104"/>
          </a:xfrm>
          <a:prstGeom prst="rect">
            <a:avLst/>
          </a:prstGeom>
          <a:noFill/>
          <a:ln>
            <a:noFill/>
          </a:ln>
        </p:spPr>
      </p:pic>
      <p:pic>
        <p:nvPicPr>
          <p:cNvPr id="2721" name="Google Shape;2721;g3d1afc4545f_0_2729"/>
          <p:cNvPicPr preferRelativeResize="0"/>
          <p:nvPr/>
        </p:nvPicPr>
        <p:blipFill rotWithShape="1">
          <a:blip r:embed="rId4">
            <a:alphaModFix/>
          </a:blip>
          <a:srcRect b="0" l="0" r="0" t="0"/>
          <a:stretch/>
        </p:blipFill>
        <p:spPr>
          <a:xfrm>
            <a:off x="10590934" y="6330522"/>
            <a:ext cx="1499906" cy="585000"/>
          </a:xfrm>
          <a:prstGeom prst="rect">
            <a:avLst/>
          </a:prstGeom>
          <a:noFill/>
          <a:ln>
            <a:noFill/>
          </a:ln>
        </p:spPr>
      </p:pic>
      <p:sp>
        <p:nvSpPr>
          <p:cNvPr id="2722" name="Google Shape;2722;g3d1afc4545f_0_2729"/>
          <p:cNvSpPr txBox="1"/>
          <p:nvPr/>
        </p:nvSpPr>
        <p:spPr>
          <a:xfrm>
            <a:off x="-1" y="6288587"/>
            <a:ext cx="5981100" cy="3693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chemeClr val="dk1"/>
              </a:buClr>
              <a:buSzPts val="1800"/>
              <a:buFont typeface="Arial"/>
              <a:buNone/>
            </a:pPr>
            <a:r>
              <a:rPr b="0" i="0" lang="en-US" sz="1800" u="none" cap="none" strike="noStrike">
                <a:solidFill>
                  <a:schemeClr val="lt1"/>
                </a:solidFill>
                <a:latin typeface="Times New Roman"/>
                <a:ea typeface="Times New Roman"/>
                <a:cs typeface="Times New Roman"/>
                <a:sym typeface="Times New Roman"/>
              </a:rPr>
              <a:t>Term Paper Presentation | Ronit Dutta</a:t>
            </a:r>
            <a:endParaRPr b="0" i="0" sz="1800" u="none" cap="none" strike="noStrike">
              <a:solidFill>
                <a:schemeClr val="lt1"/>
              </a:solidFill>
              <a:latin typeface="Times New Roman"/>
              <a:ea typeface="Times New Roman"/>
              <a:cs typeface="Times New Roman"/>
              <a:sym typeface="Times New Roman"/>
            </a:endParaRPr>
          </a:p>
        </p:txBody>
      </p:sp>
      <p:sp>
        <p:nvSpPr>
          <p:cNvPr id="2723" name="Google Shape;2723;g3d1afc4545f_0_2729"/>
          <p:cNvSpPr txBox="1"/>
          <p:nvPr/>
        </p:nvSpPr>
        <p:spPr>
          <a:xfrm>
            <a:off x="0" y="0"/>
            <a:ext cx="12192000" cy="585000"/>
          </a:xfrm>
          <a:prstGeom prst="rect">
            <a:avLst/>
          </a:prstGeom>
          <a:noFill/>
          <a:ln>
            <a:noFill/>
          </a:ln>
        </p:spPr>
        <p:txBody>
          <a:bodyPr anchorCtr="0" anchor="t" bIns="45700" lIns="91425" spcFirstLastPara="1" rIns="91425" wrap="square" tIns="45700">
            <a:spAutoFit/>
          </a:bodyPr>
          <a:lstStyle/>
          <a:p>
            <a:pPr indent="0" lvl="0" marL="0" rtl="0" algn="l">
              <a:spcBef>
                <a:spcPts val="0"/>
              </a:spcBef>
              <a:spcAft>
                <a:spcPts val="0"/>
              </a:spcAft>
              <a:buClr>
                <a:schemeClr val="dk1"/>
              </a:buClr>
              <a:buSzPts val="3200"/>
              <a:buFont typeface="Arial"/>
              <a:buNone/>
            </a:pPr>
            <a:r>
              <a:rPr lang="en-US" sz="3200">
                <a:solidFill>
                  <a:schemeClr val="dk1"/>
                </a:solidFill>
                <a:latin typeface="Times New Roman"/>
                <a:ea typeface="Times New Roman"/>
                <a:cs typeface="Times New Roman"/>
                <a:sym typeface="Times New Roman"/>
              </a:rPr>
              <a:t>Bound states</a:t>
            </a:r>
            <a:endParaRPr b="0" i="0" sz="3200" u="none" cap="none" strike="noStrike">
              <a:solidFill>
                <a:schemeClr val="dk1"/>
              </a:solidFill>
              <a:latin typeface="Times New Roman"/>
              <a:ea typeface="Times New Roman"/>
              <a:cs typeface="Times New Roman"/>
              <a:sym typeface="Times New Roman"/>
            </a:endParaRPr>
          </a:p>
        </p:txBody>
      </p:sp>
      <p:cxnSp>
        <p:nvCxnSpPr>
          <p:cNvPr id="2724" name="Google Shape;2724;g3d1afc4545f_0_2729"/>
          <p:cNvCxnSpPr/>
          <p:nvPr/>
        </p:nvCxnSpPr>
        <p:spPr>
          <a:xfrm flipH="1" rot="10800000">
            <a:off x="6" y="554389"/>
            <a:ext cx="6318000" cy="30600"/>
          </a:xfrm>
          <a:prstGeom prst="straightConnector1">
            <a:avLst/>
          </a:prstGeom>
          <a:noFill/>
          <a:ln cap="flat" cmpd="sng" w="9525">
            <a:solidFill>
              <a:srgbClr val="0E4D3B"/>
            </a:solidFill>
            <a:prstDash val="solid"/>
            <a:miter lim="800000"/>
            <a:headEnd len="sm" w="sm" type="none"/>
            <a:tailEnd len="sm" w="sm" type="none"/>
          </a:ln>
        </p:spPr>
      </p:cxnSp>
      <p:pic>
        <p:nvPicPr>
          <p:cNvPr id="2725" name="Google Shape;2725;g3d1afc4545f_0_2729"/>
          <p:cNvPicPr preferRelativeResize="0"/>
          <p:nvPr/>
        </p:nvPicPr>
        <p:blipFill rotWithShape="1">
          <a:blip r:embed="rId5">
            <a:alphaModFix/>
          </a:blip>
          <a:srcRect b="0" l="0" r="0" t="0"/>
          <a:stretch/>
        </p:blipFill>
        <p:spPr>
          <a:xfrm>
            <a:off x="-4" y="6211289"/>
            <a:ext cx="12192003" cy="1285104"/>
          </a:xfrm>
          <a:prstGeom prst="rect">
            <a:avLst/>
          </a:prstGeom>
          <a:noFill/>
          <a:ln>
            <a:noFill/>
          </a:ln>
        </p:spPr>
      </p:pic>
      <p:pic>
        <p:nvPicPr>
          <p:cNvPr id="2726" name="Google Shape;2726;g3d1afc4545f_0_2729"/>
          <p:cNvPicPr preferRelativeResize="0"/>
          <p:nvPr/>
        </p:nvPicPr>
        <p:blipFill rotWithShape="1">
          <a:blip r:embed="rId4">
            <a:alphaModFix/>
          </a:blip>
          <a:srcRect b="0" l="0" r="0" t="0"/>
          <a:stretch/>
        </p:blipFill>
        <p:spPr>
          <a:xfrm>
            <a:off x="10590934" y="6330522"/>
            <a:ext cx="1499906" cy="585000"/>
          </a:xfrm>
          <a:prstGeom prst="rect">
            <a:avLst/>
          </a:prstGeom>
          <a:noFill/>
          <a:ln>
            <a:noFill/>
          </a:ln>
        </p:spPr>
      </p:pic>
      <p:sp>
        <p:nvSpPr>
          <p:cNvPr id="2727" name="Google Shape;2727;g3d1afc4545f_0_2729"/>
          <p:cNvSpPr txBox="1"/>
          <p:nvPr/>
        </p:nvSpPr>
        <p:spPr>
          <a:xfrm>
            <a:off x="-1" y="6288587"/>
            <a:ext cx="5981100" cy="3693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chemeClr val="dk1"/>
              </a:buClr>
              <a:buSzPts val="1800"/>
              <a:buFont typeface="Arial"/>
              <a:buNone/>
            </a:pPr>
            <a:r>
              <a:rPr b="0" i="0" lang="en-US" sz="1800" u="none" cap="none" strike="noStrike">
                <a:solidFill>
                  <a:schemeClr val="lt1"/>
                </a:solidFill>
                <a:latin typeface="Times New Roman"/>
                <a:ea typeface="Times New Roman"/>
                <a:cs typeface="Times New Roman"/>
                <a:sym typeface="Times New Roman"/>
              </a:rPr>
              <a:t>Term Paper Presentation | Ronit Dutta</a:t>
            </a:r>
            <a:endParaRPr b="0" i="0" sz="1800" u="none" cap="none" strike="noStrike">
              <a:solidFill>
                <a:schemeClr val="lt1"/>
              </a:solidFill>
              <a:latin typeface="Times New Roman"/>
              <a:ea typeface="Times New Roman"/>
              <a:cs typeface="Times New Roman"/>
              <a:sym typeface="Times New Roman"/>
            </a:endParaRPr>
          </a:p>
        </p:txBody>
      </p:sp>
      <p:pic>
        <p:nvPicPr>
          <p:cNvPr id="2728" name="Google Shape;2728;g3d1afc4545f_0_2729"/>
          <p:cNvPicPr preferRelativeResize="0"/>
          <p:nvPr/>
        </p:nvPicPr>
        <p:blipFill rotWithShape="1">
          <a:blip r:embed="rId5">
            <a:alphaModFix/>
          </a:blip>
          <a:srcRect b="0" l="0" r="0" t="0"/>
          <a:stretch/>
        </p:blipFill>
        <p:spPr>
          <a:xfrm>
            <a:off x="-4" y="6211289"/>
            <a:ext cx="12192003" cy="1285104"/>
          </a:xfrm>
          <a:prstGeom prst="rect">
            <a:avLst/>
          </a:prstGeom>
          <a:noFill/>
          <a:ln>
            <a:noFill/>
          </a:ln>
        </p:spPr>
      </p:pic>
      <p:pic>
        <p:nvPicPr>
          <p:cNvPr id="2729" name="Google Shape;2729;g3d1afc4545f_0_2729"/>
          <p:cNvPicPr preferRelativeResize="0"/>
          <p:nvPr/>
        </p:nvPicPr>
        <p:blipFill rotWithShape="1">
          <a:blip r:embed="rId4">
            <a:alphaModFix/>
          </a:blip>
          <a:srcRect b="0" l="0" r="0" t="0"/>
          <a:stretch/>
        </p:blipFill>
        <p:spPr>
          <a:xfrm>
            <a:off x="10590934" y="6330522"/>
            <a:ext cx="1499906" cy="585000"/>
          </a:xfrm>
          <a:prstGeom prst="rect">
            <a:avLst/>
          </a:prstGeom>
          <a:noFill/>
          <a:ln>
            <a:noFill/>
          </a:ln>
        </p:spPr>
      </p:pic>
      <p:sp>
        <p:nvSpPr>
          <p:cNvPr id="2730" name="Google Shape;2730;g3d1afc4545f_0_2729"/>
          <p:cNvSpPr txBox="1"/>
          <p:nvPr/>
        </p:nvSpPr>
        <p:spPr>
          <a:xfrm>
            <a:off x="-1" y="6288587"/>
            <a:ext cx="5981100" cy="6465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chemeClr val="dk1"/>
              </a:buClr>
              <a:buSzPts val="1800"/>
              <a:buFont typeface="Arial"/>
              <a:buNone/>
            </a:pPr>
            <a:r>
              <a:rPr b="0" i="0" lang="en-US" sz="1800" u="none" cap="none" strike="noStrike">
                <a:solidFill>
                  <a:schemeClr val="lt1"/>
                </a:solidFill>
                <a:latin typeface="Times New Roman"/>
                <a:ea typeface="Times New Roman"/>
                <a:cs typeface="Times New Roman"/>
                <a:sym typeface="Times New Roman"/>
              </a:rPr>
              <a:t>Machine Learning Professional</a:t>
            </a:r>
            <a:br>
              <a:rPr b="0" i="0" lang="en-US" sz="1800" u="none" cap="none" strike="noStrike">
                <a:solidFill>
                  <a:schemeClr val="lt1"/>
                </a:solidFill>
                <a:latin typeface="Times New Roman"/>
                <a:ea typeface="Times New Roman"/>
                <a:cs typeface="Times New Roman"/>
                <a:sym typeface="Times New Roman"/>
              </a:rPr>
            </a:br>
            <a:r>
              <a:rPr b="0" i="0" lang="en-US" sz="1800" u="none" cap="none" strike="noStrike">
                <a:solidFill>
                  <a:schemeClr val="lt1"/>
                </a:solidFill>
                <a:latin typeface="Times New Roman"/>
                <a:ea typeface="Times New Roman"/>
                <a:cs typeface="Times New Roman"/>
                <a:sym typeface="Times New Roman"/>
              </a:rPr>
              <a:t>Project Presentation</a:t>
            </a:r>
            <a:endParaRPr b="0" i="0" sz="1800" u="none" cap="none" strike="noStrike">
              <a:solidFill>
                <a:schemeClr val="lt1"/>
              </a:solidFill>
              <a:latin typeface="Times New Roman"/>
              <a:ea typeface="Times New Roman"/>
              <a:cs typeface="Times New Roman"/>
              <a:sym typeface="Times New Roman"/>
            </a:endParaRPr>
          </a:p>
        </p:txBody>
      </p:sp>
      <p:pic>
        <p:nvPicPr>
          <p:cNvPr id="2731" name="Google Shape;2731;g3d1afc4545f_0_2729"/>
          <p:cNvPicPr preferRelativeResize="0"/>
          <p:nvPr/>
        </p:nvPicPr>
        <p:blipFill rotWithShape="1">
          <a:blip r:embed="rId6">
            <a:alphaModFix/>
          </a:blip>
          <a:srcRect b="0" l="0" r="0" t="0"/>
          <a:stretch/>
        </p:blipFill>
        <p:spPr>
          <a:xfrm>
            <a:off x="10590875" y="6330524"/>
            <a:ext cx="1500023" cy="585000"/>
          </a:xfrm>
          <a:prstGeom prst="rect">
            <a:avLst/>
          </a:prstGeom>
          <a:noFill/>
          <a:ln>
            <a:noFill/>
          </a:ln>
        </p:spPr>
      </p:pic>
      <p:pic>
        <p:nvPicPr>
          <p:cNvPr id="2732" name="Google Shape;2732;g3d1afc4545f_0_2729"/>
          <p:cNvPicPr preferRelativeResize="0"/>
          <p:nvPr/>
        </p:nvPicPr>
        <p:blipFill rotWithShape="1">
          <a:blip r:embed="rId7">
            <a:alphaModFix/>
          </a:blip>
          <a:srcRect b="0" l="0" r="0" t="0"/>
          <a:stretch/>
        </p:blipFill>
        <p:spPr>
          <a:xfrm>
            <a:off x="-4" y="6211289"/>
            <a:ext cx="12192003" cy="1285104"/>
          </a:xfrm>
          <a:prstGeom prst="rect">
            <a:avLst/>
          </a:prstGeom>
          <a:noFill/>
          <a:ln>
            <a:noFill/>
          </a:ln>
        </p:spPr>
      </p:pic>
      <p:sp>
        <p:nvSpPr>
          <p:cNvPr id="2733" name="Google Shape;2733;g3d1afc4545f_0_2729"/>
          <p:cNvSpPr txBox="1"/>
          <p:nvPr/>
        </p:nvSpPr>
        <p:spPr>
          <a:xfrm>
            <a:off x="-1" y="6288587"/>
            <a:ext cx="5981100" cy="6465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chemeClr val="dk1"/>
              </a:buClr>
              <a:buSzPts val="1800"/>
              <a:buFont typeface="Arial"/>
              <a:buNone/>
            </a:pPr>
            <a:r>
              <a:rPr b="0" i="0" lang="en-US" sz="1800" u="none" cap="none" strike="noStrike">
                <a:solidFill>
                  <a:schemeClr val="lt1"/>
                </a:solidFill>
                <a:latin typeface="Times New Roman"/>
                <a:ea typeface="Times New Roman"/>
                <a:cs typeface="Times New Roman"/>
                <a:sym typeface="Times New Roman"/>
              </a:rPr>
              <a:t>Machine Learning Professional</a:t>
            </a:r>
            <a:br>
              <a:rPr b="0" i="0" lang="en-US" sz="1800" u="none" cap="none" strike="noStrike">
                <a:solidFill>
                  <a:schemeClr val="lt1"/>
                </a:solidFill>
                <a:latin typeface="Times New Roman"/>
                <a:ea typeface="Times New Roman"/>
                <a:cs typeface="Times New Roman"/>
                <a:sym typeface="Times New Roman"/>
              </a:rPr>
            </a:br>
            <a:r>
              <a:rPr b="0" i="0" lang="en-US" sz="1800" u="none" cap="none" strike="noStrike">
                <a:solidFill>
                  <a:schemeClr val="lt1"/>
                </a:solidFill>
                <a:latin typeface="Times New Roman"/>
                <a:ea typeface="Times New Roman"/>
                <a:cs typeface="Times New Roman"/>
                <a:sym typeface="Times New Roman"/>
              </a:rPr>
              <a:t>Project Presentation</a:t>
            </a:r>
            <a:endParaRPr b="0" i="0" sz="1800" u="none" cap="none" strike="noStrike">
              <a:solidFill>
                <a:schemeClr val="lt1"/>
              </a:solidFill>
              <a:latin typeface="Times New Roman"/>
              <a:ea typeface="Times New Roman"/>
              <a:cs typeface="Times New Roman"/>
              <a:sym typeface="Times New Roman"/>
            </a:endParaRPr>
          </a:p>
        </p:txBody>
      </p:sp>
      <p:pic>
        <p:nvPicPr>
          <p:cNvPr id="2734" name="Google Shape;2734;g3d1afc4545f_0_2729"/>
          <p:cNvPicPr preferRelativeResize="0"/>
          <p:nvPr/>
        </p:nvPicPr>
        <p:blipFill rotWithShape="1">
          <a:blip r:embed="rId6">
            <a:alphaModFix/>
          </a:blip>
          <a:srcRect b="0" l="0" r="0" t="0"/>
          <a:stretch/>
        </p:blipFill>
        <p:spPr>
          <a:xfrm>
            <a:off x="10590875" y="6330524"/>
            <a:ext cx="1500023" cy="585000"/>
          </a:xfrm>
          <a:prstGeom prst="rect">
            <a:avLst/>
          </a:prstGeom>
          <a:noFill/>
          <a:ln>
            <a:noFill/>
          </a:ln>
        </p:spPr>
      </p:pic>
      <p:pic>
        <p:nvPicPr>
          <p:cNvPr id="2735" name="Google Shape;2735;g3d1afc4545f_0_2729"/>
          <p:cNvPicPr preferRelativeResize="0"/>
          <p:nvPr/>
        </p:nvPicPr>
        <p:blipFill rotWithShape="1">
          <a:blip r:embed="rId7">
            <a:alphaModFix/>
          </a:blip>
          <a:srcRect b="0" l="0" r="0" t="0"/>
          <a:stretch/>
        </p:blipFill>
        <p:spPr>
          <a:xfrm>
            <a:off x="-4" y="6211289"/>
            <a:ext cx="12192003" cy="1285104"/>
          </a:xfrm>
          <a:prstGeom prst="rect">
            <a:avLst/>
          </a:prstGeom>
          <a:noFill/>
          <a:ln>
            <a:noFill/>
          </a:ln>
        </p:spPr>
      </p:pic>
      <p:sp>
        <p:nvSpPr>
          <p:cNvPr id="2736" name="Google Shape;2736;g3d1afc4545f_0_2729"/>
          <p:cNvSpPr txBox="1"/>
          <p:nvPr/>
        </p:nvSpPr>
        <p:spPr>
          <a:xfrm>
            <a:off x="-1" y="6234672"/>
            <a:ext cx="5981100" cy="6465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chemeClr val="dk1"/>
              </a:buClr>
              <a:buSzPts val="1800"/>
              <a:buFont typeface="Arial"/>
              <a:buNone/>
            </a:pPr>
            <a:r>
              <a:rPr b="0" i="0" lang="en-US" sz="1800" u="none" cap="none" strike="noStrike">
                <a:solidFill>
                  <a:schemeClr val="lt1"/>
                </a:solidFill>
                <a:latin typeface="Times New Roman"/>
                <a:ea typeface="Times New Roman"/>
                <a:cs typeface="Times New Roman"/>
                <a:sym typeface="Times New Roman"/>
              </a:rPr>
              <a:t>Machine Learning Professional</a:t>
            </a:r>
            <a:br>
              <a:rPr b="0" i="0" lang="en-US" sz="1800" u="none" cap="none" strike="noStrike">
                <a:solidFill>
                  <a:schemeClr val="lt1"/>
                </a:solidFill>
                <a:latin typeface="Times New Roman"/>
                <a:ea typeface="Times New Roman"/>
                <a:cs typeface="Times New Roman"/>
                <a:sym typeface="Times New Roman"/>
              </a:rPr>
            </a:br>
            <a:r>
              <a:rPr b="0" i="0" lang="en-US" sz="1800" u="none" cap="none" strike="noStrike">
                <a:solidFill>
                  <a:schemeClr val="lt1"/>
                </a:solidFill>
                <a:latin typeface="Times New Roman"/>
                <a:ea typeface="Times New Roman"/>
                <a:cs typeface="Times New Roman"/>
                <a:sym typeface="Times New Roman"/>
              </a:rPr>
              <a:t>Project Presentation</a:t>
            </a:r>
            <a:endParaRPr b="0" i="0" sz="1800" u="none" cap="none" strike="noStrike">
              <a:solidFill>
                <a:schemeClr val="lt1"/>
              </a:solidFill>
              <a:latin typeface="Times New Roman"/>
              <a:ea typeface="Times New Roman"/>
              <a:cs typeface="Times New Roman"/>
              <a:sym typeface="Times New Roman"/>
            </a:endParaRPr>
          </a:p>
        </p:txBody>
      </p:sp>
      <p:pic>
        <p:nvPicPr>
          <p:cNvPr id="2737" name="Google Shape;2737;g3d1afc4545f_0_2729"/>
          <p:cNvPicPr preferRelativeResize="0"/>
          <p:nvPr/>
        </p:nvPicPr>
        <p:blipFill rotWithShape="1">
          <a:blip r:embed="rId6">
            <a:alphaModFix/>
          </a:blip>
          <a:srcRect b="0" l="0" r="0" t="0"/>
          <a:stretch/>
        </p:blipFill>
        <p:spPr>
          <a:xfrm>
            <a:off x="10590875" y="6330524"/>
            <a:ext cx="1500023" cy="585000"/>
          </a:xfrm>
          <a:prstGeom prst="rect">
            <a:avLst/>
          </a:prstGeom>
          <a:noFill/>
          <a:ln>
            <a:noFill/>
          </a:ln>
        </p:spPr>
      </p:pic>
      <p:pic>
        <p:nvPicPr>
          <p:cNvPr id="2738" name="Google Shape;2738;g3d1afc4545f_0_2729"/>
          <p:cNvPicPr preferRelativeResize="0"/>
          <p:nvPr/>
        </p:nvPicPr>
        <p:blipFill rotWithShape="1">
          <a:blip r:embed="rId8">
            <a:alphaModFix/>
          </a:blip>
          <a:srcRect b="0" l="0" r="0" t="0"/>
          <a:stretch/>
        </p:blipFill>
        <p:spPr>
          <a:xfrm>
            <a:off x="-4" y="6211289"/>
            <a:ext cx="12192003" cy="1285104"/>
          </a:xfrm>
          <a:prstGeom prst="rect">
            <a:avLst/>
          </a:prstGeom>
          <a:noFill/>
          <a:ln>
            <a:noFill/>
          </a:ln>
        </p:spPr>
      </p:pic>
      <p:sp>
        <p:nvSpPr>
          <p:cNvPr id="2739" name="Google Shape;2739;g3d1afc4545f_0_2729"/>
          <p:cNvSpPr txBox="1"/>
          <p:nvPr/>
        </p:nvSpPr>
        <p:spPr>
          <a:xfrm>
            <a:off x="-1" y="6234672"/>
            <a:ext cx="5981100" cy="6465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chemeClr val="dk1"/>
              </a:buClr>
              <a:buSzPts val="1800"/>
              <a:buFont typeface="Arial"/>
              <a:buNone/>
            </a:pPr>
            <a:r>
              <a:rPr b="0" i="0" lang="en-US" sz="1800" u="none" cap="none" strike="noStrike">
                <a:solidFill>
                  <a:schemeClr val="lt1"/>
                </a:solidFill>
                <a:latin typeface="Times New Roman"/>
                <a:ea typeface="Times New Roman"/>
                <a:cs typeface="Times New Roman"/>
                <a:sym typeface="Times New Roman"/>
              </a:rPr>
              <a:t>Nanoelectronics - Seminar Presentation</a:t>
            </a:r>
            <a:br>
              <a:rPr b="0" i="0" lang="en-US" sz="1800" u="none" cap="none" strike="noStrike">
                <a:solidFill>
                  <a:schemeClr val="lt1"/>
                </a:solidFill>
                <a:latin typeface="Times New Roman"/>
                <a:ea typeface="Times New Roman"/>
                <a:cs typeface="Times New Roman"/>
                <a:sym typeface="Times New Roman"/>
              </a:rPr>
            </a:br>
            <a:r>
              <a:rPr b="0" i="0" lang="en-US" sz="1800" u="none" cap="none" strike="noStrike">
                <a:solidFill>
                  <a:schemeClr val="lt1"/>
                </a:solidFill>
                <a:latin typeface="Times New Roman"/>
                <a:ea typeface="Times New Roman"/>
                <a:cs typeface="Times New Roman"/>
                <a:sym typeface="Times New Roman"/>
              </a:rPr>
              <a:t>Ronit Dutta</a:t>
            </a:r>
            <a:endParaRPr b="0" i="0" sz="1800" u="none" cap="none" strike="noStrike">
              <a:solidFill>
                <a:schemeClr val="lt1"/>
              </a:solidFill>
              <a:latin typeface="Times New Roman"/>
              <a:ea typeface="Times New Roman"/>
              <a:cs typeface="Times New Roman"/>
              <a:sym typeface="Times New Roman"/>
            </a:endParaRPr>
          </a:p>
        </p:txBody>
      </p:sp>
      <p:pic>
        <p:nvPicPr>
          <p:cNvPr id="2740" name="Google Shape;2740;g3d1afc4545f_0_2729"/>
          <p:cNvPicPr preferRelativeResize="0"/>
          <p:nvPr/>
        </p:nvPicPr>
        <p:blipFill rotWithShape="1">
          <a:blip r:embed="rId6">
            <a:alphaModFix/>
          </a:blip>
          <a:srcRect b="0" l="0" r="0" t="0"/>
          <a:stretch/>
        </p:blipFill>
        <p:spPr>
          <a:xfrm>
            <a:off x="10590875" y="6330524"/>
            <a:ext cx="1500023" cy="585000"/>
          </a:xfrm>
          <a:prstGeom prst="rect">
            <a:avLst/>
          </a:prstGeom>
          <a:noFill/>
          <a:ln>
            <a:noFill/>
          </a:ln>
        </p:spPr>
      </p:pic>
      <p:pic>
        <p:nvPicPr>
          <p:cNvPr id="2741" name="Google Shape;2741;g3d1afc4545f_0_2729"/>
          <p:cNvPicPr preferRelativeResize="0"/>
          <p:nvPr/>
        </p:nvPicPr>
        <p:blipFill rotWithShape="1">
          <a:blip r:embed="rId9">
            <a:alphaModFix/>
          </a:blip>
          <a:srcRect b="0" l="0" r="0" t="0"/>
          <a:stretch/>
        </p:blipFill>
        <p:spPr>
          <a:xfrm>
            <a:off x="0" y="6330524"/>
            <a:ext cx="12192000" cy="1165875"/>
          </a:xfrm>
          <a:prstGeom prst="rect">
            <a:avLst/>
          </a:prstGeom>
          <a:noFill/>
          <a:ln>
            <a:noFill/>
          </a:ln>
        </p:spPr>
      </p:pic>
      <p:sp>
        <p:nvSpPr>
          <p:cNvPr id="2742" name="Google Shape;2742;g3d1afc4545f_0_2729"/>
          <p:cNvSpPr txBox="1"/>
          <p:nvPr/>
        </p:nvSpPr>
        <p:spPr>
          <a:xfrm>
            <a:off x="-1" y="6445547"/>
            <a:ext cx="5981100" cy="6465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chemeClr val="dk1"/>
              </a:buClr>
              <a:buSzPts val="1800"/>
              <a:buFont typeface="Arial"/>
              <a:buNone/>
            </a:pPr>
            <a:r>
              <a:rPr lang="en-US" sz="1800">
                <a:solidFill>
                  <a:schemeClr val="lt1"/>
                </a:solidFill>
                <a:latin typeface="Times New Roman"/>
                <a:ea typeface="Times New Roman"/>
                <a:cs typeface="Times New Roman"/>
                <a:sym typeface="Times New Roman"/>
              </a:rPr>
              <a:t>Applied Mathematics for Engineering [MIDTERM PROJECT]</a:t>
            </a:r>
            <a:br>
              <a:rPr b="0" i="0" lang="en-US" sz="1800" u="none" cap="none" strike="noStrike">
                <a:solidFill>
                  <a:schemeClr val="lt1"/>
                </a:solidFill>
                <a:latin typeface="Times New Roman"/>
                <a:ea typeface="Times New Roman"/>
                <a:cs typeface="Times New Roman"/>
                <a:sym typeface="Times New Roman"/>
              </a:rPr>
            </a:br>
            <a:r>
              <a:rPr b="0" i="0" lang="en-US" sz="1800" u="none" cap="none" strike="noStrike">
                <a:solidFill>
                  <a:schemeClr val="lt1"/>
                </a:solidFill>
                <a:latin typeface="Times New Roman"/>
                <a:ea typeface="Times New Roman"/>
                <a:cs typeface="Times New Roman"/>
                <a:sym typeface="Times New Roman"/>
              </a:rPr>
              <a:t>Ronit Dutta</a:t>
            </a:r>
            <a:endParaRPr b="0" i="0" sz="1800" u="none" cap="none" strike="noStrike">
              <a:solidFill>
                <a:schemeClr val="lt1"/>
              </a:solidFill>
              <a:latin typeface="Times New Roman"/>
              <a:ea typeface="Times New Roman"/>
              <a:cs typeface="Times New Roman"/>
              <a:sym typeface="Times New Roman"/>
            </a:endParaRPr>
          </a:p>
        </p:txBody>
      </p:sp>
      <p:pic>
        <p:nvPicPr>
          <p:cNvPr id="2743" name="Google Shape;2743;g3d1afc4545f_0_2729"/>
          <p:cNvPicPr preferRelativeResize="0"/>
          <p:nvPr/>
        </p:nvPicPr>
        <p:blipFill rotWithShape="1">
          <a:blip r:embed="rId6">
            <a:alphaModFix/>
          </a:blip>
          <a:srcRect b="0" l="0" r="0" t="0"/>
          <a:stretch/>
        </p:blipFill>
        <p:spPr>
          <a:xfrm>
            <a:off x="10579375" y="6476299"/>
            <a:ext cx="1500023" cy="585000"/>
          </a:xfrm>
          <a:prstGeom prst="rect">
            <a:avLst/>
          </a:prstGeom>
          <a:noFill/>
          <a:ln>
            <a:noFill/>
          </a:ln>
        </p:spPr>
      </p:pic>
      <p:pic>
        <p:nvPicPr>
          <p:cNvPr id="2744" name="Google Shape;2744;g3d1afc4545f_0_2729"/>
          <p:cNvPicPr preferRelativeResize="0"/>
          <p:nvPr/>
        </p:nvPicPr>
        <p:blipFill rotWithShape="1">
          <a:blip r:embed="rId4">
            <a:alphaModFix/>
          </a:blip>
          <a:srcRect b="0" l="0" r="0" t="0"/>
          <a:stretch/>
        </p:blipFill>
        <p:spPr>
          <a:xfrm>
            <a:off x="10590934" y="6330522"/>
            <a:ext cx="1499906" cy="585000"/>
          </a:xfrm>
          <a:prstGeom prst="rect">
            <a:avLst/>
          </a:prstGeom>
          <a:noFill/>
          <a:ln>
            <a:noFill/>
          </a:ln>
        </p:spPr>
      </p:pic>
      <p:sp>
        <p:nvSpPr>
          <p:cNvPr id="2745" name="Google Shape;2745;g3d1afc4545f_0_2729"/>
          <p:cNvSpPr txBox="1"/>
          <p:nvPr/>
        </p:nvSpPr>
        <p:spPr>
          <a:xfrm>
            <a:off x="-1" y="6288587"/>
            <a:ext cx="5981100" cy="3693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chemeClr val="dk1"/>
              </a:buClr>
              <a:buSzPts val="1800"/>
              <a:buFont typeface="Arial"/>
              <a:buNone/>
            </a:pPr>
            <a:r>
              <a:rPr b="0" i="0" lang="en-US" sz="1800" u="none" cap="none" strike="noStrike">
                <a:solidFill>
                  <a:schemeClr val="lt1"/>
                </a:solidFill>
                <a:latin typeface="Times New Roman"/>
                <a:ea typeface="Times New Roman"/>
                <a:cs typeface="Times New Roman"/>
                <a:sym typeface="Times New Roman"/>
              </a:rPr>
              <a:t>Term Paper Presentation | Ronit Dutta</a:t>
            </a:r>
            <a:endParaRPr b="0" i="0" sz="1800" u="none" cap="none" strike="noStrike">
              <a:solidFill>
                <a:schemeClr val="lt1"/>
              </a:solidFill>
              <a:latin typeface="Times New Roman"/>
              <a:ea typeface="Times New Roman"/>
              <a:cs typeface="Times New Roman"/>
              <a:sym typeface="Times New Roman"/>
            </a:endParaRPr>
          </a:p>
        </p:txBody>
      </p:sp>
      <p:pic>
        <p:nvPicPr>
          <p:cNvPr id="2746" name="Google Shape;2746;g3d1afc4545f_0_2729"/>
          <p:cNvPicPr preferRelativeResize="0"/>
          <p:nvPr/>
        </p:nvPicPr>
        <p:blipFill rotWithShape="1">
          <a:blip r:embed="rId4">
            <a:alphaModFix/>
          </a:blip>
          <a:srcRect b="0" l="0" r="0" t="0"/>
          <a:stretch/>
        </p:blipFill>
        <p:spPr>
          <a:xfrm>
            <a:off x="10590934" y="6330522"/>
            <a:ext cx="1499906" cy="585000"/>
          </a:xfrm>
          <a:prstGeom prst="rect">
            <a:avLst/>
          </a:prstGeom>
          <a:noFill/>
          <a:ln>
            <a:noFill/>
          </a:ln>
        </p:spPr>
      </p:pic>
      <p:sp>
        <p:nvSpPr>
          <p:cNvPr id="2747" name="Google Shape;2747;g3d1afc4545f_0_2729"/>
          <p:cNvSpPr txBox="1"/>
          <p:nvPr/>
        </p:nvSpPr>
        <p:spPr>
          <a:xfrm>
            <a:off x="-1" y="6288587"/>
            <a:ext cx="5981100" cy="3693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chemeClr val="dk1"/>
              </a:buClr>
              <a:buSzPts val="1800"/>
              <a:buFont typeface="Arial"/>
              <a:buNone/>
            </a:pPr>
            <a:r>
              <a:rPr b="0" i="0" lang="en-US" sz="1800" u="none" cap="none" strike="noStrike">
                <a:solidFill>
                  <a:schemeClr val="lt1"/>
                </a:solidFill>
                <a:latin typeface="Times New Roman"/>
                <a:ea typeface="Times New Roman"/>
                <a:cs typeface="Times New Roman"/>
                <a:sym typeface="Times New Roman"/>
              </a:rPr>
              <a:t>Term Paper Presentation | Ronit Dutta</a:t>
            </a:r>
            <a:endParaRPr b="0" i="0" sz="1800" u="none" cap="none" strike="noStrike">
              <a:solidFill>
                <a:schemeClr val="lt1"/>
              </a:solidFill>
              <a:latin typeface="Times New Roman"/>
              <a:ea typeface="Times New Roman"/>
              <a:cs typeface="Times New Roman"/>
              <a:sym typeface="Times New Roman"/>
            </a:endParaRPr>
          </a:p>
        </p:txBody>
      </p:sp>
      <p:pic>
        <p:nvPicPr>
          <p:cNvPr id="2748" name="Google Shape;2748;g3d1afc4545f_0_2729"/>
          <p:cNvPicPr preferRelativeResize="0"/>
          <p:nvPr/>
        </p:nvPicPr>
        <p:blipFill rotWithShape="1">
          <a:blip r:embed="rId4">
            <a:alphaModFix/>
          </a:blip>
          <a:srcRect b="0" l="0" r="0" t="0"/>
          <a:stretch/>
        </p:blipFill>
        <p:spPr>
          <a:xfrm>
            <a:off x="10590934" y="6330522"/>
            <a:ext cx="1499906" cy="585000"/>
          </a:xfrm>
          <a:prstGeom prst="rect">
            <a:avLst/>
          </a:prstGeom>
          <a:noFill/>
          <a:ln>
            <a:noFill/>
          </a:ln>
        </p:spPr>
      </p:pic>
      <p:sp>
        <p:nvSpPr>
          <p:cNvPr id="2749" name="Google Shape;2749;g3d1afc4545f_0_2729"/>
          <p:cNvSpPr txBox="1"/>
          <p:nvPr/>
        </p:nvSpPr>
        <p:spPr>
          <a:xfrm>
            <a:off x="-1" y="6288587"/>
            <a:ext cx="5981100" cy="6465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chemeClr val="dk1"/>
              </a:buClr>
              <a:buSzPts val="1800"/>
              <a:buFont typeface="Arial"/>
              <a:buNone/>
            </a:pPr>
            <a:r>
              <a:rPr b="0" i="0" lang="en-US" sz="1800" u="none" cap="none" strike="noStrike">
                <a:solidFill>
                  <a:schemeClr val="lt1"/>
                </a:solidFill>
                <a:latin typeface="Times New Roman"/>
                <a:ea typeface="Times New Roman"/>
                <a:cs typeface="Times New Roman"/>
                <a:sym typeface="Times New Roman"/>
              </a:rPr>
              <a:t>Machine Learning Professional</a:t>
            </a:r>
            <a:br>
              <a:rPr b="0" i="0" lang="en-US" sz="1800" u="none" cap="none" strike="noStrike">
                <a:solidFill>
                  <a:schemeClr val="lt1"/>
                </a:solidFill>
                <a:latin typeface="Times New Roman"/>
                <a:ea typeface="Times New Roman"/>
                <a:cs typeface="Times New Roman"/>
                <a:sym typeface="Times New Roman"/>
              </a:rPr>
            </a:br>
            <a:r>
              <a:rPr b="0" i="0" lang="en-US" sz="1800" u="none" cap="none" strike="noStrike">
                <a:solidFill>
                  <a:schemeClr val="lt1"/>
                </a:solidFill>
                <a:latin typeface="Times New Roman"/>
                <a:ea typeface="Times New Roman"/>
                <a:cs typeface="Times New Roman"/>
                <a:sym typeface="Times New Roman"/>
              </a:rPr>
              <a:t>Project Presentation</a:t>
            </a:r>
            <a:endParaRPr b="0" i="0" sz="1800" u="none" cap="none" strike="noStrike">
              <a:solidFill>
                <a:schemeClr val="lt1"/>
              </a:solidFill>
              <a:latin typeface="Times New Roman"/>
              <a:ea typeface="Times New Roman"/>
              <a:cs typeface="Times New Roman"/>
              <a:sym typeface="Times New Roman"/>
            </a:endParaRPr>
          </a:p>
        </p:txBody>
      </p:sp>
      <p:pic>
        <p:nvPicPr>
          <p:cNvPr id="2750" name="Google Shape;2750;g3d1afc4545f_0_2729"/>
          <p:cNvPicPr preferRelativeResize="0"/>
          <p:nvPr/>
        </p:nvPicPr>
        <p:blipFill rotWithShape="1">
          <a:blip r:embed="rId6">
            <a:alphaModFix/>
          </a:blip>
          <a:srcRect b="0" l="0" r="0" t="0"/>
          <a:stretch/>
        </p:blipFill>
        <p:spPr>
          <a:xfrm>
            <a:off x="10590875" y="6341462"/>
            <a:ext cx="1500023" cy="585000"/>
          </a:xfrm>
          <a:prstGeom prst="rect">
            <a:avLst/>
          </a:prstGeom>
          <a:noFill/>
          <a:ln>
            <a:noFill/>
          </a:ln>
        </p:spPr>
      </p:pic>
      <p:sp>
        <p:nvSpPr>
          <p:cNvPr id="2751" name="Google Shape;2751;g3d1afc4545f_0_2729"/>
          <p:cNvSpPr txBox="1"/>
          <p:nvPr/>
        </p:nvSpPr>
        <p:spPr>
          <a:xfrm>
            <a:off x="-1" y="6288587"/>
            <a:ext cx="5981100" cy="6465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chemeClr val="dk1"/>
              </a:buClr>
              <a:buSzPts val="1800"/>
              <a:buFont typeface="Arial"/>
              <a:buNone/>
            </a:pPr>
            <a:r>
              <a:rPr b="0" i="0" lang="en-US" sz="1800" u="none" cap="none" strike="noStrike">
                <a:solidFill>
                  <a:schemeClr val="lt1"/>
                </a:solidFill>
                <a:latin typeface="Times New Roman"/>
                <a:ea typeface="Times New Roman"/>
                <a:cs typeface="Times New Roman"/>
                <a:sym typeface="Times New Roman"/>
              </a:rPr>
              <a:t>Machine Learning Professional</a:t>
            </a:r>
            <a:br>
              <a:rPr b="0" i="0" lang="en-US" sz="1800" u="none" cap="none" strike="noStrike">
                <a:solidFill>
                  <a:schemeClr val="lt1"/>
                </a:solidFill>
                <a:latin typeface="Times New Roman"/>
                <a:ea typeface="Times New Roman"/>
                <a:cs typeface="Times New Roman"/>
                <a:sym typeface="Times New Roman"/>
              </a:rPr>
            </a:br>
            <a:r>
              <a:rPr b="0" i="0" lang="en-US" sz="1800" u="none" cap="none" strike="noStrike">
                <a:solidFill>
                  <a:schemeClr val="lt1"/>
                </a:solidFill>
                <a:latin typeface="Times New Roman"/>
                <a:ea typeface="Times New Roman"/>
                <a:cs typeface="Times New Roman"/>
                <a:sym typeface="Times New Roman"/>
              </a:rPr>
              <a:t>Project Presentation</a:t>
            </a:r>
            <a:endParaRPr b="0" i="0" sz="1800" u="none" cap="none" strike="noStrike">
              <a:solidFill>
                <a:schemeClr val="lt1"/>
              </a:solidFill>
              <a:latin typeface="Times New Roman"/>
              <a:ea typeface="Times New Roman"/>
              <a:cs typeface="Times New Roman"/>
              <a:sym typeface="Times New Roman"/>
            </a:endParaRPr>
          </a:p>
        </p:txBody>
      </p:sp>
      <p:pic>
        <p:nvPicPr>
          <p:cNvPr id="2752" name="Google Shape;2752;g3d1afc4545f_0_2729"/>
          <p:cNvPicPr preferRelativeResize="0"/>
          <p:nvPr/>
        </p:nvPicPr>
        <p:blipFill rotWithShape="1">
          <a:blip r:embed="rId6">
            <a:alphaModFix/>
          </a:blip>
          <a:srcRect b="0" l="0" r="0" t="0"/>
          <a:stretch/>
        </p:blipFill>
        <p:spPr>
          <a:xfrm>
            <a:off x="10590875" y="6330524"/>
            <a:ext cx="1500023" cy="585000"/>
          </a:xfrm>
          <a:prstGeom prst="rect">
            <a:avLst/>
          </a:prstGeom>
          <a:noFill/>
          <a:ln>
            <a:noFill/>
          </a:ln>
        </p:spPr>
      </p:pic>
      <p:sp>
        <p:nvSpPr>
          <p:cNvPr id="2753" name="Google Shape;2753;g3d1afc4545f_0_2729"/>
          <p:cNvSpPr txBox="1"/>
          <p:nvPr/>
        </p:nvSpPr>
        <p:spPr>
          <a:xfrm>
            <a:off x="-1" y="6234672"/>
            <a:ext cx="5981100" cy="6465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chemeClr val="dk1"/>
              </a:buClr>
              <a:buSzPts val="1800"/>
              <a:buFont typeface="Arial"/>
              <a:buNone/>
            </a:pPr>
            <a:r>
              <a:rPr b="0" i="0" lang="en-US" sz="1800" u="none" cap="none" strike="noStrike">
                <a:solidFill>
                  <a:schemeClr val="lt1"/>
                </a:solidFill>
                <a:latin typeface="Times New Roman"/>
                <a:ea typeface="Times New Roman"/>
                <a:cs typeface="Times New Roman"/>
                <a:sym typeface="Times New Roman"/>
              </a:rPr>
              <a:t>Machine Learning Professional</a:t>
            </a:r>
            <a:br>
              <a:rPr b="0" i="0" lang="en-US" sz="1800" u="none" cap="none" strike="noStrike">
                <a:solidFill>
                  <a:schemeClr val="lt1"/>
                </a:solidFill>
                <a:latin typeface="Times New Roman"/>
                <a:ea typeface="Times New Roman"/>
                <a:cs typeface="Times New Roman"/>
                <a:sym typeface="Times New Roman"/>
              </a:rPr>
            </a:br>
            <a:r>
              <a:rPr b="0" i="0" lang="en-US" sz="1800" u="none" cap="none" strike="noStrike">
                <a:solidFill>
                  <a:schemeClr val="lt1"/>
                </a:solidFill>
                <a:latin typeface="Times New Roman"/>
                <a:ea typeface="Times New Roman"/>
                <a:cs typeface="Times New Roman"/>
                <a:sym typeface="Times New Roman"/>
              </a:rPr>
              <a:t>Project Presentation</a:t>
            </a:r>
            <a:endParaRPr b="0" i="0" sz="1800" u="none" cap="none" strike="noStrike">
              <a:solidFill>
                <a:schemeClr val="lt1"/>
              </a:solidFill>
              <a:latin typeface="Times New Roman"/>
              <a:ea typeface="Times New Roman"/>
              <a:cs typeface="Times New Roman"/>
              <a:sym typeface="Times New Roman"/>
            </a:endParaRPr>
          </a:p>
        </p:txBody>
      </p:sp>
      <p:pic>
        <p:nvPicPr>
          <p:cNvPr id="2754" name="Google Shape;2754;g3d1afc4545f_0_2729"/>
          <p:cNvPicPr preferRelativeResize="0"/>
          <p:nvPr/>
        </p:nvPicPr>
        <p:blipFill rotWithShape="1">
          <a:blip r:embed="rId6">
            <a:alphaModFix/>
          </a:blip>
          <a:srcRect b="0" l="0" r="0" t="0"/>
          <a:stretch/>
        </p:blipFill>
        <p:spPr>
          <a:xfrm>
            <a:off x="10590875" y="6330524"/>
            <a:ext cx="1500023" cy="585000"/>
          </a:xfrm>
          <a:prstGeom prst="rect">
            <a:avLst/>
          </a:prstGeom>
          <a:noFill/>
          <a:ln>
            <a:noFill/>
          </a:ln>
        </p:spPr>
      </p:pic>
      <p:sp>
        <p:nvSpPr>
          <p:cNvPr id="2755" name="Google Shape;2755;g3d1afc4545f_0_2729"/>
          <p:cNvSpPr txBox="1"/>
          <p:nvPr/>
        </p:nvSpPr>
        <p:spPr>
          <a:xfrm>
            <a:off x="-1" y="6234672"/>
            <a:ext cx="5981100" cy="6465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chemeClr val="dk1"/>
              </a:buClr>
              <a:buSzPts val="1800"/>
              <a:buFont typeface="Arial"/>
              <a:buNone/>
            </a:pPr>
            <a:r>
              <a:rPr b="0" i="0" lang="en-US" sz="1800" u="none" cap="none" strike="noStrike">
                <a:solidFill>
                  <a:schemeClr val="lt1"/>
                </a:solidFill>
                <a:latin typeface="Times New Roman"/>
                <a:ea typeface="Times New Roman"/>
                <a:cs typeface="Times New Roman"/>
                <a:sym typeface="Times New Roman"/>
              </a:rPr>
              <a:t>Machine Learning Professional</a:t>
            </a:r>
            <a:br>
              <a:rPr b="0" i="0" lang="en-US" sz="1800" u="none" cap="none" strike="noStrike">
                <a:solidFill>
                  <a:schemeClr val="lt1"/>
                </a:solidFill>
                <a:latin typeface="Times New Roman"/>
                <a:ea typeface="Times New Roman"/>
                <a:cs typeface="Times New Roman"/>
                <a:sym typeface="Times New Roman"/>
              </a:rPr>
            </a:br>
            <a:r>
              <a:rPr b="0" i="0" lang="en-US" sz="1800" u="none" cap="none" strike="noStrike">
                <a:solidFill>
                  <a:schemeClr val="lt1"/>
                </a:solidFill>
                <a:latin typeface="Times New Roman"/>
                <a:ea typeface="Times New Roman"/>
                <a:cs typeface="Times New Roman"/>
                <a:sym typeface="Times New Roman"/>
              </a:rPr>
              <a:t>Project Presentation</a:t>
            </a:r>
            <a:endParaRPr b="0" i="0" sz="1800" u="none" cap="none" strike="noStrike">
              <a:solidFill>
                <a:schemeClr val="lt1"/>
              </a:solidFill>
              <a:latin typeface="Times New Roman"/>
              <a:ea typeface="Times New Roman"/>
              <a:cs typeface="Times New Roman"/>
              <a:sym typeface="Times New Roman"/>
            </a:endParaRPr>
          </a:p>
        </p:txBody>
      </p:sp>
      <p:pic>
        <p:nvPicPr>
          <p:cNvPr id="2756" name="Google Shape;2756;g3d1afc4545f_0_2729"/>
          <p:cNvPicPr preferRelativeResize="0"/>
          <p:nvPr/>
        </p:nvPicPr>
        <p:blipFill rotWithShape="1">
          <a:blip r:embed="rId6">
            <a:alphaModFix/>
          </a:blip>
          <a:srcRect b="0" l="0" r="0" t="0"/>
          <a:stretch/>
        </p:blipFill>
        <p:spPr>
          <a:xfrm>
            <a:off x="10590875" y="6330524"/>
            <a:ext cx="1500023" cy="585000"/>
          </a:xfrm>
          <a:prstGeom prst="rect">
            <a:avLst/>
          </a:prstGeom>
          <a:noFill/>
          <a:ln>
            <a:noFill/>
          </a:ln>
        </p:spPr>
      </p:pic>
      <p:sp>
        <p:nvSpPr>
          <p:cNvPr id="2757" name="Google Shape;2757;g3d1afc4545f_0_2729"/>
          <p:cNvSpPr txBox="1"/>
          <p:nvPr/>
        </p:nvSpPr>
        <p:spPr>
          <a:xfrm>
            <a:off x="-1" y="6234672"/>
            <a:ext cx="5981100" cy="6465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chemeClr val="dk1"/>
              </a:buClr>
              <a:buSzPts val="1800"/>
              <a:buFont typeface="Arial"/>
              <a:buNone/>
            </a:pPr>
            <a:r>
              <a:rPr b="0" i="0" lang="en-US" sz="1800" u="none" cap="none" strike="noStrike">
                <a:solidFill>
                  <a:schemeClr val="lt1"/>
                </a:solidFill>
                <a:latin typeface="Times New Roman"/>
                <a:ea typeface="Times New Roman"/>
                <a:cs typeface="Times New Roman"/>
                <a:sym typeface="Times New Roman"/>
              </a:rPr>
              <a:t>Nanoelectronics - Seminar Presentation</a:t>
            </a:r>
            <a:br>
              <a:rPr b="0" i="0" lang="en-US" sz="1800" u="none" cap="none" strike="noStrike">
                <a:solidFill>
                  <a:schemeClr val="lt1"/>
                </a:solidFill>
                <a:latin typeface="Times New Roman"/>
                <a:ea typeface="Times New Roman"/>
                <a:cs typeface="Times New Roman"/>
                <a:sym typeface="Times New Roman"/>
              </a:rPr>
            </a:br>
            <a:r>
              <a:rPr b="0" i="0" lang="en-US" sz="1800" u="none" cap="none" strike="noStrike">
                <a:solidFill>
                  <a:schemeClr val="lt1"/>
                </a:solidFill>
                <a:latin typeface="Times New Roman"/>
                <a:ea typeface="Times New Roman"/>
                <a:cs typeface="Times New Roman"/>
                <a:sym typeface="Times New Roman"/>
              </a:rPr>
              <a:t>Ronit Dutta</a:t>
            </a:r>
            <a:endParaRPr b="0" i="0" sz="1800" u="none" cap="none" strike="noStrike">
              <a:solidFill>
                <a:schemeClr val="lt1"/>
              </a:solidFill>
              <a:latin typeface="Times New Roman"/>
              <a:ea typeface="Times New Roman"/>
              <a:cs typeface="Times New Roman"/>
              <a:sym typeface="Times New Roman"/>
            </a:endParaRPr>
          </a:p>
        </p:txBody>
      </p:sp>
      <p:pic>
        <p:nvPicPr>
          <p:cNvPr id="2758" name="Google Shape;2758;g3d1afc4545f_0_2729"/>
          <p:cNvPicPr preferRelativeResize="0"/>
          <p:nvPr/>
        </p:nvPicPr>
        <p:blipFill rotWithShape="1">
          <a:blip r:embed="rId6">
            <a:alphaModFix/>
          </a:blip>
          <a:srcRect b="0" l="0" r="0" t="0"/>
          <a:stretch/>
        </p:blipFill>
        <p:spPr>
          <a:xfrm>
            <a:off x="10590875" y="6330524"/>
            <a:ext cx="1500023" cy="585000"/>
          </a:xfrm>
          <a:prstGeom prst="rect">
            <a:avLst/>
          </a:prstGeom>
          <a:noFill/>
          <a:ln>
            <a:noFill/>
          </a:ln>
        </p:spPr>
      </p:pic>
      <p:pic>
        <p:nvPicPr>
          <p:cNvPr id="2759" name="Google Shape;2759;g3d1afc4545f_0_2729"/>
          <p:cNvPicPr preferRelativeResize="0"/>
          <p:nvPr/>
        </p:nvPicPr>
        <p:blipFill rotWithShape="1">
          <a:blip r:embed="rId4">
            <a:alphaModFix/>
          </a:blip>
          <a:srcRect b="0" l="0" r="0" t="0"/>
          <a:stretch/>
        </p:blipFill>
        <p:spPr>
          <a:xfrm>
            <a:off x="10590934" y="6330522"/>
            <a:ext cx="1499906" cy="585000"/>
          </a:xfrm>
          <a:prstGeom prst="rect">
            <a:avLst/>
          </a:prstGeom>
          <a:noFill/>
          <a:ln>
            <a:noFill/>
          </a:ln>
        </p:spPr>
      </p:pic>
      <p:sp>
        <p:nvSpPr>
          <p:cNvPr id="2760" name="Google Shape;2760;g3d1afc4545f_0_2729"/>
          <p:cNvSpPr txBox="1"/>
          <p:nvPr/>
        </p:nvSpPr>
        <p:spPr>
          <a:xfrm>
            <a:off x="-1" y="6288587"/>
            <a:ext cx="5981100" cy="3693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chemeClr val="dk1"/>
              </a:buClr>
              <a:buSzPts val="1800"/>
              <a:buFont typeface="Arial"/>
              <a:buNone/>
            </a:pPr>
            <a:r>
              <a:rPr b="0" i="0" lang="en-US" sz="1800" u="none" cap="none" strike="noStrike">
                <a:solidFill>
                  <a:schemeClr val="lt1"/>
                </a:solidFill>
                <a:latin typeface="Times New Roman"/>
                <a:ea typeface="Times New Roman"/>
                <a:cs typeface="Times New Roman"/>
                <a:sym typeface="Times New Roman"/>
              </a:rPr>
              <a:t>Term Paper Presentation | Ronit Dutta</a:t>
            </a:r>
            <a:endParaRPr b="0" i="0" sz="1800" u="none" cap="none" strike="noStrike">
              <a:solidFill>
                <a:schemeClr val="lt1"/>
              </a:solidFill>
              <a:latin typeface="Times New Roman"/>
              <a:ea typeface="Times New Roman"/>
              <a:cs typeface="Times New Roman"/>
              <a:sym typeface="Times New Roman"/>
            </a:endParaRPr>
          </a:p>
        </p:txBody>
      </p:sp>
      <p:pic>
        <p:nvPicPr>
          <p:cNvPr id="2761" name="Google Shape;2761;g3d1afc4545f_0_2729"/>
          <p:cNvPicPr preferRelativeResize="0"/>
          <p:nvPr/>
        </p:nvPicPr>
        <p:blipFill rotWithShape="1">
          <a:blip r:embed="rId4">
            <a:alphaModFix/>
          </a:blip>
          <a:srcRect b="0" l="0" r="0" t="0"/>
          <a:stretch/>
        </p:blipFill>
        <p:spPr>
          <a:xfrm>
            <a:off x="10590934" y="6330522"/>
            <a:ext cx="1499906" cy="585000"/>
          </a:xfrm>
          <a:prstGeom prst="rect">
            <a:avLst/>
          </a:prstGeom>
          <a:noFill/>
          <a:ln>
            <a:noFill/>
          </a:ln>
        </p:spPr>
      </p:pic>
      <p:sp>
        <p:nvSpPr>
          <p:cNvPr id="2762" name="Google Shape;2762;g3d1afc4545f_0_2729"/>
          <p:cNvSpPr txBox="1"/>
          <p:nvPr/>
        </p:nvSpPr>
        <p:spPr>
          <a:xfrm>
            <a:off x="-1" y="6288587"/>
            <a:ext cx="5981100" cy="3693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chemeClr val="dk1"/>
              </a:buClr>
              <a:buSzPts val="1800"/>
              <a:buFont typeface="Arial"/>
              <a:buNone/>
            </a:pPr>
            <a:r>
              <a:rPr b="0" i="0" lang="en-US" sz="1800" u="none" cap="none" strike="noStrike">
                <a:solidFill>
                  <a:schemeClr val="lt1"/>
                </a:solidFill>
                <a:latin typeface="Times New Roman"/>
                <a:ea typeface="Times New Roman"/>
                <a:cs typeface="Times New Roman"/>
                <a:sym typeface="Times New Roman"/>
              </a:rPr>
              <a:t>Term Paper Presentation | Ronit Dutta</a:t>
            </a:r>
            <a:endParaRPr b="0" i="0" sz="1800" u="none" cap="none" strike="noStrike">
              <a:solidFill>
                <a:schemeClr val="lt1"/>
              </a:solidFill>
              <a:latin typeface="Times New Roman"/>
              <a:ea typeface="Times New Roman"/>
              <a:cs typeface="Times New Roman"/>
              <a:sym typeface="Times New Roman"/>
            </a:endParaRPr>
          </a:p>
        </p:txBody>
      </p:sp>
      <p:pic>
        <p:nvPicPr>
          <p:cNvPr id="2763" name="Google Shape;2763;g3d1afc4545f_0_2729"/>
          <p:cNvPicPr preferRelativeResize="0"/>
          <p:nvPr/>
        </p:nvPicPr>
        <p:blipFill rotWithShape="1">
          <a:blip r:embed="rId4">
            <a:alphaModFix/>
          </a:blip>
          <a:srcRect b="0" l="0" r="0" t="0"/>
          <a:stretch/>
        </p:blipFill>
        <p:spPr>
          <a:xfrm>
            <a:off x="10590934" y="6330522"/>
            <a:ext cx="1499906" cy="585000"/>
          </a:xfrm>
          <a:prstGeom prst="rect">
            <a:avLst/>
          </a:prstGeom>
          <a:noFill/>
          <a:ln>
            <a:noFill/>
          </a:ln>
        </p:spPr>
      </p:pic>
      <p:sp>
        <p:nvSpPr>
          <p:cNvPr id="2764" name="Google Shape;2764;g3d1afc4545f_0_2729"/>
          <p:cNvSpPr txBox="1"/>
          <p:nvPr/>
        </p:nvSpPr>
        <p:spPr>
          <a:xfrm>
            <a:off x="-1" y="6288587"/>
            <a:ext cx="5981100" cy="6465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chemeClr val="dk1"/>
              </a:buClr>
              <a:buSzPts val="1800"/>
              <a:buFont typeface="Arial"/>
              <a:buNone/>
            </a:pPr>
            <a:r>
              <a:rPr b="0" i="0" lang="en-US" sz="1800" u="none" cap="none" strike="noStrike">
                <a:solidFill>
                  <a:schemeClr val="lt1"/>
                </a:solidFill>
                <a:latin typeface="Times New Roman"/>
                <a:ea typeface="Times New Roman"/>
                <a:cs typeface="Times New Roman"/>
                <a:sym typeface="Times New Roman"/>
              </a:rPr>
              <a:t>Machine Learning Professional</a:t>
            </a:r>
            <a:br>
              <a:rPr b="0" i="0" lang="en-US" sz="1800" u="none" cap="none" strike="noStrike">
                <a:solidFill>
                  <a:schemeClr val="lt1"/>
                </a:solidFill>
                <a:latin typeface="Times New Roman"/>
                <a:ea typeface="Times New Roman"/>
                <a:cs typeface="Times New Roman"/>
                <a:sym typeface="Times New Roman"/>
              </a:rPr>
            </a:br>
            <a:r>
              <a:rPr b="0" i="0" lang="en-US" sz="1800" u="none" cap="none" strike="noStrike">
                <a:solidFill>
                  <a:schemeClr val="lt1"/>
                </a:solidFill>
                <a:latin typeface="Times New Roman"/>
                <a:ea typeface="Times New Roman"/>
                <a:cs typeface="Times New Roman"/>
                <a:sym typeface="Times New Roman"/>
              </a:rPr>
              <a:t>Project Presentation</a:t>
            </a:r>
            <a:endParaRPr b="0" i="0" sz="1800" u="none" cap="none" strike="noStrike">
              <a:solidFill>
                <a:schemeClr val="lt1"/>
              </a:solidFill>
              <a:latin typeface="Times New Roman"/>
              <a:ea typeface="Times New Roman"/>
              <a:cs typeface="Times New Roman"/>
              <a:sym typeface="Times New Roman"/>
            </a:endParaRPr>
          </a:p>
        </p:txBody>
      </p:sp>
      <p:pic>
        <p:nvPicPr>
          <p:cNvPr id="2765" name="Google Shape;2765;g3d1afc4545f_0_2729"/>
          <p:cNvPicPr preferRelativeResize="0"/>
          <p:nvPr/>
        </p:nvPicPr>
        <p:blipFill rotWithShape="1">
          <a:blip r:embed="rId6">
            <a:alphaModFix/>
          </a:blip>
          <a:srcRect b="0" l="0" r="0" t="0"/>
          <a:stretch/>
        </p:blipFill>
        <p:spPr>
          <a:xfrm>
            <a:off x="10590875" y="6341462"/>
            <a:ext cx="1500023" cy="585000"/>
          </a:xfrm>
          <a:prstGeom prst="rect">
            <a:avLst/>
          </a:prstGeom>
          <a:noFill/>
          <a:ln>
            <a:noFill/>
          </a:ln>
        </p:spPr>
      </p:pic>
      <p:sp>
        <p:nvSpPr>
          <p:cNvPr id="2766" name="Google Shape;2766;g3d1afc4545f_0_2729"/>
          <p:cNvSpPr txBox="1"/>
          <p:nvPr/>
        </p:nvSpPr>
        <p:spPr>
          <a:xfrm>
            <a:off x="-1" y="6288587"/>
            <a:ext cx="5981100" cy="6465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chemeClr val="dk1"/>
              </a:buClr>
              <a:buSzPts val="1800"/>
              <a:buFont typeface="Arial"/>
              <a:buNone/>
            </a:pPr>
            <a:r>
              <a:rPr b="0" i="0" lang="en-US" sz="1800" u="none" cap="none" strike="noStrike">
                <a:solidFill>
                  <a:schemeClr val="lt1"/>
                </a:solidFill>
                <a:latin typeface="Times New Roman"/>
                <a:ea typeface="Times New Roman"/>
                <a:cs typeface="Times New Roman"/>
                <a:sym typeface="Times New Roman"/>
              </a:rPr>
              <a:t>Machine Learning Professional</a:t>
            </a:r>
            <a:br>
              <a:rPr b="0" i="0" lang="en-US" sz="1800" u="none" cap="none" strike="noStrike">
                <a:solidFill>
                  <a:schemeClr val="lt1"/>
                </a:solidFill>
                <a:latin typeface="Times New Roman"/>
                <a:ea typeface="Times New Roman"/>
                <a:cs typeface="Times New Roman"/>
                <a:sym typeface="Times New Roman"/>
              </a:rPr>
            </a:br>
            <a:r>
              <a:rPr b="0" i="0" lang="en-US" sz="1800" u="none" cap="none" strike="noStrike">
                <a:solidFill>
                  <a:schemeClr val="lt1"/>
                </a:solidFill>
                <a:latin typeface="Times New Roman"/>
                <a:ea typeface="Times New Roman"/>
                <a:cs typeface="Times New Roman"/>
                <a:sym typeface="Times New Roman"/>
              </a:rPr>
              <a:t>Project Presentation</a:t>
            </a:r>
            <a:endParaRPr b="0" i="0" sz="1800" u="none" cap="none" strike="noStrike">
              <a:solidFill>
                <a:schemeClr val="lt1"/>
              </a:solidFill>
              <a:latin typeface="Times New Roman"/>
              <a:ea typeface="Times New Roman"/>
              <a:cs typeface="Times New Roman"/>
              <a:sym typeface="Times New Roman"/>
            </a:endParaRPr>
          </a:p>
        </p:txBody>
      </p:sp>
      <p:pic>
        <p:nvPicPr>
          <p:cNvPr id="2767" name="Google Shape;2767;g3d1afc4545f_0_2729"/>
          <p:cNvPicPr preferRelativeResize="0"/>
          <p:nvPr/>
        </p:nvPicPr>
        <p:blipFill rotWithShape="1">
          <a:blip r:embed="rId6">
            <a:alphaModFix/>
          </a:blip>
          <a:srcRect b="0" l="0" r="0" t="0"/>
          <a:stretch/>
        </p:blipFill>
        <p:spPr>
          <a:xfrm>
            <a:off x="10590875" y="6330524"/>
            <a:ext cx="1500023" cy="585000"/>
          </a:xfrm>
          <a:prstGeom prst="rect">
            <a:avLst/>
          </a:prstGeom>
          <a:noFill/>
          <a:ln>
            <a:noFill/>
          </a:ln>
        </p:spPr>
      </p:pic>
      <p:sp>
        <p:nvSpPr>
          <p:cNvPr id="2768" name="Google Shape;2768;g3d1afc4545f_0_2729"/>
          <p:cNvSpPr txBox="1"/>
          <p:nvPr/>
        </p:nvSpPr>
        <p:spPr>
          <a:xfrm>
            <a:off x="-1" y="6234672"/>
            <a:ext cx="5981100" cy="6465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chemeClr val="dk1"/>
              </a:buClr>
              <a:buSzPts val="1800"/>
              <a:buFont typeface="Arial"/>
              <a:buNone/>
            </a:pPr>
            <a:r>
              <a:rPr b="0" i="0" lang="en-US" sz="1800" u="none" cap="none" strike="noStrike">
                <a:solidFill>
                  <a:schemeClr val="lt1"/>
                </a:solidFill>
                <a:latin typeface="Times New Roman"/>
                <a:ea typeface="Times New Roman"/>
                <a:cs typeface="Times New Roman"/>
                <a:sym typeface="Times New Roman"/>
              </a:rPr>
              <a:t>Machine Learning Professional</a:t>
            </a:r>
            <a:br>
              <a:rPr b="0" i="0" lang="en-US" sz="1800" u="none" cap="none" strike="noStrike">
                <a:solidFill>
                  <a:schemeClr val="lt1"/>
                </a:solidFill>
                <a:latin typeface="Times New Roman"/>
                <a:ea typeface="Times New Roman"/>
                <a:cs typeface="Times New Roman"/>
                <a:sym typeface="Times New Roman"/>
              </a:rPr>
            </a:br>
            <a:r>
              <a:rPr b="0" i="0" lang="en-US" sz="1800" u="none" cap="none" strike="noStrike">
                <a:solidFill>
                  <a:schemeClr val="lt1"/>
                </a:solidFill>
                <a:latin typeface="Times New Roman"/>
                <a:ea typeface="Times New Roman"/>
                <a:cs typeface="Times New Roman"/>
                <a:sym typeface="Times New Roman"/>
              </a:rPr>
              <a:t>Project Presentation</a:t>
            </a:r>
            <a:endParaRPr b="0" i="0" sz="1800" u="none" cap="none" strike="noStrike">
              <a:solidFill>
                <a:schemeClr val="lt1"/>
              </a:solidFill>
              <a:latin typeface="Times New Roman"/>
              <a:ea typeface="Times New Roman"/>
              <a:cs typeface="Times New Roman"/>
              <a:sym typeface="Times New Roman"/>
            </a:endParaRPr>
          </a:p>
        </p:txBody>
      </p:sp>
      <p:pic>
        <p:nvPicPr>
          <p:cNvPr id="2769" name="Google Shape;2769;g3d1afc4545f_0_2729"/>
          <p:cNvPicPr preferRelativeResize="0"/>
          <p:nvPr/>
        </p:nvPicPr>
        <p:blipFill rotWithShape="1">
          <a:blip r:embed="rId6">
            <a:alphaModFix/>
          </a:blip>
          <a:srcRect b="0" l="0" r="0" t="0"/>
          <a:stretch/>
        </p:blipFill>
        <p:spPr>
          <a:xfrm>
            <a:off x="10590875" y="6330524"/>
            <a:ext cx="1500023" cy="585000"/>
          </a:xfrm>
          <a:prstGeom prst="rect">
            <a:avLst/>
          </a:prstGeom>
          <a:noFill/>
          <a:ln>
            <a:noFill/>
          </a:ln>
        </p:spPr>
      </p:pic>
      <p:sp>
        <p:nvSpPr>
          <p:cNvPr id="2770" name="Google Shape;2770;g3d1afc4545f_0_2729"/>
          <p:cNvSpPr txBox="1"/>
          <p:nvPr/>
        </p:nvSpPr>
        <p:spPr>
          <a:xfrm>
            <a:off x="-1" y="6234672"/>
            <a:ext cx="5981100" cy="6465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chemeClr val="dk1"/>
              </a:buClr>
              <a:buSzPts val="1800"/>
              <a:buFont typeface="Arial"/>
              <a:buNone/>
            </a:pPr>
            <a:r>
              <a:rPr b="0" i="0" lang="en-US" sz="1800" u="none" cap="none" strike="noStrike">
                <a:solidFill>
                  <a:schemeClr val="lt1"/>
                </a:solidFill>
                <a:latin typeface="Times New Roman"/>
                <a:ea typeface="Times New Roman"/>
                <a:cs typeface="Times New Roman"/>
                <a:sym typeface="Times New Roman"/>
              </a:rPr>
              <a:t>Machine Learning Professional</a:t>
            </a:r>
            <a:br>
              <a:rPr b="0" i="0" lang="en-US" sz="1800" u="none" cap="none" strike="noStrike">
                <a:solidFill>
                  <a:schemeClr val="lt1"/>
                </a:solidFill>
                <a:latin typeface="Times New Roman"/>
                <a:ea typeface="Times New Roman"/>
                <a:cs typeface="Times New Roman"/>
                <a:sym typeface="Times New Roman"/>
              </a:rPr>
            </a:br>
            <a:r>
              <a:rPr b="0" i="0" lang="en-US" sz="1800" u="none" cap="none" strike="noStrike">
                <a:solidFill>
                  <a:schemeClr val="lt1"/>
                </a:solidFill>
                <a:latin typeface="Times New Roman"/>
                <a:ea typeface="Times New Roman"/>
                <a:cs typeface="Times New Roman"/>
                <a:sym typeface="Times New Roman"/>
              </a:rPr>
              <a:t>Project Presentation</a:t>
            </a:r>
            <a:endParaRPr b="0" i="0" sz="1800" u="none" cap="none" strike="noStrike">
              <a:solidFill>
                <a:schemeClr val="lt1"/>
              </a:solidFill>
              <a:latin typeface="Times New Roman"/>
              <a:ea typeface="Times New Roman"/>
              <a:cs typeface="Times New Roman"/>
              <a:sym typeface="Times New Roman"/>
            </a:endParaRPr>
          </a:p>
        </p:txBody>
      </p:sp>
      <p:pic>
        <p:nvPicPr>
          <p:cNvPr id="2771" name="Google Shape;2771;g3d1afc4545f_0_2729"/>
          <p:cNvPicPr preferRelativeResize="0"/>
          <p:nvPr/>
        </p:nvPicPr>
        <p:blipFill rotWithShape="1">
          <a:blip r:embed="rId6">
            <a:alphaModFix/>
          </a:blip>
          <a:srcRect b="0" l="0" r="0" t="0"/>
          <a:stretch/>
        </p:blipFill>
        <p:spPr>
          <a:xfrm>
            <a:off x="10590875" y="6330524"/>
            <a:ext cx="1500023" cy="585000"/>
          </a:xfrm>
          <a:prstGeom prst="rect">
            <a:avLst/>
          </a:prstGeom>
          <a:noFill/>
          <a:ln>
            <a:noFill/>
          </a:ln>
        </p:spPr>
      </p:pic>
      <p:sp>
        <p:nvSpPr>
          <p:cNvPr id="2772" name="Google Shape;2772;g3d1afc4545f_0_2729"/>
          <p:cNvSpPr txBox="1"/>
          <p:nvPr/>
        </p:nvSpPr>
        <p:spPr>
          <a:xfrm>
            <a:off x="-1" y="6234672"/>
            <a:ext cx="5981100" cy="6465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chemeClr val="dk1"/>
              </a:buClr>
              <a:buSzPts val="1800"/>
              <a:buFont typeface="Arial"/>
              <a:buNone/>
            </a:pPr>
            <a:r>
              <a:rPr b="0" i="0" lang="en-US" sz="1800" u="none" cap="none" strike="noStrike">
                <a:solidFill>
                  <a:schemeClr val="lt1"/>
                </a:solidFill>
                <a:latin typeface="Times New Roman"/>
                <a:ea typeface="Times New Roman"/>
                <a:cs typeface="Times New Roman"/>
                <a:sym typeface="Times New Roman"/>
              </a:rPr>
              <a:t>Nanoelectronics - Seminar Presentation</a:t>
            </a:r>
            <a:br>
              <a:rPr b="0" i="0" lang="en-US" sz="1800" u="none" cap="none" strike="noStrike">
                <a:solidFill>
                  <a:schemeClr val="lt1"/>
                </a:solidFill>
                <a:latin typeface="Times New Roman"/>
                <a:ea typeface="Times New Roman"/>
                <a:cs typeface="Times New Roman"/>
                <a:sym typeface="Times New Roman"/>
              </a:rPr>
            </a:br>
            <a:r>
              <a:rPr b="0" i="0" lang="en-US" sz="1800" u="none" cap="none" strike="noStrike">
                <a:solidFill>
                  <a:schemeClr val="lt1"/>
                </a:solidFill>
                <a:latin typeface="Times New Roman"/>
                <a:ea typeface="Times New Roman"/>
                <a:cs typeface="Times New Roman"/>
                <a:sym typeface="Times New Roman"/>
              </a:rPr>
              <a:t>Ronit Dutta</a:t>
            </a:r>
            <a:endParaRPr b="0" i="0" sz="1800" u="none" cap="none" strike="noStrike">
              <a:solidFill>
                <a:schemeClr val="lt1"/>
              </a:solidFill>
              <a:latin typeface="Times New Roman"/>
              <a:ea typeface="Times New Roman"/>
              <a:cs typeface="Times New Roman"/>
              <a:sym typeface="Times New Roman"/>
            </a:endParaRPr>
          </a:p>
        </p:txBody>
      </p:sp>
      <p:pic>
        <p:nvPicPr>
          <p:cNvPr id="2773" name="Google Shape;2773;g3d1afc4545f_0_2729"/>
          <p:cNvPicPr preferRelativeResize="0"/>
          <p:nvPr/>
        </p:nvPicPr>
        <p:blipFill rotWithShape="1">
          <a:blip r:embed="rId6">
            <a:alphaModFix/>
          </a:blip>
          <a:srcRect b="0" l="0" r="0" t="0"/>
          <a:stretch/>
        </p:blipFill>
        <p:spPr>
          <a:xfrm>
            <a:off x="10590875" y="6330524"/>
            <a:ext cx="1500023" cy="585000"/>
          </a:xfrm>
          <a:prstGeom prst="rect">
            <a:avLst/>
          </a:prstGeom>
          <a:noFill/>
          <a:ln>
            <a:noFill/>
          </a:ln>
        </p:spPr>
      </p:pic>
      <p:pic>
        <p:nvPicPr>
          <p:cNvPr id="2774" name="Google Shape;2774;g3d1afc4545f_0_2729"/>
          <p:cNvPicPr preferRelativeResize="0"/>
          <p:nvPr/>
        </p:nvPicPr>
        <p:blipFill rotWithShape="1">
          <a:blip r:embed="rId9">
            <a:alphaModFix/>
          </a:blip>
          <a:srcRect b="0" l="0" r="0" t="0"/>
          <a:stretch/>
        </p:blipFill>
        <p:spPr>
          <a:xfrm>
            <a:off x="0" y="6234674"/>
            <a:ext cx="12192000" cy="1165875"/>
          </a:xfrm>
          <a:prstGeom prst="rect">
            <a:avLst/>
          </a:prstGeom>
          <a:noFill/>
          <a:ln>
            <a:noFill/>
          </a:ln>
        </p:spPr>
      </p:pic>
      <p:sp>
        <p:nvSpPr>
          <p:cNvPr id="2775" name="Google Shape;2775;g3d1afc4545f_0_2729"/>
          <p:cNvSpPr txBox="1"/>
          <p:nvPr/>
        </p:nvSpPr>
        <p:spPr>
          <a:xfrm>
            <a:off x="-1" y="6310697"/>
            <a:ext cx="5981100" cy="6465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chemeClr val="dk1"/>
              </a:buClr>
              <a:buSzPts val="1800"/>
              <a:buFont typeface="Arial"/>
              <a:buNone/>
            </a:pPr>
            <a:r>
              <a:rPr lang="en-US" sz="1800">
                <a:solidFill>
                  <a:schemeClr val="lt1"/>
                </a:solidFill>
                <a:latin typeface="Times New Roman"/>
                <a:ea typeface="Times New Roman"/>
                <a:cs typeface="Times New Roman"/>
                <a:sym typeface="Times New Roman"/>
              </a:rPr>
              <a:t>Applied Mathematics for Engineering [MIDTERM PROJECT]</a:t>
            </a:r>
            <a:br>
              <a:rPr b="0" i="0" lang="en-US" sz="1800" u="none" cap="none" strike="noStrike">
                <a:solidFill>
                  <a:schemeClr val="lt1"/>
                </a:solidFill>
                <a:latin typeface="Times New Roman"/>
                <a:ea typeface="Times New Roman"/>
                <a:cs typeface="Times New Roman"/>
                <a:sym typeface="Times New Roman"/>
              </a:rPr>
            </a:br>
            <a:r>
              <a:rPr b="0" i="0" lang="en-US" sz="1800" u="none" cap="none" strike="noStrike">
                <a:solidFill>
                  <a:schemeClr val="lt1"/>
                </a:solidFill>
                <a:latin typeface="Times New Roman"/>
                <a:ea typeface="Times New Roman"/>
                <a:cs typeface="Times New Roman"/>
                <a:sym typeface="Times New Roman"/>
              </a:rPr>
              <a:t>Ronit Dutta</a:t>
            </a:r>
            <a:endParaRPr b="0" i="0" sz="1800" u="none" cap="none" strike="noStrike">
              <a:solidFill>
                <a:schemeClr val="lt1"/>
              </a:solidFill>
              <a:latin typeface="Times New Roman"/>
              <a:ea typeface="Times New Roman"/>
              <a:cs typeface="Times New Roman"/>
              <a:sym typeface="Times New Roman"/>
            </a:endParaRPr>
          </a:p>
        </p:txBody>
      </p:sp>
      <p:pic>
        <p:nvPicPr>
          <p:cNvPr id="2776" name="Google Shape;2776;g3d1afc4545f_0_2729"/>
          <p:cNvPicPr preferRelativeResize="0"/>
          <p:nvPr/>
        </p:nvPicPr>
        <p:blipFill rotWithShape="1">
          <a:blip r:embed="rId6">
            <a:alphaModFix/>
          </a:blip>
          <a:srcRect b="0" l="0" r="0" t="0"/>
          <a:stretch/>
        </p:blipFill>
        <p:spPr>
          <a:xfrm>
            <a:off x="10579375" y="6341449"/>
            <a:ext cx="1500023" cy="585000"/>
          </a:xfrm>
          <a:prstGeom prst="rect">
            <a:avLst/>
          </a:prstGeom>
          <a:noFill/>
          <a:ln>
            <a:noFill/>
          </a:ln>
        </p:spPr>
      </p:pic>
      <p:pic>
        <p:nvPicPr>
          <p:cNvPr id="2777" name="Google Shape;2777;g3d1afc4545f_0_2729"/>
          <p:cNvPicPr preferRelativeResize="0"/>
          <p:nvPr/>
        </p:nvPicPr>
        <p:blipFill rotWithShape="1">
          <a:blip r:embed="rId9">
            <a:alphaModFix/>
          </a:blip>
          <a:srcRect b="0" l="0" r="0" t="0"/>
          <a:stretch/>
        </p:blipFill>
        <p:spPr>
          <a:xfrm>
            <a:off x="0" y="6330524"/>
            <a:ext cx="12192000" cy="1165875"/>
          </a:xfrm>
          <a:prstGeom prst="rect">
            <a:avLst/>
          </a:prstGeom>
          <a:noFill/>
          <a:ln>
            <a:noFill/>
          </a:ln>
        </p:spPr>
      </p:pic>
      <p:sp>
        <p:nvSpPr>
          <p:cNvPr id="2778" name="Google Shape;2778;g3d1afc4545f_0_2729"/>
          <p:cNvSpPr txBox="1"/>
          <p:nvPr/>
        </p:nvSpPr>
        <p:spPr>
          <a:xfrm>
            <a:off x="-1" y="6445547"/>
            <a:ext cx="5981100" cy="6465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chemeClr val="dk1"/>
              </a:buClr>
              <a:buSzPts val="1800"/>
              <a:buFont typeface="Arial"/>
              <a:buNone/>
            </a:pPr>
            <a:r>
              <a:rPr lang="en-US" sz="1800">
                <a:solidFill>
                  <a:schemeClr val="lt1"/>
                </a:solidFill>
                <a:latin typeface="Times New Roman"/>
                <a:ea typeface="Times New Roman"/>
                <a:cs typeface="Times New Roman"/>
                <a:sym typeface="Times New Roman"/>
              </a:rPr>
              <a:t>Applied Mathematics for Engineering [MIDTERM PROJECT]</a:t>
            </a:r>
            <a:br>
              <a:rPr b="0" i="0" lang="en-US" sz="1800" u="none" cap="none" strike="noStrike">
                <a:solidFill>
                  <a:schemeClr val="lt1"/>
                </a:solidFill>
                <a:latin typeface="Times New Roman"/>
                <a:ea typeface="Times New Roman"/>
                <a:cs typeface="Times New Roman"/>
                <a:sym typeface="Times New Roman"/>
              </a:rPr>
            </a:br>
            <a:r>
              <a:rPr b="0" i="0" lang="en-US" sz="1800" u="none" cap="none" strike="noStrike">
                <a:solidFill>
                  <a:schemeClr val="lt1"/>
                </a:solidFill>
                <a:latin typeface="Times New Roman"/>
                <a:ea typeface="Times New Roman"/>
                <a:cs typeface="Times New Roman"/>
                <a:sym typeface="Times New Roman"/>
              </a:rPr>
              <a:t>Ronit Dutta</a:t>
            </a:r>
            <a:endParaRPr b="0" i="0" sz="1800" u="none" cap="none" strike="noStrike">
              <a:solidFill>
                <a:schemeClr val="lt1"/>
              </a:solidFill>
              <a:latin typeface="Times New Roman"/>
              <a:ea typeface="Times New Roman"/>
              <a:cs typeface="Times New Roman"/>
              <a:sym typeface="Times New Roman"/>
            </a:endParaRPr>
          </a:p>
        </p:txBody>
      </p:sp>
      <p:pic>
        <p:nvPicPr>
          <p:cNvPr id="2779" name="Google Shape;2779;g3d1afc4545f_0_2729"/>
          <p:cNvPicPr preferRelativeResize="0"/>
          <p:nvPr/>
        </p:nvPicPr>
        <p:blipFill rotWithShape="1">
          <a:blip r:embed="rId6">
            <a:alphaModFix/>
          </a:blip>
          <a:srcRect b="0" l="0" r="0" t="0"/>
          <a:stretch/>
        </p:blipFill>
        <p:spPr>
          <a:xfrm>
            <a:off x="10579375" y="6476299"/>
            <a:ext cx="1500023" cy="585000"/>
          </a:xfrm>
          <a:prstGeom prst="rect">
            <a:avLst/>
          </a:prstGeom>
          <a:noFill/>
          <a:ln>
            <a:noFill/>
          </a:ln>
        </p:spPr>
      </p:pic>
      <p:pic>
        <p:nvPicPr>
          <p:cNvPr id="2780" name="Google Shape;2780;g3d1afc4545f_0_2729"/>
          <p:cNvPicPr preferRelativeResize="0"/>
          <p:nvPr/>
        </p:nvPicPr>
        <p:blipFill rotWithShape="1">
          <a:blip r:embed="rId4">
            <a:alphaModFix/>
          </a:blip>
          <a:srcRect b="0" l="0" r="0" t="0"/>
          <a:stretch/>
        </p:blipFill>
        <p:spPr>
          <a:xfrm>
            <a:off x="10590934" y="6330522"/>
            <a:ext cx="1499906" cy="585000"/>
          </a:xfrm>
          <a:prstGeom prst="rect">
            <a:avLst/>
          </a:prstGeom>
          <a:noFill/>
          <a:ln>
            <a:noFill/>
          </a:ln>
        </p:spPr>
      </p:pic>
      <p:sp>
        <p:nvSpPr>
          <p:cNvPr id="2781" name="Google Shape;2781;g3d1afc4545f_0_2729"/>
          <p:cNvSpPr txBox="1"/>
          <p:nvPr/>
        </p:nvSpPr>
        <p:spPr>
          <a:xfrm>
            <a:off x="-1" y="6288587"/>
            <a:ext cx="5981100" cy="3693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chemeClr val="dk1"/>
              </a:buClr>
              <a:buSzPts val="1800"/>
              <a:buFont typeface="Arial"/>
              <a:buNone/>
            </a:pPr>
            <a:r>
              <a:rPr b="0" i="0" lang="en-US" sz="1800" u="none" cap="none" strike="noStrike">
                <a:solidFill>
                  <a:schemeClr val="lt1"/>
                </a:solidFill>
                <a:latin typeface="Times New Roman"/>
                <a:ea typeface="Times New Roman"/>
                <a:cs typeface="Times New Roman"/>
                <a:sym typeface="Times New Roman"/>
              </a:rPr>
              <a:t>Term Paper Presentation | Ronit Dutta</a:t>
            </a:r>
            <a:endParaRPr b="0" i="0" sz="1800" u="none" cap="none" strike="noStrike">
              <a:solidFill>
                <a:schemeClr val="lt1"/>
              </a:solidFill>
              <a:latin typeface="Times New Roman"/>
              <a:ea typeface="Times New Roman"/>
              <a:cs typeface="Times New Roman"/>
              <a:sym typeface="Times New Roman"/>
            </a:endParaRPr>
          </a:p>
        </p:txBody>
      </p:sp>
      <p:pic>
        <p:nvPicPr>
          <p:cNvPr id="2782" name="Google Shape;2782;g3d1afc4545f_0_2729"/>
          <p:cNvPicPr preferRelativeResize="0"/>
          <p:nvPr/>
        </p:nvPicPr>
        <p:blipFill rotWithShape="1">
          <a:blip r:embed="rId4">
            <a:alphaModFix/>
          </a:blip>
          <a:srcRect b="0" l="0" r="0" t="0"/>
          <a:stretch/>
        </p:blipFill>
        <p:spPr>
          <a:xfrm>
            <a:off x="10590934" y="6330522"/>
            <a:ext cx="1499906" cy="585000"/>
          </a:xfrm>
          <a:prstGeom prst="rect">
            <a:avLst/>
          </a:prstGeom>
          <a:noFill/>
          <a:ln>
            <a:noFill/>
          </a:ln>
        </p:spPr>
      </p:pic>
      <p:sp>
        <p:nvSpPr>
          <p:cNvPr id="2783" name="Google Shape;2783;g3d1afc4545f_0_2729"/>
          <p:cNvSpPr txBox="1"/>
          <p:nvPr/>
        </p:nvSpPr>
        <p:spPr>
          <a:xfrm>
            <a:off x="-1" y="6288587"/>
            <a:ext cx="5981100" cy="3693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chemeClr val="dk1"/>
              </a:buClr>
              <a:buSzPts val="1800"/>
              <a:buFont typeface="Arial"/>
              <a:buNone/>
            </a:pPr>
            <a:r>
              <a:rPr b="0" i="0" lang="en-US" sz="1800" u="none" cap="none" strike="noStrike">
                <a:solidFill>
                  <a:schemeClr val="lt1"/>
                </a:solidFill>
                <a:latin typeface="Times New Roman"/>
                <a:ea typeface="Times New Roman"/>
                <a:cs typeface="Times New Roman"/>
                <a:sym typeface="Times New Roman"/>
              </a:rPr>
              <a:t>Term Paper Presentation | Ronit Dutta</a:t>
            </a:r>
            <a:endParaRPr b="0" i="0" sz="1800" u="none" cap="none" strike="noStrike">
              <a:solidFill>
                <a:schemeClr val="lt1"/>
              </a:solidFill>
              <a:latin typeface="Times New Roman"/>
              <a:ea typeface="Times New Roman"/>
              <a:cs typeface="Times New Roman"/>
              <a:sym typeface="Times New Roman"/>
            </a:endParaRPr>
          </a:p>
        </p:txBody>
      </p:sp>
      <p:pic>
        <p:nvPicPr>
          <p:cNvPr id="2784" name="Google Shape;2784;g3d1afc4545f_0_2729"/>
          <p:cNvPicPr preferRelativeResize="0"/>
          <p:nvPr/>
        </p:nvPicPr>
        <p:blipFill rotWithShape="1">
          <a:blip r:embed="rId4">
            <a:alphaModFix/>
          </a:blip>
          <a:srcRect b="0" l="0" r="0" t="0"/>
          <a:stretch/>
        </p:blipFill>
        <p:spPr>
          <a:xfrm>
            <a:off x="10590934" y="6330522"/>
            <a:ext cx="1499906" cy="585000"/>
          </a:xfrm>
          <a:prstGeom prst="rect">
            <a:avLst/>
          </a:prstGeom>
          <a:noFill/>
          <a:ln>
            <a:noFill/>
          </a:ln>
        </p:spPr>
      </p:pic>
      <p:sp>
        <p:nvSpPr>
          <p:cNvPr id="2785" name="Google Shape;2785;g3d1afc4545f_0_2729"/>
          <p:cNvSpPr txBox="1"/>
          <p:nvPr/>
        </p:nvSpPr>
        <p:spPr>
          <a:xfrm>
            <a:off x="-1" y="6288587"/>
            <a:ext cx="5981100" cy="6465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chemeClr val="dk1"/>
              </a:buClr>
              <a:buSzPts val="1800"/>
              <a:buFont typeface="Arial"/>
              <a:buNone/>
            </a:pPr>
            <a:r>
              <a:rPr b="0" i="0" lang="en-US" sz="1800" u="none" cap="none" strike="noStrike">
                <a:solidFill>
                  <a:schemeClr val="lt1"/>
                </a:solidFill>
                <a:latin typeface="Times New Roman"/>
                <a:ea typeface="Times New Roman"/>
                <a:cs typeface="Times New Roman"/>
                <a:sym typeface="Times New Roman"/>
              </a:rPr>
              <a:t>Machine Learning Professional</a:t>
            </a:r>
            <a:br>
              <a:rPr b="0" i="0" lang="en-US" sz="1800" u="none" cap="none" strike="noStrike">
                <a:solidFill>
                  <a:schemeClr val="lt1"/>
                </a:solidFill>
                <a:latin typeface="Times New Roman"/>
                <a:ea typeface="Times New Roman"/>
                <a:cs typeface="Times New Roman"/>
                <a:sym typeface="Times New Roman"/>
              </a:rPr>
            </a:br>
            <a:r>
              <a:rPr b="0" i="0" lang="en-US" sz="1800" u="none" cap="none" strike="noStrike">
                <a:solidFill>
                  <a:schemeClr val="lt1"/>
                </a:solidFill>
                <a:latin typeface="Times New Roman"/>
                <a:ea typeface="Times New Roman"/>
                <a:cs typeface="Times New Roman"/>
                <a:sym typeface="Times New Roman"/>
              </a:rPr>
              <a:t>Project Presentation</a:t>
            </a:r>
            <a:endParaRPr b="0" i="0" sz="1800" u="none" cap="none" strike="noStrike">
              <a:solidFill>
                <a:schemeClr val="lt1"/>
              </a:solidFill>
              <a:latin typeface="Times New Roman"/>
              <a:ea typeface="Times New Roman"/>
              <a:cs typeface="Times New Roman"/>
              <a:sym typeface="Times New Roman"/>
            </a:endParaRPr>
          </a:p>
        </p:txBody>
      </p:sp>
      <p:pic>
        <p:nvPicPr>
          <p:cNvPr id="2786" name="Google Shape;2786;g3d1afc4545f_0_2729"/>
          <p:cNvPicPr preferRelativeResize="0"/>
          <p:nvPr/>
        </p:nvPicPr>
        <p:blipFill rotWithShape="1">
          <a:blip r:embed="rId6">
            <a:alphaModFix/>
          </a:blip>
          <a:srcRect b="0" l="0" r="0" t="0"/>
          <a:stretch/>
        </p:blipFill>
        <p:spPr>
          <a:xfrm>
            <a:off x="10590875" y="6341462"/>
            <a:ext cx="1500023" cy="585000"/>
          </a:xfrm>
          <a:prstGeom prst="rect">
            <a:avLst/>
          </a:prstGeom>
          <a:noFill/>
          <a:ln>
            <a:noFill/>
          </a:ln>
        </p:spPr>
      </p:pic>
      <p:sp>
        <p:nvSpPr>
          <p:cNvPr id="2787" name="Google Shape;2787;g3d1afc4545f_0_2729"/>
          <p:cNvSpPr txBox="1"/>
          <p:nvPr/>
        </p:nvSpPr>
        <p:spPr>
          <a:xfrm>
            <a:off x="-1" y="6288587"/>
            <a:ext cx="5981100" cy="6465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chemeClr val="dk1"/>
              </a:buClr>
              <a:buSzPts val="1800"/>
              <a:buFont typeface="Arial"/>
              <a:buNone/>
            </a:pPr>
            <a:r>
              <a:rPr b="0" i="0" lang="en-US" sz="1800" u="none" cap="none" strike="noStrike">
                <a:solidFill>
                  <a:schemeClr val="lt1"/>
                </a:solidFill>
                <a:latin typeface="Times New Roman"/>
                <a:ea typeface="Times New Roman"/>
                <a:cs typeface="Times New Roman"/>
                <a:sym typeface="Times New Roman"/>
              </a:rPr>
              <a:t>Machine Learning Professional</a:t>
            </a:r>
            <a:br>
              <a:rPr b="0" i="0" lang="en-US" sz="1800" u="none" cap="none" strike="noStrike">
                <a:solidFill>
                  <a:schemeClr val="lt1"/>
                </a:solidFill>
                <a:latin typeface="Times New Roman"/>
                <a:ea typeface="Times New Roman"/>
                <a:cs typeface="Times New Roman"/>
                <a:sym typeface="Times New Roman"/>
              </a:rPr>
            </a:br>
            <a:r>
              <a:rPr b="0" i="0" lang="en-US" sz="1800" u="none" cap="none" strike="noStrike">
                <a:solidFill>
                  <a:schemeClr val="lt1"/>
                </a:solidFill>
                <a:latin typeface="Times New Roman"/>
                <a:ea typeface="Times New Roman"/>
                <a:cs typeface="Times New Roman"/>
                <a:sym typeface="Times New Roman"/>
              </a:rPr>
              <a:t>Project Presentation</a:t>
            </a:r>
            <a:endParaRPr b="0" i="0" sz="1800" u="none" cap="none" strike="noStrike">
              <a:solidFill>
                <a:schemeClr val="lt1"/>
              </a:solidFill>
              <a:latin typeface="Times New Roman"/>
              <a:ea typeface="Times New Roman"/>
              <a:cs typeface="Times New Roman"/>
              <a:sym typeface="Times New Roman"/>
            </a:endParaRPr>
          </a:p>
        </p:txBody>
      </p:sp>
      <p:pic>
        <p:nvPicPr>
          <p:cNvPr id="2788" name="Google Shape;2788;g3d1afc4545f_0_2729"/>
          <p:cNvPicPr preferRelativeResize="0"/>
          <p:nvPr/>
        </p:nvPicPr>
        <p:blipFill rotWithShape="1">
          <a:blip r:embed="rId6">
            <a:alphaModFix/>
          </a:blip>
          <a:srcRect b="0" l="0" r="0" t="0"/>
          <a:stretch/>
        </p:blipFill>
        <p:spPr>
          <a:xfrm>
            <a:off x="10590875" y="6330524"/>
            <a:ext cx="1500023" cy="585000"/>
          </a:xfrm>
          <a:prstGeom prst="rect">
            <a:avLst/>
          </a:prstGeom>
          <a:noFill/>
          <a:ln>
            <a:noFill/>
          </a:ln>
        </p:spPr>
      </p:pic>
      <p:sp>
        <p:nvSpPr>
          <p:cNvPr id="2789" name="Google Shape;2789;g3d1afc4545f_0_2729"/>
          <p:cNvSpPr txBox="1"/>
          <p:nvPr/>
        </p:nvSpPr>
        <p:spPr>
          <a:xfrm>
            <a:off x="-1" y="6234672"/>
            <a:ext cx="5981100" cy="6465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chemeClr val="dk1"/>
              </a:buClr>
              <a:buSzPts val="1800"/>
              <a:buFont typeface="Arial"/>
              <a:buNone/>
            </a:pPr>
            <a:r>
              <a:rPr b="0" i="0" lang="en-US" sz="1800" u="none" cap="none" strike="noStrike">
                <a:solidFill>
                  <a:schemeClr val="lt1"/>
                </a:solidFill>
                <a:latin typeface="Times New Roman"/>
                <a:ea typeface="Times New Roman"/>
                <a:cs typeface="Times New Roman"/>
                <a:sym typeface="Times New Roman"/>
              </a:rPr>
              <a:t>Machine Learning Professional</a:t>
            </a:r>
            <a:br>
              <a:rPr b="0" i="0" lang="en-US" sz="1800" u="none" cap="none" strike="noStrike">
                <a:solidFill>
                  <a:schemeClr val="lt1"/>
                </a:solidFill>
                <a:latin typeface="Times New Roman"/>
                <a:ea typeface="Times New Roman"/>
                <a:cs typeface="Times New Roman"/>
                <a:sym typeface="Times New Roman"/>
              </a:rPr>
            </a:br>
            <a:r>
              <a:rPr b="0" i="0" lang="en-US" sz="1800" u="none" cap="none" strike="noStrike">
                <a:solidFill>
                  <a:schemeClr val="lt1"/>
                </a:solidFill>
                <a:latin typeface="Times New Roman"/>
                <a:ea typeface="Times New Roman"/>
                <a:cs typeface="Times New Roman"/>
                <a:sym typeface="Times New Roman"/>
              </a:rPr>
              <a:t>Project Presentation</a:t>
            </a:r>
            <a:endParaRPr b="0" i="0" sz="1800" u="none" cap="none" strike="noStrike">
              <a:solidFill>
                <a:schemeClr val="lt1"/>
              </a:solidFill>
              <a:latin typeface="Times New Roman"/>
              <a:ea typeface="Times New Roman"/>
              <a:cs typeface="Times New Roman"/>
              <a:sym typeface="Times New Roman"/>
            </a:endParaRPr>
          </a:p>
        </p:txBody>
      </p:sp>
      <p:pic>
        <p:nvPicPr>
          <p:cNvPr id="2790" name="Google Shape;2790;g3d1afc4545f_0_2729"/>
          <p:cNvPicPr preferRelativeResize="0"/>
          <p:nvPr/>
        </p:nvPicPr>
        <p:blipFill rotWithShape="1">
          <a:blip r:embed="rId6">
            <a:alphaModFix/>
          </a:blip>
          <a:srcRect b="0" l="0" r="0" t="0"/>
          <a:stretch/>
        </p:blipFill>
        <p:spPr>
          <a:xfrm>
            <a:off x="10590875" y="6330524"/>
            <a:ext cx="1500023" cy="585000"/>
          </a:xfrm>
          <a:prstGeom prst="rect">
            <a:avLst/>
          </a:prstGeom>
          <a:noFill/>
          <a:ln>
            <a:noFill/>
          </a:ln>
        </p:spPr>
      </p:pic>
      <p:sp>
        <p:nvSpPr>
          <p:cNvPr id="2791" name="Google Shape;2791;g3d1afc4545f_0_2729"/>
          <p:cNvSpPr txBox="1"/>
          <p:nvPr/>
        </p:nvSpPr>
        <p:spPr>
          <a:xfrm>
            <a:off x="-1" y="6234672"/>
            <a:ext cx="5981100" cy="6465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chemeClr val="dk1"/>
              </a:buClr>
              <a:buSzPts val="1800"/>
              <a:buFont typeface="Arial"/>
              <a:buNone/>
            </a:pPr>
            <a:r>
              <a:rPr b="0" i="0" lang="en-US" sz="1800" u="none" cap="none" strike="noStrike">
                <a:solidFill>
                  <a:schemeClr val="lt1"/>
                </a:solidFill>
                <a:latin typeface="Times New Roman"/>
                <a:ea typeface="Times New Roman"/>
                <a:cs typeface="Times New Roman"/>
                <a:sym typeface="Times New Roman"/>
              </a:rPr>
              <a:t>Machine Learning Professional</a:t>
            </a:r>
            <a:br>
              <a:rPr b="0" i="0" lang="en-US" sz="1800" u="none" cap="none" strike="noStrike">
                <a:solidFill>
                  <a:schemeClr val="lt1"/>
                </a:solidFill>
                <a:latin typeface="Times New Roman"/>
                <a:ea typeface="Times New Roman"/>
                <a:cs typeface="Times New Roman"/>
                <a:sym typeface="Times New Roman"/>
              </a:rPr>
            </a:br>
            <a:r>
              <a:rPr b="0" i="0" lang="en-US" sz="1800" u="none" cap="none" strike="noStrike">
                <a:solidFill>
                  <a:schemeClr val="lt1"/>
                </a:solidFill>
                <a:latin typeface="Times New Roman"/>
                <a:ea typeface="Times New Roman"/>
                <a:cs typeface="Times New Roman"/>
                <a:sym typeface="Times New Roman"/>
              </a:rPr>
              <a:t>Project Presentation</a:t>
            </a:r>
            <a:endParaRPr b="0" i="0" sz="1800" u="none" cap="none" strike="noStrike">
              <a:solidFill>
                <a:schemeClr val="lt1"/>
              </a:solidFill>
              <a:latin typeface="Times New Roman"/>
              <a:ea typeface="Times New Roman"/>
              <a:cs typeface="Times New Roman"/>
              <a:sym typeface="Times New Roman"/>
            </a:endParaRPr>
          </a:p>
        </p:txBody>
      </p:sp>
      <p:pic>
        <p:nvPicPr>
          <p:cNvPr id="2792" name="Google Shape;2792;g3d1afc4545f_0_2729"/>
          <p:cNvPicPr preferRelativeResize="0"/>
          <p:nvPr/>
        </p:nvPicPr>
        <p:blipFill rotWithShape="1">
          <a:blip r:embed="rId6">
            <a:alphaModFix/>
          </a:blip>
          <a:srcRect b="0" l="0" r="0" t="0"/>
          <a:stretch/>
        </p:blipFill>
        <p:spPr>
          <a:xfrm>
            <a:off x="10590875" y="6330524"/>
            <a:ext cx="1500023" cy="585000"/>
          </a:xfrm>
          <a:prstGeom prst="rect">
            <a:avLst/>
          </a:prstGeom>
          <a:noFill/>
          <a:ln>
            <a:noFill/>
          </a:ln>
        </p:spPr>
      </p:pic>
      <p:sp>
        <p:nvSpPr>
          <p:cNvPr id="2793" name="Google Shape;2793;g3d1afc4545f_0_2729"/>
          <p:cNvSpPr txBox="1"/>
          <p:nvPr/>
        </p:nvSpPr>
        <p:spPr>
          <a:xfrm>
            <a:off x="-1" y="6234672"/>
            <a:ext cx="5981100" cy="6465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chemeClr val="dk1"/>
              </a:buClr>
              <a:buSzPts val="1800"/>
              <a:buFont typeface="Arial"/>
              <a:buNone/>
            </a:pPr>
            <a:r>
              <a:rPr b="0" i="0" lang="en-US" sz="1800" u="none" cap="none" strike="noStrike">
                <a:solidFill>
                  <a:schemeClr val="lt1"/>
                </a:solidFill>
                <a:latin typeface="Times New Roman"/>
                <a:ea typeface="Times New Roman"/>
                <a:cs typeface="Times New Roman"/>
                <a:sym typeface="Times New Roman"/>
              </a:rPr>
              <a:t>Nanoelectronics - Seminar Presentation</a:t>
            </a:r>
            <a:br>
              <a:rPr b="0" i="0" lang="en-US" sz="1800" u="none" cap="none" strike="noStrike">
                <a:solidFill>
                  <a:schemeClr val="lt1"/>
                </a:solidFill>
                <a:latin typeface="Times New Roman"/>
                <a:ea typeface="Times New Roman"/>
                <a:cs typeface="Times New Roman"/>
                <a:sym typeface="Times New Roman"/>
              </a:rPr>
            </a:br>
            <a:r>
              <a:rPr b="0" i="0" lang="en-US" sz="1800" u="none" cap="none" strike="noStrike">
                <a:solidFill>
                  <a:schemeClr val="lt1"/>
                </a:solidFill>
                <a:latin typeface="Times New Roman"/>
                <a:ea typeface="Times New Roman"/>
                <a:cs typeface="Times New Roman"/>
                <a:sym typeface="Times New Roman"/>
              </a:rPr>
              <a:t>Ronit Dutta</a:t>
            </a:r>
            <a:endParaRPr b="0" i="0" sz="1800" u="none" cap="none" strike="noStrike">
              <a:solidFill>
                <a:schemeClr val="lt1"/>
              </a:solidFill>
              <a:latin typeface="Times New Roman"/>
              <a:ea typeface="Times New Roman"/>
              <a:cs typeface="Times New Roman"/>
              <a:sym typeface="Times New Roman"/>
            </a:endParaRPr>
          </a:p>
        </p:txBody>
      </p:sp>
      <p:pic>
        <p:nvPicPr>
          <p:cNvPr id="2794" name="Google Shape;2794;g3d1afc4545f_0_2729"/>
          <p:cNvPicPr preferRelativeResize="0"/>
          <p:nvPr/>
        </p:nvPicPr>
        <p:blipFill rotWithShape="1">
          <a:blip r:embed="rId6">
            <a:alphaModFix/>
          </a:blip>
          <a:srcRect b="0" l="0" r="0" t="0"/>
          <a:stretch/>
        </p:blipFill>
        <p:spPr>
          <a:xfrm>
            <a:off x="10590875" y="6330524"/>
            <a:ext cx="1500023" cy="585000"/>
          </a:xfrm>
          <a:prstGeom prst="rect">
            <a:avLst/>
          </a:prstGeom>
          <a:noFill/>
          <a:ln>
            <a:noFill/>
          </a:ln>
        </p:spPr>
      </p:pic>
      <p:pic>
        <p:nvPicPr>
          <p:cNvPr id="2795" name="Google Shape;2795;g3d1afc4545f_0_2729"/>
          <p:cNvPicPr preferRelativeResize="0"/>
          <p:nvPr/>
        </p:nvPicPr>
        <p:blipFill rotWithShape="1">
          <a:blip r:embed="rId4">
            <a:alphaModFix/>
          </a:blip>
          <a:srcRect b="0" l="0" r="0" t="0"/>
          <a:stretch/>
        </p:blipFill>
        <p:spPr>
          <a:xfrm>
            <a:off x="10590934" y="6330522"/>
            <a:ext cx="1499906" cy="585000"/>
          </a:xfrm>
          <a:prstGeom prst="rect">
            <a:avLst/>
          </a:prstGeom>
          <a:noFill/>
          <a:ln>
            <a:noFill/>
          </a:ln>
        </p:spPr>
      </p:pic>
      <p:sp>
        <p:nvSpPr>
          <p:cNvPr id="2796" name="Google Shape;2796;g3d1afc4545f_0_2729"/>
          <p:cNvSpPr txBox="1"/>
          <p:nvPr/>
        </p:nvSpPr>
        <p:spPr>
          <a:xfrm>
            <a:off x="-1" y="6288587"/>
            <a:ext cx="5981100" cy="3693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chemeClr val="dk1"/>
              </a:buClr>
              <a:buSzPts val="1800"/>
              <a:buFont typeface="Arial"/>
              <a:buNone/>
            </a:pPr>
            <a:r>
              <a:rPr b="0" i="0" lang="en-US" sz="1800" u="none" cap="none" strike="noStrike">
                <a:solidFill>
                  <a:schemeClr val="lt1"/>
                </a:solidFill>
                <a:latin typeface="Times New Roman"/>
                <a:ea typeface="Times New Roman"/>
                <a:cs typeface="Times New Roman"/>
                <a:sym typeface="Times New Roman"/>
              </a:rPr>
              <a:t>Term Paper Presentation | Ronit Dutta</a:t>
            </a:r>
            <a:endParaRPr b="0" i="0" sz="1800" u="none" cap="none" strike="noStrike">
              <a:solidFill>
                <a:schemeClr val="lt1"/>
              </a:solidFill>
              <a:latin typeface="Times New Roman"/>
              <a:ea typeface="Times New Roman"/>
              <a:cs typeface="Times New Roman"/>
              <a:sym typeface="Times New Roman"/>
            </a:endParaRPr>
          </a:p>
        </p:txBody>
      </p:sp>
      <p:pic>
        <p:nvPicPr>
          <p:cNvPr id="2797" name="Google Shape;2797;g3d1afc4545f_0_2729"/>
          <p:cNvPicPr preferRelativeResize="0"/>
          <p:nvPr/>
        </p:nvPicPr>
        <p:blipFill rotWithShape="1">
          <a:blip r:embed="rId4">
            <a:alphaModFix/>
          </a:blip>
          <a:srcRect b="0" l="0" r="0" t="0"/>
          <a:stretch/>
        </p:blipFill>
        <p:spPr>
          <a:xfrm>
            <a:off x="10590934" y="6330522"/>
            <a:ext cx="1499906" cy="585000"/>
          </a:xfrm>
          <a:prstGeom prst="rect">
            <a:avLst/>
          </a:prstGeom>
          <a:noFill/>
          <a:ln>
            <a:noFill/>
          </a:ln>
        </p:spPr>
      </p:pic>
      <p:sp>
        <p:nvSpPr>
          <p:cNvPr id="2798" name="Google Shape;2798;g3d1afc4545f_0_2729"/>
          <p:cNvSpPr txBox="1"/>
          <p:nvPr/>
        </p:nvSpPr>
        <p:spPr>
          <a:xfrm>
            <a:off x="-1" y="6288587"/>
            <a:ext cx="5981100" cy="3693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chemeClr val="dk1"/>
              </a:buClr>
              <a:buSzPts val="1800"/>
              <a:buFont typeface="Arial"/>
              <a:buNone/>
            </a:pPr>
            <a:r>
              <a:rPr b="0" i="0" lang="en-US" sz="1800" u="none" cap="none" strike="noStrike">
                <a:solidFill>
                  <a:schemeClr val="lt1"/>
                </a:solidFill>
                <a:latin typeface="Times New Roman"/>
                <a:ea typeface="Times New Roman"/>
                <a:cs typeface="Times New Roman"/>
                <a:sym typeface="Times New Roman"/>
              </a:rPr>
              <a:t>Term Paper Presentation | Ronit Dutta</a:t>
            </a:r>
            <a:endParaRPr b="0" i="0" sz="1800" u="none" cap="none" strike="noStrike">
              <a:solidFill>
                <a:schemeClr val="lt1"/>
              </a:solidFill>
              <a:latin typeface="Times New Roman"/>
              <a:ea typeface="Times New Roman"/>
              <a:cs typeface="Times New Roman"/>
              <a:sym typeface="Times New Roman"/>
            </a:endParaRPr>
          </a:p>
        </p:txBody>
      </p:sp>
      <p:pic>
        <p:nvPicPr>
          <p:cNvPr id="2799" name="Google Shape;2799;g3d1afc4545f_0_2729"/>
          <p:cNvPicPr preferRelativeResize="0"/>
          <p:nvPr/>
        </p:nvPicPr>
        <p:blipFill rotWithShape="1">
          <a:blip r:embed="rId4">
            <a:alphaModFix/>
          </a:blip>
          <a:srcRect b="0" l="0" r="0" t="0"/>
          <a:stretch/>
        </p:blipFill>
        <p:spPr>
          <a:xfrm>
            <a:off x="10590934" y="6330522"/>
            <a:ext cx="1499906" cy="585000"/>
          </a:xfrm>
          <a:prstGeom prst="rect">
            <a:avLst/>
          </a:prstGeom>
          <a:noFill/>
          <a:ln>
            <a:noFill/>
          </a:ln>
        </p:spPr>
      </p:pic>
      <p:sp>
        <p:nvSpPr>
          <p:cNvPr id="2800" name="Google Shape;2800;g3d1afc4545f_0_2729"/>
          <p:cNvSpPr txBox="1"/>
          <p:nvPr/>
        </p:nvSpPr>
        <p:spPr>
          <a:xfrm>
            <a:off x="-1" y="6288587"/>
            <a:ext cx="5981100" cy="6465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chemeClr val="dk1"/>
              </a:buClr>
              <a:buSzPts val="1800"/>
              <a:buFont typeface="Arial"/>
              <a:buNone/>
            </a:pPr>
            <a:r>
              <a:rPr b="0" i="0" lang="en-US" sz="1800" u="none" cap="none" strike="noStrike">
                <a:solidFill>
                  <a:schemeClr val="lt1"/>
                </a:solidFill>
                <a:latin typeface="Times New Roman"/>
                <a:ea typeface="Times New Roman"/>
                <a:cs typeface="Times New Roman"/>
                <a:sym typeface="Times New Roman"/>
              </a:rPr>
              <a:t>Machine Learning Professional</a:t>
            </a:r>
            <a:br>
              <a:rPr b="0" i="0" lang="en-US" sz="1800" u="none" cap="none" strike="noStrike">
                <a:solidFill>
                  <a:schemeClr val="lt1"/>
                </a:solidFill>
                <a:latin typeface="Times New Roman"/>
                <a:ea typeface="Times New Roman"/>
                <a:cs typeface="Times New Roman"/>
                <a:sym typeface="Times New Roman"/>
              </a:rPr>
            </a:br>
            <a:r>
              <a:rPr b="0" i="0" lang="en-US" sz="1800" u="none" cap="none" strike="noStrike">
                <a:solidFill>
                  <a:schemeClr val="lt1"/>
                </a:solidFill>
                <a:latin typeface="Times New Roman"/>
                <a:ea typeface="Times New Roman"/>
                <a:cs typeface="Times New Roman"/>
                <a:sym typeface="Times New Roman"/>
              </a:rPr>
              <a:t>Project Presentation</a:t>
            </a:r>
            <a:endParaRPr b="0" i="0" sz="1800" u="none" cap="none" strike="noStrike">
              <a:solidFill>
                <a:schemeClr val="lt1"/>
              </a:solidFill>
              <a:latin typeface="Times New Roman"/>
              <a:ea typeface="Times New Roman"/>
              <a:cs typeface="Times New Roman"/>
              <a:sym typeface="Times New Roman"/>
            </a:endParaRPr>
          </a:p>
        </p:txBody>
      </p:sp>
      <p:pic>
        <p:nvPicPr>
          <p:cNvPr id="2801" name="Google Shape;2801;g3d1afc4545f_0_2729"/>
          <p:cNvPicPr preferRelativeResize="0"/>
          <p:nvPr/>
        </p:nvPicPr>
        <p:blipFill rotWithShape="1">
          <a:blip r:embed="rId6">
            <a:alphaModFix/>
          </a:blip>
          <a:srcRect b="0" l="0" r="0" t="0"/>
          <a:stretch/>
        </p:blipFill>
        <p:spPr>
          <a:xfrm>
            <a:off x="10590875" y="6341462"/>
            <a:ext cx="1500023" cy="585000"/>
          </a:xfrm>
          <a:prstGeom prst="rect">
            <a:avLst/>
          </a:prstGeom>
          <a:noFill/>
          <a:ln>
            <a:noFill/>
          </a:ln>
        </p:spPr>
      </p:pic>
      <p:sp>
        <p:nvSpPr>
          <p:cNvPr id="2802" name="Google Shape;2802;g3d1afc4545f_0_2729"/>
          <p:cNvSpPr txBox="1"/>
          <p:nvPr/>
        </p:nvSpPr>
        <p:spPr>
          <a:xfrm>
            <a:off x="-1" y="6288587"/>
            <a:ext cx="5981100" cy="6465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chemeClr val="dk1"/>
              </a:buClr>
              <a:buSzPts val="1800"/>
              <a:buFont typeface="Arial"/>
              <a:buNone/>
            </a:pPr>
            <a:r>
              <a:rPr b="0" i="0" lang="en-US" sz="1800" u="none" cap="none" strike="noStrike">
                <a:solidFill>
                  <a:schemeClr val="lt1"/>
                </a:solidFill>
                <a:latin typeface="Times New Roman"/>
                <a:ea typeface="Times New Roman"/>
                <a:cs typeface="Times New Roman"/>
                <a:sym typeface="Times New Roman"/>
              </a:rPr>
              <a:t>Machine Learning Professional</a:t>
            </a:r>
            <a:br>
              <a:rPr b="0" i="0" lang="en-US" sz="1800" u="none" cap="none" strike="noStrike">
                <a:solidFill>
                  <a:schemeClr val="lt1"/>
                </a:solidFill>
                <a:latin typeface="Times New Roman"/>
                <a:ea typeface="Times New Roman"/>
                <a:cs typeface="Times New Roman"/>
                <a:sym typeface="Times New Roman"/>
              </a:rPr>
            </a:br>
            <a:r>
              <a:rPr b="0" i="0" lang="en-US" sz="1800" u="none" cap="none" strike="noStrike">
                <a:solidFill>
                  <a:schemeClr val="lt1"/>
                </a:solidFill>
                <a:latin typeface="Times New Roman"/>
                <a:ea typeface="Times New Roman"/>
                <a:cs typeface="Times New Roman"/>
                <a:sym typeface="Times New Roman"/>
              </a:rPr>
              <a:t>Project Presentation</a:t>
            </a:r>
            <a:endParaRPr b="0" i="0" sz="1800" u="none" cap="none" strike="noStrike">
              <a:solidFill>
                <a:schemeClr val="lt1"/>
              </a:solidFill>
              <a:latin typeface="Times New Roman"/>
              <a:ea typeface="Times New Roman"/>
              <a:cs typeface="Times New Roman"/>
              <a:sym typeface="Times New Roman"/>
            </a:endParaRPr>
          </a:p>
        </p:txBody>
      </p:sp>
      <p:pic>
        <p:nvPicPr>
          <p:cNvPr id="2803" name="Google Shape;2803;g3d1afc4545f_0_2729"/>
          <p:cNvPicPr preferRelativeResize="0"/>
          <p:nvPr/>
        </p:nvPicPr>
        <p:blipFill rotWithShape="1">
          <a:blip r:embed="rId6">
            <a:alphaModFix/>
          </a:blip>
          <a:srcRect b="0" l="0" r="0" t="0"/>
          <a:stretch/>
        </p:blipFill>
        <p:spPr>
          <a:xfrm>
            <a:off x="10590875" y="6330524"/>
            <a:ext cx="1500023" cy="585000"/>
          </a:xfrm>
          <a:prstGeom prst="rect">
            <a:avLst/>
          </a:prstGeom>
          <a:noFill/>
          <a:ln>
            <a:noFill/>
          </a:ln>
        </p:spPr>
      </p:pic>
      <p:sp>
        <p:nvSpPr>
          <p:cNvPr id="2804" name="Google Shape;2804;g3d1afc4545f_0_2729"/>
          <p:cNvSpPr txBox="1"/>
          <p:nvPr/>
        </p:nvSpPr>
        <p:spPr>
          <a:xfrm>
            <a:off x="-1" y="6234672"/>
            <a:ext cx="5981100" cy="6465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chemeClr val="dk1"/>
              </a:buClr>
              <a:buSzPts val="1800"/>
              <a:buFont typeface="Arial"/>
              <a:buNone/>
            </a:pPr>
            <a:r>
              <a:rPr b="0" i="0" lang="en-US" sz="1800" u="none" cap="none" strike="noStrike">
                <a:solidFill>
                  <a:schemeClr val="lt1"/>
                </a:solidFill>
                <a:latin typeface="Times New Roman"/>
                <a:ea typeface="Times New Roman"/>
                <a:cs typeface="Times New Roman"/>
                <a:sym typeface="Times New Roman"/>
              </a:rPr>
              <a:t>Machine Learning Professional</a:t>
            </a:r>
            <a:br>
              <a:rPr b="0" i="0" lang="en-US" sz="1800" u="none" cap="none" strike="noStrike">
                <a:solidFill>
                  <a:schemeClr val="lt1"/>
                </a:solidFill>
                <a:latin typeface="Times New Roman"/>
                <a:ea typeface="Times New Roman"/>
                <a:cs typeface="Times New Roman"/>
                <a:sym typeface="Times New Roman"/>
              </a:rPr>
            </a:br>
            <a:r>
              <a:rPr b="0" i="0" lang="en-US" sz="1800" u="none" cap="none" strike="noStrike">
                <a:solidFill>
                  <a:schemeClr val="lt1"/>
                </a:solidFill>
                <a:latin typeface="Times New Roman"/>
                <a:ea typeface="Times New Roman"/>
                <a:cs typeface="Times New Roman"/>
                <a:sym typeface="Times New Roman"/>
              </a:rPr>
              <a:t>Project Presentation</a:t>
            </a:r>
            <a:endParaRPr b="0" i="0" sz="1800" u="none" cap="none" strike="noStrike">
              <a:solidFill>
                <a:schemeClr val="lt1"/>
              </a:solidFill>
              <a:latin typeface="Times New Roman"/>
              <a:ea typeface="Times New Roman"/>
              <a:cs typeface="Times New Roman"/>
              <a:sym typeface="Times New Roman"/>
            </a:endParaRPr>
          </a:p>
        </p:txBody>
      </p:sp>
      <p:pic>
        <p:nvPicPr>
          <p:cNvPr id="2805" name="Google Shape;2805;g3d1afc4545f_0_2729"/>
          <p:cNvPicPr preferRelativeResize="0"/>
          <p:nvPr/>
        </p:nvPicPr>
        <p:blipFill rotWithShape="1">
          <a:blip r:embed="rId6">
            <a:alphaModFix/>
          </a:blip>
          <a:srcRect b="0" l="0" r="0" t="0"/>
          <a:stretch/>
        </p:blipFill>
        <p:spPr>
          <a:xfrm>
            <a:off x="10590875" y="6330524"/>
            <a:ext cx="1500023" cy="585000"/>
          </a:xfrm>
          <a:prstGeom prst="rect">
            <a:avLst/>
          </a:prstGeom>
          <a:noFill/>
          <a:ln>
            <a:noFill/>
          </a:ln>
        </p:spPr>
      </p:pic>
      <p:sp>
        <p:nvSpPr>
          <p:cNvPr id="2806" name="Google Shape;2806;g3d1afc4545f_0_2729"/>
          <p:cNvSpPr txBox="1"/>
          <p:nvPr/>
        </p:nvSpPr>
        <p:spPr>
          <a:xfrm>
            <a:off x="-1" y="6234672"/>
            <a:ext cx="5981100" cy="6465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chemeClr val="dk1"/>
              </a:buClr>
              <a:buSzPts val="1800"/>
              <a:buFont typeface="Arial"/>
              <a:buNone/>
            </a:pPr>
            <a:r>
              <a:rPr b="0" i="0" lang="en-US" sz="1800" u="none" cap="none" strike="noStrike">
                <a:solidFill>
                  <a:schemeClr val="lt1"/>
                </a:solidFill>
                <a:latin typeface="Times New Roman"/>
                <a:ea typeface="Times New Roman"/>
                <a:cs typeface="Times New Roman"/>
                <a:sym typeface="Times New Roman"/>
              </a:rPr>
              <a:t>Machine Learning Professional</a:t>
            </a:r>
            <a:br>
              <a:rPr b="0" i="0" lang="en-US" sz="1800" u="none" cap="none" strike="noStrike">
                <a:solidFill>
                  <a:schemeClr val="lt1"/>
                </a:solidFill>
                <a:latin typeface="Times New Roman"/>
                <a:ea typeface="Times New Roman"/>
                <a:cs typeface="Times New Roman"/>
                <a:sym typeface="Times New Roman"/>
              </a:rPr>
            </a:br>
            <a:r>
              <a:rPr b="0" i="0" lang="en-US" sz="1800" u="none" cap="none" strike="noStrike">
                <a:solidFill>
                  <a:schemeClr val="lt1"/>
                </a:solidFill>
                <a:latin typeface="Times New Roman"/>
                <a:ea typeface="Times New Roman"/>
                <a:cs typeface="Times New Roman"/>
                <a:sym typeface="Times New Roman"/>
              </a:rPr>
              <a:t>Project Presentation</a:t>
            </a:r>
            <a:endParaRPr b="0" i="0" sz="1800" u="none" cap="none" strike="noStrike">
              <a:solidFill>
                <a:schemeClr val="lt1"/>
              </a:solidFill>
              <a:latin typeface="Times New Roman"/>
              <a:ea typeface="Times New Roman"/>
              <a:cs typeface="Times New Roman"/>
              <a:sym typeface="Times New Roman"/>
            </a:endParaRPr>
          </a:p>
        </p:txBody>
      </p:sp>
      <p:pic>
        <p:nvPicPr>
          <p:cNvPr id="2807" name="Google Shape;2807;g3d1afc4545f_0_2729"/>
          <p:cNvPicPr preferRelativeResize="0"/>
          <p:nvPr/>
        </p:nvPicPr>
        <p:blipFill rotWithShape="1">
          <a:blip r:embed="rId6">
            <a:alphaModFix/>
          </a:blip>
          <a:srcRect b="0" l="0" r="0" t="0"/>
          <a:stretch/>
        </p:blipFill>
        <p:spPr>
          <a:xfrm>
            <a:off x="10590875" y="6330524"/>
            <a:ext cx="1500023" cy="585000"/>
          </a:xfrm>
          <a:prstGeom prst="rect">
            <a:avLst/>
          </a:prstGeom>
          <a:noFill/>
          <a:ln>
            <a:noFill/>
          </a:ln>
        </p:spPr>
      </p:pic>
      <p:sp>
        <p:nvSpPr>
          <p:cNvPr id="2808" name="Google Shape;2808;g3d1afc4545f_0_2729"/>
          <p:cNvSpPr txBox="1"/>
          <p:nvPr/>
        </p:nvSpPr>
        <p:spPr>
          <a:xfrm>
            <a:off x="-1" y="6234672"/>
            <a:ext cx="5981100" cy="6465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chemeClr val="dk1"/>
              </a:buClr>
              <a:buSzPts val="1800"/>
              <a:buFont typeface="Arial"/>
              <a:buNone/>
            </a:pPr>
            <a:r>
              <a:rPr b="0" i="0" lang="en-US" sz="1800" u="none" cap="none" strike="noStrike">
                <a:solidFill>
                  <a:schemeClr val="lt1"/>
                </a:solidFill>
                <a:latin typeface="Times New Roman"/>
                <a:ea typeface="Times New Roman"/>
                <a:cs typeface="Times New Roman"/>
                <a:sym typeface="Times New Roman"/>
              </a:rPr>
              <a:t>Nanoelectronics - Seminar Presentation</a:t>
            </a:r>
            <a:br>
              <a:rPr b="0" i="0" lang="en-US" sz="1800" u="none" cap="none" strike="noStrike">
                <a:solidFill>
                  <a:schemeClr val="lt1"/>
                </a:solidFill>
                <a:latin typeface="Times New Roman"/>
                <a:ea typeface="Times New Roman"/>
                <a:cs typeface="Times New Roman"/>
                <a:sym typeface="Times New Roman"/>
              </a:rPr>
            </a:br>
            <a:r>
              <a:rPr b="0" i="0" lang="en-US" sz="1800" u="none" cap="none" strike="noStrike">
                <a:solidFill>
                  <a:schemeClr val="lt1"/>
                </a:solidFill>
                <a:latin typeface="Times New Roman"/>
                <a:ea typeface="Times New Roman"/>
                <a:cs typeface="Times New Roman"/>
                <a:sym typeface="Times New Roman"/>
              </a:rPr>
              <a:t>Ronit Dutta</a:t>
            </a:r>
            <a:endParaRPr b="0" i="0" sz="1800" u="none" cap="none" strike="noStrike">
              <a:solidFill>
                <a:schemeClr val="lt1"/>
              </a:solidFill>
              <a:latin typeface="Times New Roman"/>
              <a:ea typeface="Times New Roman"/>
              <a:cs typeface="Times New Roman"/>
              <a:sym typeface="Times New Roman"/>
            </a:endParaRPr>
          </a:p>
        </p:txBody>
      </p:sp>
      <p:pic>
        <p:nvPicPr>
          <p:cNvPr id="2809" name="Google Shape;2809;g3d1afc4545f_0_2729"/>
          <p:cNvPicPr preferRelativeResize="0"/>
          <p:nvPr/>
        </p:nvPicPr>
        <p:blipFill rotWithShape="1">
          <a:blip r:embed="rId6">
            <a:alphaModFix/>
          </a:blip>
          <a:srcRect b="0" l="0" r="0" t="0"/>
          <a:stretch/>
        </p:blipFill>
        <p:spPr>
          <a:xfrm>
            <a:off x="10590875" y="6330524"/>
            <a:ext cx="1500023" cy="585000"/>
          </a:xfrm>
          <a:prstGeom prst="rect">
            <a:avLst/>
          </a:prstGeom>
          <a:noFill/>
          <a:ln>
            <a:noFill/>
          </a:ln>
        </p:spPr>
      </p:pic>
      <p:pic>
        <p:nvPicPr>
          <p:cNvPr id="2810" name="Google Shape;2810;g3d1afc4545f_0_2729"/>
          <p:cNvPicPr preferRelativeResize="0"/>
          <p:nvPr/>
        </p:nvPicPr>
        <p:blipFill rotWithShape="1">
          <a:blip r:embed="rId10">
            <a:alphaModFix/>
          </a:blip>
          <a:srcRect b="0" l="0" r="0" t="0"/>
          <a:stretch/>
        </p:blipFill>
        <p:spPr>
          <a:xfrm>
            <a:off x="0" y="6234674"/>
            <a:ext cx="12192000" cy="1165875"/>
          </a:xfrm>
          <a:prstGeom prst="rect">
            <a:avLst/>
          </a:prstGeom>
          <a:noFill/>
          <a:ln>
            <a:noFill/>
          </a:ln>
        </p:spPr>
      </p:pic>
      <p:sp>
        <p:nvSpPr>
          <p:cNvPr id="2811" name="Google Shape;2811;g3d1afc4545f_0_2729"/>
          <p:cNvSpPr txBox="1"/>
          <p:nvPr/>
        </p:nvSpPr>
        <p:spPr>
          <a:xfrm>
            <a:off x="-1" y="6310697"/>
            <a:ext cx="5981100" cy="6465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chemeClr val="dk1"/>
              </a:buClr>
              <a:buSzPts val="1800"/>
              <a:buFont typeface="Arial"/>
              <a:buNone/>
            </a:pPr>
            <a:r>
              <a:rPr lang="en-US" sz="1800">
                <a:solidFill>
                  <a:schemeClr val="lt1"/>
                </a:solidFill>
                <a:latin typeface="Times New Roman"/>
                <a:ea typeface="Times New Roman"/>
                <a:cs typeface="Times New Roman"/>
                <a:sym typeface="Times New Roman"/>
              </a:rPr>
              <a:t>Applied Mathematics for Engineering [MIDTERM PROJECT]</a:t>
            </a:r>
            <a:br>
              <a:rPr b="0" i="0" lang="en-US" sz="1800" u="none" cap="none" strike="noStrike">
                <a:solidFill>
                  <a:schemeClr val="lt1"/>
                </a:solidFill>
                <a:latin typeface="Times New Roman"/>
                <a:ea typeface="Times New Roman"/>
                <a:cs typeface="Times New Roman"/>
                <a:sym typeface="Times New Roman"/>
              </a:rPr>
            </a:br>
            <a:r>
              <a:rPr b="0" i="0" lang="en-US" sz="1800" u="none" cap="none" strike="noStrike">
                <a:solidFill>
                  <a:schemeClr val="lt1"/>
                </a:solidFill>
                <a:latin typeface="Times New Roman"/>
                <a:ea typeface="Times New Roman"/>
                <a:cs typeface="Times New Roman"/>
                <a:sym typeface="Times New Roman"/>
              </a:rPr>
              <a:t>Ronit Dutta</a:t>
            </a:r>
            <a:endParaRPr b="0" i="0" sz="1800" u="none" cap="none" strike="noStrike">
              <a:solidFill>
                <a:schemeClr val="lt1"/>
              </a:solidFill>
              <a:latin typeface="Times New Roman"/>
              <a:ea typeface="Times New Roman"/>
              <a:cs typeface="Times New Roman"/>
              <a:sym typeface="Times New Roman"/>
            </a:endParaRPr>
          </a:p>
        </p:txBody>
      </p:sp>
      <p:pic>
        <p:nvPicPr>
          <p:cNvPr id="2812" name="Google Shape;2812;g3d1afc4545f_0_2729"/>
          <p:cNvPicPr preferRelativeResize="0"/>
          <p:nvPr/>
        </p:nvPicPr>
        <p:blipFill rotWithShape="1">
          <a:blip r:embed="rId6">
            <a:alphaModFix/>
          </a:blip>
          <a:srcRect b="0" l="0" r="0" t="0"/>
          <a:stretch/>
        </p:blipFill>
        <p:spPr>
          <a:xfrm>
            <a:off x="10579375" y="6341449"/>
            <a:ext cx="1500023" cy="585000"/>
          </a:xfrm>
          <a:prstGeom prst="rect">
            <a:avLst/>
          </a:prstGeom>
          <a:noFill/>
          <a:ln>
            <a:noFill/>
          </a:ln>
        </p:spPr>
      </p:pic>
      <p:pic>
        <p:nvPicPr>
          <p:cNvPr id="2813" name="Google Shape;2813;g3d1afc4545f_0_2729"/>
          <p:cNvPicPr preferRelativeResize="0"/>
          <p:nvPr/>
        </p:nvPicPr>
        <p:blipFill>
          <a:blip r:embed="rId11">
            <a:alphaModFix/>
          </a:blip>
          <a:stretch>
            <a:fillRect/>
          </a:stretch>
        </p:blipFill>
        <p:spPr>
          <a:xfrm>
            <a:off x="945600" y="1550225"/>
            <a:ext cx="9704051" cy="3443825"/>
          </a:xfrm>
          <a:prstGeom prst="rect">
            <a:avLst/>
          </a:prstGeom>
          <a:noFill/>
          <a:ln cap="flat" cmpd="sng" w="19050">
            <a:solidFill>
              <a:schemeClr val="dk1"/>
            </a:solidFill>
            <a:prstDash val="solid"/>
            <a:round/>
            <a:headEnd len="sm" w="sm" type="none"/>
            <a:tailEnd len="sm" w="sm" type="none"/>
          </a:ln>
        </p:spPr>
      </p:pic>
      <p:sp>
        <p:nvSpPr>
          <p:cNvPr id="2814" name="Google Shape;2814;g3d1afc4545f_0_2729"/>
          <p:cNvSpPr/>
          <p:nvPr/>
        </p:nvSpPr>
        <p:spPr>
          <a:xfrm>
            <a:off x="2374325" y="1550225"/>
            <a:ext cx="5639100" cy="369300"/>
          </a:xfrm>
          <a:prstGeom prst="rect">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Calibri"/>
              <a:ea typeface="Calibri"/>
              <a:cs typeface="Calibri"/>
              <a:sym typeface="Calibri"/>
            </a:endParaRPr>
          </a:p>
        </p:txBody>
      </p:sp>
      <p:sp>
        <p:nvSpPr>
          <p:cNvPr id="2815" name="Google Shape;2815;g3d1afc4545f_0_2729"/>
          <p:cNvSpPr/>
          <p:nvPr/>
        </p:nvSpPr>
        <p:spPr>
          <a:xfrm>
            <a:off x="1148750" y="3940375"/>
            <a:ext cx="8655900" cy="369300"/>
          </a:xfrm>
          <a:prstGeom prst="rect">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Calibri"/>
              <a:ea typeface="Calibri"/>
              <a:cs typeface="Calibri"/>
              <a:sym typeface="Calibri"/>
            </a:endParaRPr>
          </a:p>
        </p:txBody>
      </p:sp>
      <p:sp>
        <p:nvSpPr>
          <p:cNvPr id="2816" name="Google Shape;2816;g3d1afc4545f_0_2729"/>
          <p:cNvSpPr/>
          <p:nvPr/>
        </p:nvSpPr>
        <p:spPr>
          <a:xfrm>
            <a:off x="1148750" y="4362675"/>
            <a:ext cx="4832400" cy="311700"/>
          </a:xfrm>
          <a:prstGeom prst="rect">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Calibri"/>
              <a:ea typeface="Calibri"/>
              <a:cs typeface="Calibri"/>
              <a:sym typeface="Calibri"/>
            </a:endParaRPr>
          </a:p>
        </p:txBody>
      </p:sp>
    </p:spTree>
  </p:cSld>
  <p:clrMapOvr>
    <a:masterClrMapping/>
  </p:clrMapOvr>
</p:sld>
</file>

<file path=ppt/slides/slide2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820" name="Shape 2820"/>
        <p:cNvGrpSpPr/>
        <p:nvPr/>
      </p:nvGrpSpPr>
      <p:grpSpPr>
        <a:xfrm>
          <a:off x="0" y="0"/>
          <a:ext cx="0" cy="0"/>
          <a:chOff x="0" y="0"/>
          <a:chExt cx="0" cy="0"/>
        </a:xfrm>
      </p:grpSpPr>
      <p:pic>
        <p:nvPicPr>
          <p:cNvPr id="2821" name="Google Shape;2821;g3d1afc4545f_0_2096"/>
          <p:cNvPicPr preferRelativeResize="0"/>
          <p:nvPr/>
        </p:nvPicPr>
        <p:blipFill rotWithShape="1">
          <a:blip r:embed="rId3">
            <a:alphaModFix/>
          </a:blip>
          <a:srcRect b="0" l="0" r="0" t="0"/>
          <a:stretch/>
        </p:blipFill>
        <p:spPr>
          <a:xfrm>
            <a:off x="-4" y="6211289"/>
            <a:ext cx="12192003" cy="1285104"/>
          </a:xfrm>
          <a:prstGeom prst="rect">
            <a:avLst/>
          </a:prstGeom>
          <a:noFill/>
          <a:ln>
            <a:noFill/>
          </a:ln>
        </p:spPr>
      </p:pic>
      <p:pic>
        <p:nvPicPr>
          <p:cNvPr id="2822" name="Google Shape;2822;g3d1afc4545f_0_2096"/>
          <p:cNvPicPr preferRelativeResize="0"/>
          <p:nvPr/>
        </p:nvPicPr>
        <p:blipFill rotWithShape="1">
          <a:blip r:embed="rId4">
            <a:alphaModFix/>
          </a:blip>
          <a:srcRect b="0" l="0" r="0" t="0"/>
          <a:stretch/>
        </p:blipFill>
        <p:spPr>
          <a:xfrm>
            <a:off x="10590934" y="6330522"/>
            <a:ext cx="1499906" cy="585000"/>
          </a:xfrm>
          <a:prstGeom prst="rect">
            <a:avLst/>
          </a:prstGeom>
          <a:noFill/>
          <a:ln>
            <a:noFill/>
          </a:ln>
        </p:spPr>
      </p:pic>
      <p:sp>
        <p:nvSpPr>
          <p:cNvPr id="2823" name="Google Shape;2823;g3d1afc4545f_0_2096"/>
          <p:cNvSpPr txBox="1"/>
          <p:nvPr/>
        </p:nvSpPr>
        <p:spPr>
          <a:xfrm>
            <a:off x="-1" y="6288587"/>
            <a:ext cx="5981100" cy="3693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chemeClr val="dk1"/>
              </a:buClr>
              <a:buSzPts val="1800"/>
              <a:buFont typeface="Arial"/>
              <a:buNone/>
            </a:pPr>
            <a:r>
              <a:rPr b="0" i="0" lang="en-US" sz="1800" u="none" cap="none" strike="noStrike">
                <a:solidFill>
                  <a:schemeClr val="lt1"/>
                </a:solidFill>
                <a:latin typeface="Times New Roman"/>
                <a:ea typeface="Times New Roman"/>
                <a:cs typeface="Times New Roman"/>
                <a:sym typeface="Times New Roman"/>
              </a:rPr>
              <a:t>Term Paper Presentation | Ronit Dutta</a:t>
            </a:r>
            <a:endParaRPr b="0" i="0" sz="1800" u="none" cap="none" strike="noStrike">
              <a:solidFill>
                <a:schemeClr val="lt1"/>
              </a:solidFill>
              <a:latin typeface="Times New Roman"/>
              <a:ea typeface="Times New Roman"/>
              <a:cs typeface="Times New Roman"/>
              <a:sym typeface="Times New Roman"/>
            </a:endParaRPr>
          </a:p>
        </p:txBody>
      </p:sp>
      <p:pic>
        <p:nvPicPr>
          <p:cNvPr id="2824" name="Google Shape;2824;g3d1afc4545f_0_2096"/>
          <p:cNvPicPr preferRelativeResize="0"/>
          <p:nvPr/>
        </p:nvPicPr>
        <p:blipFill rotWithShape="1">
          <a:blip r:embed="rId5">
            <a:alphaModFix/>
          </a:blip>
          <a:srcRect b="0" l="0" r="0" t="0"/>
          <a:stretch/>
        </p:blipFill>
        <p:spPr>
          <a:xfrm>
            <a:off x="-4" y="6211289"/>
            <a:ext cx="12192003" cy="1285104"/>
          </a:xfrm>
          <a:prstGeom prst="rect">
            <a:avLst/>
          </a:prstGeom>
          <a:noFill/>
          <a:ln>
            <a:noFill/>
          </a:ln>
        </p:spPr>
      </p:pic>
      <p:pic>
        <p:nvPicPr>
          <p:cNvPr id="2825" name="Google Shape;2825;g3d1afc4545f_0_2096"/>
          <p:cNvPicPr preferRelativeResize="0"/>
          <p:nvPr/>
        </p:nvPicPr>
        <p:blipFill rotWithShape="1">
          <a:blip r:embed="rId4">
            <a:alphaModFix/>
          </a:blip>
          <a:srcRect b="0" l="0" r="0" t="0"/>
          <a:stretch/>
        </p:blipFill>
        <p:spPr>
          <a:xfrm>
            <a:off x="10590934" y="6330522"/>
            <a:ext cx="1499906" cy="585000"/>
          </a:xfrm>
          <a:prstGeom prst="rect">
            <a:avLst/>
          </a:prstGeom>
          <a:noFill/>
          <a:ln>
            <a:noFill/>
          </a:ln>
        </p:spPr>
      </p:pic>
      <p:sp>
        <p:nvSpPr>
          <p:cNvPr id="2826" name="Google Shape;2826;g3d1afc4545f_0_2096"/>
          <p:cNvSpPr txBox="1"/>
          <p:nvPr/>
        </p:nvSpPr>
        <p:spPr>
          <a:xfrm>
            <a:off x="-1" y="6288587"/>
            <a:ext cx="5981100" cy="3693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chemeClr val="dk1"/>
              </a:buClr>
              <a:buSzPts val="1800"/>
              <a:buFont typeface="Arial"/>
              <a:buNone/>
            </a:pPr>
            <a:r>
              <a:rPr b="0" i="0" lang="en-US" sz="1800" u="none" cap="none" strike="noStrike">
                <a:solidFill>
                  <a:schemeClr val="lt1"/>
                </a:solidFill>
                <a:latin typeface="Times New Roman"/>
                <a:ea typeface="Times New Roman"/>
                <a:cs typeface="Times New Roman"/>
                <a:sym typeface="Times New Roman"/>
              </a:rPr>
              <a:t>Term Paper Presentation | Ronit Dutta</a:t>
            </a:r>
            <a:endParaRPr b="0" i="0" sz="1800" u="none" cap="none" strike="noStrike">
              <a:solidFill>
                <a:schemeClr val="lt1"/>
              </a:solidFill>
              <a:latin typeface="Times New Roman"/>
              <a:ea typeface="Times New Roman"/>
              <a:cs typeface="Times New Roman"/>
              <a:sym typeface="Times New Roman"/>
            </a:endParaRPr>
          </a:p>
        </p:txBody>
      </p:sp>
      <p:pic>
        <p:nvPicPr>
          <p:cNvPr id="2827" name="Google Shape;2827;g3d1afc4545f_0_2096"/>
          <p:cNvPicPr preferRelativeResize="0"/>
          <p:nvPr/>
        </p:nvPicPr>
        <p:blipFill rotWithShape="1">
          <a:blip r:embed="rId5">
            <a:alphaModFix/>
          </a:blip>
          <a:srcRect b="0" l="0" r="0" t="0"/>
          <a:stretch/>
        </p:blipFill>
        <p:spPr>
          <a:xfrm>
            <a:off x="-4" y="6211289"/>
            <a:ext cx="12192003" cy="1285104"/>
          </a:xfrm>
          <a:prstGeom prst="rect">
            <a:avLst/>
          </a:prstGeom>
          <a:noFill/>
          <a:ln>
            <a:noFill/>
          </a:ln>
        </p:spPr>
      </p:pic>
      <p:pic>
        <p:nvPicPr>
          <p:cNvPr id="2828" name="Google Shape;2828;g3d1afc4545f_0_2096"/>
          <p:cNvPicPr preferRelativeResize="0"/>
          <p:nvPr/>
        </p:nvPicPr>
        <p:blipFill rotWithShape="1">
          <a:blip r:embed="rId4">
            <a:alphaModFix/>
          </a:blip>
          <a:srcRect b="0" l="0" r="0" t="0"/>
          <a:stretch/>
        </p:blipFill>
        <p:spPr>
          <a:xfrm>
            <a:off x="10590934" y="6330522"/>
            <a:ext cx="1499906" cy="585000"/>
          </a:xfrm>
          <a:prstGeom prst="rect">
            <a:avLst/>
          </a:prstGeom>
          <a:noFill/>
          <a:ln>
            <a:noFill/>
          </a:ln>
        </p:spPr>
      </p:pic>
      <p:sp>
        <p:nvSpPr>
          <p:cNvPr id="2829" name="Google Shape;2829;g3d1afc4545f_0_2096"/>
          <p:cNvSpPr txBox="1"/>
          <p:nvPr/>
        </p:nvSpPr>
        <p:spPr>
          <a:xfrm>
            <a:off x="-1" y="6288587"/>
            <a:ext cx="5981100" cy="6465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chemeClr val="dk1"/>
              </a:buClr>
              <a:buSzPts val="1800"/>
              <a:buFont typeface="Arial"/>
              <a:buNone/>
            </a:pPr>
            <a:r>
              <a:rPr b="0" i="0" lang="en-US" sz="1800" u="none" cap="none" strike="noStrike">
                <a:solidFill>
                  <a:schemeClr val="lt1"/>
                </a:solidFill>
                <a:latin typeface="Times New Roman"/>
                <a:ea typeface="Times New Roman"/>
                <a:cs typeface="Times New Roman"/>
                <a:sym typeface="Times New Roman"/>
              </a:rPr>
              <a:t>Machine Learning Professional</a:t>
            </a:r>
            <a:br>
              <a:rPr b="0" i="0" lang="en-US" sz="1800" u="none" cap="none" strike="noStrike">
                <a:solidFill>
                  <a:schemeClr val="lt1"/>
                </a:solidFill>
                <a:latin typeface="Times New Roman"/>
                <a:ea typeface="Times New Roman"/>
                <a:cs typeface="Times New Roman"/>
                <a:sym typeface="Times New Roman"/>
              </a:rPr>
            </a:br>
            <a:r>
              <a:rPr b="0" i="0" lang="en-US" sz="1800" u="none" cap="none" strike="noStrike">
                <a:solidFill>
                  <a:schemeClr val="lt1"/>
                </a:solidFill>
                <a:latin typeface="Times New Roman"/>
                <a:ea typeface="Times New Roman"/>
                <a:cs typeface="Times New Roman"/>
                <a:sym typeface="Times New Roman"/>
              </a:rPr>
              <a:t>Project Presentation</a:t>
            </a:r>
            <a:endParaRPr b="0" i="0" sz="1800" u="none" cap="none" strike="noStrike">
              <a:solidFill>
                <a:schemeClr val="lt1"/>
              </a:solidFill>
              <a:latin typeface="Times New Roman"/>
              <a:ea typeface="Times New Roman"/>
              <a:cs typeface="Times New Roman"/>
              <a:sym typeface="Times New Roman"/>
            </a:endParaRPr>
          </a:p>
        </p:txBody>
      </p:sp>
      <p:pic>
        <p:nvPicPr>
          <p:cNvPr id="2830" name="Google Shape;2830;g3d1afc4545f_0_2096"/>
          <p:cNvPicPr preferRelativeResize="0"/>
          <p:nvPr/>
        </p:nvPicPr>
        <p:blipFill rotWithShape="1">
          <a:blip r:embed="rId6">
            <a:alphaModFix/>
          </a:blip>
          <a:srcRect b="0" l="0" r="0" t="0"/>
          <a:stretch/>
        </p:blipFill>
        <p:spPr>
          <a:xfrm>
            <a:off x="10590875" y="6330524"/>
            <a:ext cx="1500023" cy="585000"/>
          </a:xfrm>
          <a:prstGeom prst="rect">
            <a:avLst/>
          </a:prstGeom>
          <a:noFill/>
          <a:ln>
            <a:noFill/>
          </a:ln>
        </p:spPr>
      </p:pic>
      <p:pic>
        <p:nvPicPr>
          <p:cNvPr id="2831" name="Google Shape;2831;g3d1afc4545f_0_2096"/>
          <p:cNvPicPr preferRelativeResize="0"/>
          <p:nvPr/>
        </p:nvPicPr>
        <p:blipFill rotWithShape="1">
          <a:blip r:embed="rId7">
            <a:alphaModFix/>
          </a:blip>
          <a:srcRect b="0" l="0" r="0" t="0"/>
          <a:stretch/>
        </p:blipFill>
        <p:spPr>
          <a:xfrm>
            <a:off x="-4" y="6211289"/>
            <a:ext cx="12192003" cy="1285104"/>
          </a:xfrm>
          <a:prstGeom prst="rect">
            <a:avLst/>
          </a:prstGeom>
          <a:noFill/>
          <a:ln>
            <a:noFill/>
          </a:ln>
        </p:spPr>
      </p:pic>
      <p:sp>
        <p:nvSpPr>
          <p:cNvPr id="2832" name="Google Shape;2832;g3d1afc4545f_0_2096"/>
          <p:cNvSpPr txBox="1"/>
          <p:nvPr/>
        </p:nvSpPr>
        <p:spPr>
          <a:xfrm>
            <a:off x="-1" y="6288587"/>
            <a:ext cx="5981100" cy="6465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chemeClr val="dk1"/>
              </a:buClr>
              <a:buSzPts val="1800"/>
              <a:buFont typeface="Arial"/>
              <a:buNone/>
            </a:pPr>
            <a:r>
              <a:rPr b="0" i="0" lang="en-US" sz="1800" u="none" cap="none" strike="noStrike">
                <a:solidFill>
                  <a:schemeClr val="lt1"/>
                </a:solidFill>
                <a:latin typeface="Times New Roman"/>
                <a:ea typeface="Times New Roman"/>
                <a:cs typeface="Times New Roman"/>
                <a:sym typeface="Times New Roman"/>
              </a:rPr>
              <a:t>Machine Learning Professional</a:t>
            </a:r>
            <a:br>
              <a:rPr b="0" i="0" lang="en-US" sz="1800" u="none" cap="none" strike="noStrike">
                <a:solidFill>
                  <a:schemeClr val="lt1"/>
                </a:solidFill>
                <a:latin typeface="Times New Roman"/>
                <a:ea typeface="Times New Roman"/>
                <a:cs typeface="Times New Roman"/>
                <a:sym typeface="Times New Roman"/>
              </a:rPr>
            </a:br>
            <a:r>
              <a:rPr b="0" i="0" lang="en-US" sz="1800" u="none" cap="none" strike="noStrike">
                <a:solidFill>
                  <a:schemeClr val="lt1"/>
                </a:solidFill>
                <a:latin typeface="Times New Roman"/>
                <a:ea typeface="Times New Roman"/>
                <a:cs typeface="Times New Roman"/>
                <a:sym typeface="Times New Roman"/>
              </a:rPr>
              <a:t>Project Presentation</a:t>
            </a:r>
            <a:endParaRPr b="0" i="0" sz="1800" u="none" cap="none" strike="noStrike">
              <a:solidFill>
                <a:schemeClr val="lt1"/>
              </a:solidFill>
              <a:latin typeface="Times New Roman"/>
              <a:ea typeface="Times New Roman"/>
              <a:cs typeface="Times New Roman"/>
              <a:sym typeface="Times New Roman"/>
            </a:endParaRPr>
          </a:p>
        </p:txBody>
      </p:sp>
      <p:pic>
        <p:nvPicPr>
          <p:cNvPr id="2833" name="Google Shape;2833;g3d1afc4545f_0_2096"/>
          <p:cNvPicPr preferRelativeResize="0"/>
          <p:nvPr/>
        </p:nvPicPr>
        <p:blipFill rotWithShape="1">
          <a:blip r:embed="rId6">
            <a:alphaModFix/>
          </a:blip>
          <a:srcRect b="0" l="0" r="0" t="0"/>
          <a:stretch/>
        </p:blipFill>
        <p:spPr>
          <a:xfrm>
            <a:off x="10590875" y="6330524"/>
            <a:ext cx="1500023" cy="585000"/>
          </a:xfrm>
          <a:prstGeom prst="rect">
            <a:avLst/>
          </a:prstGeom>
          <a:noFill/>
          <a:ln>
            <a:noFill/>
          </a:ln>
        </p:spPr>
      </p:pic>
      <p:pic>
        <p:nvPicPr>
          <p:cNvPr id="2834" name="Google Shape;2834;g3d1afc4545f_0_2096"/>
          <p:cNvPicPr preferRelativeResize="0"/>
          <p:nvPr/>
        </p:nvPicPr>
        <p:blipFill rotWithShape="1">
          <a:blip r:embed="rId7">
            <a:alphaModFix/>
          </a:blip>
          <a:srcRect b="0" l="0" r="0" t="0"/>
          <a:stretch/>
        </p:blipFill>
        <p:spPr>
          <a:xfrm>
            <a:off x="-4" y="6211289"/>
            <a:ext cx="12192003" cy="1285104"/>
          </a:xfrm>
          <a:prstGeom prst="rect">
            <a:avLst/>
          </a:prstGeom>
          <a:noFill/>
          <a:ln>
            <a:noFill/>
          </a:ln>
        </p:spPr>
      </p:pic>
      <p:sp>
        <p:nvSpPr>
          <p:cNvPr id="2835" name="Google Shape;2835;g3d1afc4545f_0_2096"/>
          <p:cNvSpPr txBox="1"/>
          <p:nvPr/>
        </p:nvSpPr>
        <p:spPr>
          <a:xfrm>
            <a:off x="-1" y="6234672"/>
            <a:ext cx="5981100" cy="6465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chemeClr val="dk1"/>
              </a:buClr>
              <a:buSzPts val="1800"/>
              <a:buFont typeface="Arial"/>
              <a:buNone/>
            </a:pPr>
            <a:r>
              <a:rPr b="0" i="0" lang="en-US" sz="1800" u="none" cap="none" strike="noStrike">
                <a:solidFill>
                  <a:schemeClr val="lt1"/>
                </a:solidFill>
                <a:latin typeface="Times New Roman"/>
                <a:ea typeface="Times New Roman"/>
                <a:cs typeface="Times New Roman"/>
                <a:sym typeface="Times New Roman"/>
              </a:rPr>
              <a:t>Machine Learning Professional</a:t>
            </a:r>
            <a:br>
              <a:rPr b="0" i="0" lang="en-US" sz="1800" u="none" cap="none" strike="noStrike">
                <a:solidFill>
                  <a:schemeClr val="lt1"/>
                </a:solidFill>
                <a:latin typeface="Times New Roman"/>
                <a:ea typeface="Times New Roman"/>
                <a:cs typeface="Times New Roman"/>
                <a:sym typeface="Times New Roman"/>
              </a:rPr>
            </a:br>
            <a:r>
              <a:rPr b="0" i="0" lang="en-US" sz="1800" u="none" cap="none" strike="noStrike">
                <a:solidFill>
                  <a:schemeClr val="lt1"/>
                </a:solidFill>
                <a:latin typeface="Times New Roman"/>
                <a:ea typeface="Times New Roman"/>
                <a:cs typeface="Times New Roman"/>
                <a:sym typeface="Times New Roman"/>
              </a:rPr>
              <a:t>Project Presentation</a:t>
            </a:r>
            <a:endParaRPr b="0" i="0" sz="1800" u="none" cap="none" strike="noStrike">
              <a:solidFill>
                <a:schemeClr val="lt1"/>
              </a:solidFill>
              <a:latin typeface="Times New Roman"/>
              <a:ea typeface="Times New Roman"/>
              <a:cs typeface="Times New Roman"/>
              <a:sym typeface="Times New Roman"/>
            </a:endParaRPr>
          </a:p>
        </p:txBody>
      </p:sp>
      <p:pic>
        <p:nvPicPr>
          <p:cNvPr id="2836" name="Google Shape;2836;g3d1afc4545f_0_2096"/>
          <p:cNvPicPr preferRelativeResize="0"/>
          <p:nvPr/>
        </p:nvPicPr>
        <p:blipFill rotWithShape="1">
          <a:blip r:embed="rId6">
            <a:alphaModFix/>
          </a:blip>
          <a:srcRect b="0" l="0" r="0" t="0"/>
          <a:stretch/>
        </p:blipFill>
        <p:spPr>
          <a:xfrm>
            <a:off x="10590875" y="6330524"/>
            <a:ext cx="1500023" cy="585000"/>
          </a:xfrm>
          <a:prstGeom prst="rect">
            <a:avLst/>
          </a:prstGeom>
          <a:noFill/>
          <a:ln>
            <a:noFill/>
          </a:ln>
        </p:spPr>
      </p:pic>
      <p:pic>
        <p:nvPicPr>
          <p:cNvPr id="2837" name="Google Shape;2837;g3d1afc4545f_0_2096"/>
          <p:cNvPicPr preferRelativeResize="0"/>
          <p:nvPr/>
        </p:nvPicPr>
        <p:blipFill rotWithShape="1">
          <a:blip r:embed="rId8">
            <a:alphaModFix/>
          </a:blip>
          <a:srcRect b="0" l="0" r="0" t="0"/>
          <a:stretch/>
        </p:blipFill>
        <p:spPr>
          <a:xfrm>
            <a:off x="-4" y="6211289"/>
            <a:ext cx="12192003" cy="1285104"/>
          </a:xfrm>
          <a:prstGeom prst="rect">
            <a:avLst/>
          </a:prstGeom>
          <a:noFill/>
          <a:ln>
            <a:noFill/>
          </a:ln>
        </p:spPr>
      </p:pic>
      <p:sp>
        <p:nvSpPr>
          <p:cNvPr id="2838" name="Google Shape;2838;g3d1afc4545f_0_2096"/>
          <p:cNvSpPr txBox="1"/>
          <p:nvPr/>
        </p:nvSpPr>
        <p:spPr>
          <a:xfrm>
            <a:off x="-1" y="6234672"/>
            <a:ext cx="5981100" cy="6465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chemeClr val="dk1"/>
              </a:buClr>
              <a:buSzPts val="1800"/>
              <a:buFont typeface="Arial"/>
              <a:buNone/>
            </a:pPr>
            <a:r>
              <a:rPr b="0" i="0" lang="en-US" sz="1800" u="none" cap="none" strike="noStrike">
                <a:solidFill>
                  <a:schemeClr val="lt1"/>
                </a:solidFill>
                <a:latin typeface="Times New Roman"/>
                <a:ea typeface="Times New Roman"/>
                <a:cs typeface="Times New Roman"/>
                <a:sym typeface="Times New Roman"/>
              </a:rPr>
              <a:t>Nanoelectronics - Seminar Presentation</a:t>
            </a:r>
            <a:br>
              <a:rPr b="0" i="0" lang="en-US" sz="1800" u="none" cap="none" strike="noStrike">
                <a:solidFill>
                  <a:schemeClr val="lt1"/>
                </a:solidFill>
                <a:latin typeface="Times New Roman"/>
                <a:ea typeface="Times New Roman"/>
                <a:cs typeface="Times New Roman"/>
                <a:sym typeface="Times New Roman"/>
              </a:rPr>
            </a:br>
            <a:r>
              <a:rPr b="0" i="0" lang="en-US" sz="1800" u="none" cap="none" strike="noStrike">
                <a:solidFill>
                  <a:schemeClr val="lt1"/>
                </a:solidFill>
                <a:latin typeface="Times New Roman"/>
                <a:ea typeface="Times New Roman"/>
                <a:cs typeface="Times New Roman"/>
                <a:sym typeface="Times New Roman"/>
              </a:rPr>
              <a:t>Ronit Dutta</a:t>
            </a:r>
            <a:endParaRPr b="0" i="0" sz="1800" u="none" cap="none" strike="noStrike">
              <a:solidFill>
                <a:schemeClr val="lt1"/>
              </a:solidFill>
              <a:latin typeface="Times New Roman"/>
              <a:ea typeface="Times New Roman"/>
              <a:cs typeface="Times New Roman"/>
              <a:sym typeface="Times New Roman"/>
            </a:endParaRPr>
          </a:p>
        </p:txBody>
      </p:sp>
      <p:pic>
        <p:nvPicPr>
          <p:cNvPr id="2839" name="Google Shape;2839;g3d1afc4545f_0_2096"/>
          <p:cNvPicPr preferRelativeResize="0"/>
          <p:nvPr/>
        </p:nvPicPr>
        <p:blipFill rotWithShape="1">
          <a:blip r:embed="rId6">
            <a:alphaModFix/>
          </a:blip>
          <a:srcRect b="0" l="0" r="0" t="0"/>
          <a:stretch/>
        </p:blipFill>
        <p:spPr>
          <a:xfrm>
            <a:off x="10590875" y="6330524"/>
            <a:ext cx="1500023" cy="585000"/>
          </a:xfrm>
          <a:prstGeom prst="rect">
            <a:avLst/>
          </a:prstGeom>
          <a:noFill/>
          <a:ln>
            <a:noFill/>
          </a:ln>
        </p:spPr>
      </p:pic>
      <p:pic>
        <p:nvPicPr>
          <p:cNvPr id="2840" name="Google Shape;2840;g3d1afc4545f_0_2096"/>
          <p:cNvPicPr preferRelativeResize="0"/>
          <p:nvPr/>
        </p:nvPicPr>
        <p:blipFill rotWithShape="1">
          <a:blip r:embed="rId9">
            <a:alphaModFix/>
          </a:blip>
          <a:srcRect b="0" l="0" r="0" t="0"/>
          <a:stretch/>
        </p:blipFill>
        <p:spPr>
          <a:xfrm>
            <a:off x="0" y="6330524"/>
            <a:ext cx="12192000" cy="1165875"/>
          </a:xfrm>
          <a:prstGeom prst="rect">
            <a:avLst/>
          </a:prstGeom>
          <a:noFill/>
          <a:ln>
            <a:noFill/>
          </a:ln>
        </p:spPr>
      </p:pic>
      <p:sp>
        <p:nvSpPr>
          <p:cNvPr id="2841" name="Google Shape;2841;g3d1afc4545f_0_2096"/>
          <p:cNvSpPr txBox="1"/>
          <p:nvPr/>
        </p:nvSpPr>
        <p:spPr>
          <a:xfrm>
            <a:off x="-1" y="6445547"/>
            <a:ext cx="5981100" cy="6465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chemeClr val="dk1"/>
              </a:buClr>
              <a:buSzPts val="1800"/>
              <a:buFont typeface="Arial"/>
              <a:buNone/>
            </a:pPr>
            <a:r>
              <a:rPr lang="en-US" sz="1800">
                <a:solidFill>
                  <a:schemeClr val="lt1"/>
                </a:solidFill>
                <a:latin typeface="Times New Roman"/>
                <a:ea typeface="Times New Roman"/>
                <a:cs typeface="Times New Roman"/>
                <a:sym typeface="Times New Roman"/>
              </a:rPr>
              <a:t>Applied Mathematics for Engineering [MIDTERM PROJECT]</a:t>
            </a:r>
            <a:br>
              <a:rPr b="0" i="0" lang="en-US" sz="1800" u="none" cap="none" strike="noStrike">
                <a:solidFill>
                  <a:schemeClr val="lt1"/>
                </a:solidFill>
                <a:latin typeface="Times New Roman"/>
                <a:ea typeface="Times New Roman"/>
                <a:cs typeface="Times New Roman"/>
                <a:sym typeface="Times New Roman"/>
              </a:rPr>
            </a:br>
            <a:r>
              <a:rPr b="0" i="0" lang="en-US" sz="1800" u="none" cap="none" strike="noStrike">
                <a:solidFill>
                  <a:schemeClr val="lt1"/>
                </a:solidFill>
                <a:latin typeface="Times New Roman"/>
                <a:ea typeface="Times New Roman"/>
                <a:cs typeface="Times New Roman"/>
                <a:sym typeface="Times New Roman"/>
              </a:rPr>
              <a:t>Ronit Dutta</a:t>
            </a:r>
            <a:endParaRPr b="0" i="0" sz="1800" u="none" cap="none" strike="noStrike">
              <a:solidFill>
                <a:schemeClr val="lt1"/>
              </a:solidFill>
              <a:latin typeface="Times New Roman"/>
              <a:ea typeface="Times New Roman"/>
              <a:cs typeface="Times New Roman"/>
              <a:sym typeface="Times New Roman"/>
            </a:endParaRPr>
          </a:p>
        </p:txBody>
      </p:sp>
      <p:pic>
        <p:nvPicPr>
          <p:cNvPr id="2842" name="Google Shape;2842;g3d1afc4545f_0_2096"/>
          <p:cNvPicPr preferRelativeResize="0"/>
          <p:nvPr/>
        </p:nvPicPr>
        <p:blipFill rotWithShape="1">
          <a:blip r:embed="rId6">
            <a:alphaModFix/>
          </a:blip>
          <a:srcRect b="0" l="0" r="0" t="0"/>
          <a:stretch/>
        </p:blipFill>
        <p:spPr>
          <a:xfrm>
            <a:off x="10579375" y="6476299"/>
            <a:ext cx="1500023" cy="585000"/>
          </a:xfrm>
          <a:prstGeom prst="rect">
            <a:avLst/>
          </a:prstGeom>
          <a:noFill/>
          <a:ln>
            <a:noFill/>
          </a:ln>
        </p:spPr>
      </p:pic>
      <p:pic>
        <p:nvPicPr>
          <p:cNvPr id="2843" name="Google Shape;2843;g3d1afc4545f_0_2096"/>
          <p:cNvPicPr preferRelativeResize="0"/>
          <p:nvPr/>
        </p:nvPicPr>
        <p:blipFill rotWithShape="1">
          <a:blip r:embed="rId4">
            <a:alphaModFix/>
          </a:blip>
          <a:srcRect b="0" l="0" r="0" t="0"/>
          <a:stretch/>
        </p:blipFill>
        <p:spPr>
          <a:xfrm>
            <a:off x="10590934" y="6330522"/>
            <a:ext cx="1499906" cy="585000"/>
          </a:xfrm>
          <a:prstGeom prst="rect">
            <a:avLst/>
          </a:prstGeom>
          <a:noFill/>
          <a:ln>
            <a:noFill/>
          </a:ln>
        </p:spPr>
      </p:pic>
      <p:sp>
        <p:nvSpPr>
          <p:cNvPr id="2844" name="Google Shape;2844;g3d1afc4545f_0_2096"/>
          <p:cNvSpPr txBox="1"/>
          <p:nvPr/>
        </p:nvSpPr>
        <p:spPr>
          <a:xfrm>
            <a:off x="-1" y="6288587"/>
            <a:ext cx="5981100" cy="3693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chemeClr val="dk1"/>
              </a:buClr>
              <a:buSzPts val="1800"/>
              <a:buFont typeface="Arial"/>
              <a:buNone/>
            </a:pPr>
            <a:r>
              <a:rPr b="0" i="0" lang="en-US" sz="1800" u="none" cap="none" strike="noStrike">
                <a:solidFill>
                  <a:schemeClr val="lt1"/>
                </a:solidFill>
                <a:latin typeface="Times New Roman"/>
                <a:ea typeface="Times New Roman"/>
                <a:cs typeface="Times New Roman"/>
                <a:sym typeface="Times New Roman"/>
              </a:rPr>
              <a:t>Term Paper Presentation | Ronit Dutta</a:t>
            </a:r>
            <a:endParaRPr b="0" i="0" sz="1800" u="none" cap="none" strike="noStrike">
              <a:solidFill>
                <a:schemeClr val="lt1"/>
              </a:solidFill>
              <a:latin typeface="Times New Roman"/>
              <a:ea typeface="Times New Roman"/>
              <a:cs typeface="Times New Roman"/>
              <a:sym typeface="Times New Roman"/>
            </a:endParaRPr>
          </a:p>
        </p:txBody>
      </p:sp>
      <p:pic>
        <p:nvPicPr>
          <p:cNvPr id="2845" name="Google Shape;2845;g3d1afc4545f_0_2096"/>
          <p:cNvPicPr preferRelativeResize="0"/>
          <p:nvPr/>
        </p:nvPicPr>
        <p:blipFill rotWithShape="1">
          <a:blip r:embed="rId4">
            <a:alphaModFix/>
          </a:blip>
          <a:srcRect b="0" l="0" r="0" t="0"/>
          <a:stretch/>
        </p:blipFill>
        <p:spPr>
          <a:xfrm>
            <a:off x="10590934" y="6330522"/>
            <a:ext cx="1499906" cy="585000"/>
          </a:xfrm>
          <a:prstGeom prst="rect">
            <a:avLst/>
          </a:prstGeom>
          <a:noFill/>
          <a:ln>
            <a:noFill/>
          </a:ln>
        </p:spPr>
      </p:pic>
      <p:sp>
        <p:nvSpPr>
          <p:cNvPr id="2846" name="Google Shape;2846;g3d1afc4545f_0_2096"/>
          <p:cNvSpPr txBox="1"/>
          <p:nvPr/>
        </p:nvSpPr>
        <p:spPr>
          <a:xfrm>
            <a:off x="-1" y="6288587"/>
            <a:ext cx="5981100" cy="3693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chemeClr val="dk1"/>
              </a:buClr>
              <a:buSzPts val="1800"/>
              <a:buFont typeface="Arial"/>
              <a:buNone/>
            </a:pPr>
            <a:r>
              <a:rPr b="0" i="0" lang="en-US" sz="1800" u="none" cap="none" strike="noStrike">
                <a:solidFill>
                  <a:schemeClr val="lt1"/>
                </a:solidFill>
                <a:latin typeface="Times New Roman"/>
                <a:ea typeface="Times New Roman"/>
                <a:cs typeface="Times New Roman"/>
                <a:sym typeface="Times New Roman"/>
              </a:rPr>
              <a:t>Term Paper Presentation | Ronit Dutta</a:t>
            </a:r>
            <a:endParaRPr b="0" i="0" sz="1800" u="none" cap="none" strike="noStrike">
              <a:solidFill>
                <a:schemeClr val="lt1"/>
              </a:solidFill>
              <a:latin typeface="Times New Roman"/>
              <a:ea typeface="Times New Roman"/>
              <a:cs typeface="Times New Roman"/>
              <a:sym typeface="Times New Roman"/>
            </a:endParaRPr>
          </a:p>
        </p:txBody>
      </p:sp>
      <p:pic>
        <p:nvPicPr>
          <p:cNvPr id="2847" name="Google Shape;2847;g3d1afc4545f_0_2096"/>
          <p:cNvPicPr preferRelativeResize="0"/>
          <p:nvPr/>
        </p:nvPicPr>
        <p:blipFill rotWithShape="1">
          <a:blip r:embed="rId4">
            <a:alphaModFix/>
          </a:blip>
          <a:srcRect b="0" l="0" r="0" t="0"/>
          <a:stretch/>
        </p:blipFill>
        <p:spPr>
          <a:xfrm>
            <a:off x="10590934" y="6330522"/>
            <a:ext cx="1499906" cy="585000"/>
          </a:xfrm>
          <a:prstGeom prst="rect">
            <a:avLst/>
          </a:prstGeom>
          <a:noFill/>
          <a:ln>
            <a:noFill/>
          </a:ln>
        </p:spPr>
      </p:pic>
      <p:sp>
        <p:nvSpPr>
          <p:cNvPr id="2848" name="Google Shape;2848;g3d1afc4545f_0_2096"/>
          <p:cNvSpPr txBox="1"/>
          <p:nvPr/>
        </p:nvSpPr>
        <p:spPr>
          <a:xfrm>
            <a:off x="-1" y="6288587"/>
            <a:ext cx="5981100" cy="6465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chemeClr val="dk1"/>
              </a:buClr>
              <a:buSzPts val="1800"/>
              <a:buFont typeface="Arial"/>
              <a:buNone/>
            </a:pPr>
            <a:r>
              <a:rPr b="0" i="0" lang="en-US" sz="1800" u="none" cap="none" strike="noStrike">
                <a:solidFill>
                  <a:schemeClr val="lt1"/>
                </a:solidFill>
                <a:latin typeface="Times New Roman"/>
                <a:ea typeface="Times New Roman"/>
                <a:cs typeface="Times New Roman"/>
                <a:sym typeface="Times New Roman"/>
              </a:rPr>
              <a:t>Machine Learning Professional</a:t>
            </a:r>
            <a:br>
              <a:rPr b="0" i="0" lang="en-US" sz="1800" u="none" cap="none" strike="noStrike">
                <a:solidFill>
                  <a:schemeClr val="lt1"/>
                </a:solidFill>
                <a:latin typeface="Times New Roman"/>
                <a:ea typeface="Times New Roman"/>
                <a:cs typeface="Times New Roman"/>
                <a:sym typeface="Times New Roman"/>
              </a:rPr>
            </a:br>
            <a:r>
              <a:rPr b="0" i="0" lang="en-US" sz="1800" u="none" cap="none" strike="noStrike">
                <a:solidFill>
                  <a:schemeClr val="lt1"/>
                </a:solidFill>
                <a:latin typeface="Times New Roman"/>
                <a:ea typeface="Times New Roman"/>
                <a:cs typeface="Times New Roman"/>
                <a:sym typeface="Times New Roman"/>
              </a:rPr>
              <a:t>Project Presentation</a:t>
            </a:r>
            <a:endParaRPr b="0" i="0" sz="1800" u="none" cap="none" strike="noStrike">
              <a:solidFill>
                <a:schemeClr val="lt1"/>
              </a:solidFill>
              <a:latin typeface="Times New Roman"/>
              <a:ea typeface="Times New Roman"/>
              <a:cs typeface="Times New Roman"/>
              <a:sym typeface="Times New Roman"/>
            </a:endParaRPr>
          </a:p>
        </p:txBody>
      </p:sp>
      <p:pic>
        <p:nvPicPr>
          <p:cNvPr id="2849" name="Google Shape;2849;g3d1afc4545f_0_2096"/>
          <p:cNvPicPr preferRelativeResize="0"/>
          <p:nvPr/>
        </p:nvPicPr>
        <p:blipFill rotWithShape="1">
          <a:blip r:embed="rId6">
            <a:alphaModFix/>
          </a:blip>
          <a:srcRect b="0" l="0" r="0" t="0"/>
          <a:stretch/>
        </p:blipFill>
        <p:spPr>
          <a:xfrm>
            <a:off x="10590875" y="6341462"/>
            <a:ext cx="1500023" cy="585000"/>
          </a:xfrm>
          <a:prstGeom prst="rect">
            <a:avLst/>
          </a:prstGeom>
          <a:noFill/>
          <a:ln>
            <a:noFill/>
          </a:ln>
        </p:spPr>
      </p:pic>
      <p:sp>
        <p:nvSpPr>
          <p:cNvPr id="2850" name="Google Shape;2850;g3d1afc4545f_0_2096"/>
          <p:cNvSpPr txBox="1"/>
          <p:nvPr/>
        </p:nvSpPr>
        <p:spPr>
          <a:xfrm>
            <a:off x="-1" y="6288587"/>
            <a:ext cx="5981100" cy="6465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chemeClr val="dk1"/>
              </a:buClr>
              <a:buSzPts val="1800"/>
              <a:buFont typeface="Arial"/>
              <a:buNone/>
            </a:pPr>
            <a:r>
              <a:rPr b="0" i="0" lang="en-US" sz="1800" u="none" cap="none" strike="noStrike">
                <a:solidFill>
                  <a:schemeClr val="lt1"/>
                </a:solidFill>
                <a:latin typeface="Times New Roman"/>
                <a:ea typeface="Times New Roman"/>
                <a:cs typeface="Times New Roman"/>
                <a:sym typeface="Times New Roman"/>
              </a:rPr>
              <a:t>Machine Learning Professional</a:t>
            </a:r>
            <a:br>
              <a:rPr b="0" i="0" lang="en-US" sz="1800" u="none" cap="none" strike="noStrike">
                <a:solidFill>
                  <a:schemeClr val="lt1"/>
                </a:solidFill>
                <a:latin typeface="Times New Roman"/>
                <a:ea typeface="Times New Roman"/>
                <a:cs typeface="Times New Roman"/>
                <a:sym typeface="Times New Roman"/>
              </a:rPr>
            </a:br>
            <a:r>
              <a:rPr b="0" i="0" lang="en-US" sz="1800" u="none" cap="none" strike="noStrike">
                <a:solidFill>
                  <a:schemeClr val="lt1"/>
                </a:solidFill>
                <a:latin typeface="Times New Roman"/>
                <a:ea typeface="Times New Roman"/>
                <a:cs typeface="Times New Roman"/>
                <a:sym typeface="Times New Roman"/>
              </a:rPr>
              <a:t>Project Presentation</a:t>
            </a:r>
            <a:endParaRPr b="0" i="0" sz="1800" u="none" cap="none" strike="noStrike">
              <a:solidFill>
                <a:schemeClr val="lt1"/>
              </a:solidFill>
              <a:latin typeface="Times New Roman"/>
              <a:ea typeface="Times New Roman"/>
              <a:cs typeface="Times New Roman"/>
              <a:sym typeface="Times New Roman"/>
            </a:endParaRPr>
          </a:p>
        </p:txBody>
      </p:sp>
      <p:pic>
        <p:nvPicPr>
          <p:cNvPr id="2851" name="Google Shape;2851;g3d1afc4545f_0_2096"/>
          <p:cNvPicPr preferRelativeResize="0"/>
          <p:nvPr/>
        </p:nvPicPr>
        <p:blipFill rotWithShape="1">
          <a:blip r:embed="rId6">
            <a:alphaModFix/>
          </a:blip>
          <a:srcRect b="0" l="0" r="0" t="0"/>
          <a:stretch/>
        </p:blipFill>
        <p:spPr>
          <a:xfrm>
            <a:off x="10590875" y="6330524"/>
            <a:ext cx="1500023" cy="585000"/>
          </a:xfrm>
          <a:prstGeom prst="rect">
            <a:avLst/>
          </a:prstGeom>
          <a:noFill/>
          <a:ln>
            <a:noFill/>
          </a:ln>
        </p:spPr>
      </p:pic>
      <p:sp>
        <p:nvSpPr>
          <p:cNvPr id="2852" name="Google Shape;2852;g3d1afc4545f_0_2096"/>
          <p:cNvSpPr txBox="1"/>
          <p:nvPr/>
        </p:nvSpPr>
        <p:spPr>
          <a:xfrm>
            <a:off x="-1" y="6234672"/>
            <a:ext cx="5981100" cy="6465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chemeClr val="dk1"/>
              </a:buClr>
              <a:buSzPts val="1800"/>
              <a:buFont typeface="Arial"/>
              <a:buNone/>
            </a:pPr>
            <a:r>
              <a:rPr b="0" i="0" lang="en-US" sz="1800" u="none" cap="none" strike="noStrike">
                <a:solidFill>
                  <a:schemeClr val="lt1"/>
                </a:solidFill>
                <a:latin typeface="Times New Roman"/>
                <a:ea typeface="Times New Roman"/>
                <a:cs typeface="Times New Roman"/>
                <a:sym typeface="Times New Roman"/>
              </a:rPr>
              <a:t>Machine Learning Professional</a:t>
            </a:r>
            <a:br>
              <a:rPr b="0" i="0" lang="en-US" sz="1800" u="none" cap="none" strike="noStrike">
                <a:solidFill>
                  <a:schemeClr val="lt1"/>
                </a:solidFill>
                <a:latin typeface="Times New Roman"/>
                <a:ea typeface="Times New Roman"/>
                <a:cs typeface="Times New Roman"/>
                <a:sym typeface="Times New Roman"/>
              </a:rPr>
            </a:br>
            <a:r>
              <a:rPr b="0" i="0" lang="en-US" sz="1800" u="none" cap="none" strike="noStrike">
                <a:solidFill>
                  <a:schemeClr val="lt1"/>
                </a:solidFill>
                <a:latin typeface="Times New Roman"/>
                <a:ea typeface="Times New Roman"/>
                <a:cs typeface="Times New Roman"/>
                <a:sym typeface="Times New Roman"/>
              </a:rPr>
              <a:t>Project Presentation</a:t>
            </a:r>
            <a:endParaRPr b="0" i="0" sz="1800" u="none" cap="none" strike="noStrike">
              <a:solidFill>
                <a:schemeClr val="lt1"/>
              </a:solidFill>
              <a:latin typeface="Times New Roman"/>
              <a:ea typeface="Times New Roman"/>
              <a:cs typeface="Times New Roman"/>
              <a:sym typeface="Times New Roman"/>
            </a:endParaRPr>
          </a:p>
        </p:txBody>
      </p:sp>
      <p:pic>
        <p:nvPicPr>
          <p:cNvPr id="2853" name="Google Shape;2853;g3d1afc4545f_0_2096"/>
          <p:cNvPicPr preferRelativeResize="0"/>
          <p:nvPr/>
        </p:nvPicPr>
        <p:blipFill rotWithShape="1">
          <a:blip r:embed="rId6">
            <a:alphaModFix/>
          </a:blip>
          <a:srcRect b="0" l="0" r="0" t="0"/>
          <a:stretch/>
        </p:blipFill>
        <p:spPr>
          <a:xfrm>
            <a:off x="10590875" y="6330524"/>
            <a:ext cx="1500023" cy="585000"/>
          </a:xfrm>
          <a:prstGeom prst="rect">
            <a:avLst/>
          </a:prstGeom>
          <a:noFill/>
          <a:ln>
            <a:noFill/>
          </a:ln>
        </p:spPr>
      </p:pic>
      <p:sp>
        <p:nvSpPr>
          <p:cNvPr id="2854" name="Google Shape;2854;g3d1afc4545f_0_2096"/>
          <p:cNvSpPr txBox="1"/>
          <p:nvPr/>
        </p:nvSpPr>
        <p:spPr>
          <a:xfrm>
            <a:off x="-1" y="6234672"/>
            <a:ext cx="5981100" cy="6465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chemeClr val="dk1"/>
              </a:buClr>
              <a:buSzPts val="1800"/>
              <a:buFont typeface="Arial"/>
              <a:buNone/>
            </a:pPr>
            <a:r>
              <a:rPr b="0" i="0" lang="en-US" sz="1800" u="none" cap="none" strike="noStrike">
                <a:solidFill>
                  <a:schemeClr val="lt1"/>
                </a:solidFill>
                <a:latin typeface="Times New Roman"/>
                <a:ea typeface="Times New Roman"/>
                <a:cs typeface="Times New Roman"/>
                <a:sym typeface="Times New Roman"/>
              </a:rPr>
              <a:t>Machine Learning Professional</a:t>
            </a:r>
            <a:br>
              <a:rPr b="0" i="0" lang="en-US" sz="1800" u="none" cap="none" strike="noStrike">
                <a:solidFill>
                  <a:schemeClr val="lt1"/>
                </a:solidFill>
                <a:latin typeface="Times New Roman"/>
                <a:ea typeface="Times New Roman"/>
                <a:cs typeface="Times New Roman"/>
                <a:sym typeface="Times New Roman"/>
              </a:rPr>
            </a:br>
            <a:r>
              <a:rPr b="0" i="0" lang="en-US" sz="1800" u="none" cap="none" strike="noStrike">
                <a:solidFill>
                  <a:schemeClr val="lt1"/>
                </a:solidFill>
                <a:latin typeface="Times New Roman"/>
                <a:ea typeface="Times New Roman"/>
                <a:cs typeface="Times New Roman"/>
                <a:sym typeface="Times New Roman"/>
              </a:rPr>
              <a:t>Project Presentation</a:t>
            </a:r>
            <a:endParaRPr b="0" i="0" sz="1800" u="none" cap="none" strike="noStrike">
              <a:solidFill>
                <a:schemeClr val="lt1"/>
              </a:solidFill>
              <a:latin typeface="Times New Roman"/>
              <a:ea typeface="Times New Roman"/>
              <a:cs typeface="Times New Roman"/>
              <a:sym typeface="Times New Roman"/>
            </a:endParaRPr>
          </a:p>
        </p:txBody>
      </p:sp>
      <p:pic>
        <p:nvPicPr>
          <p:cNvPr id="2855" name="Google Shape;2855;g3d1afc4545f_0_2096"/>
          <p:cNvPicPr preferRelativeResize="0"/>
          <p:nvPr/>
        </p:nvPicPr>
        <p:blipFill rotWithShape="1">
          <a:blip r:embed="rId6">
            <a:alphaModFix/>
          </a:blip>
          <a:srcRect b="0" l="0" r="0" t="0"/>
          <a:stretch/>
        </p:blipFill>
        <p:spPr>
          <a:xfrm>
            <a:off x="10590875" y="6330524"/>
            <a:ext cx="1500023" cy="585000"/>
          </a:xfrm>
          <a:prstGeom prst="rect">
            <a:avLst/>
          </a:prstGeom>
          <a:noFill/>
          <a:ln>
            <a:noFill/>
          </a:ln>
        </p:spPr>
      </p:pic>
      <p:sp>
        <p:nvSpPr>
          <p:cNvPr id="2856" name="Google Shape;2856;g3d1afc4545f_0_2096"/>
          <p:cNvSpPr txBox="1"/>
          <p:nvPr/>
        </p:nvSpPr>
        <p:spPr>
          <a:xfrm>
            <a:off x="-1" y="6234672"/>
            <a:ext cx="5981100" cy="6465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chemeClr val="dk1"/>
              </a:buClr>
              <a:buSzPts val="1800"/>
              <a:buFont typeface="Arial"/>
              <a:buNone/>
            </a:pPr>
            <a:r>
              <a:rPr b="0" i="0" lang="en-US" sz="1800" u="none" cap="none" strike="noStrike">
                <a:solidFill>
                  <a:schemeClr val="lt1"/>
                </a:solidFill>
                <a:latin typeface="Times New Roman"/>
                <a:ea typeface="Times New Roman"/>
                <a:cs typeface="Times New Roman"/>
                <a:sym typeface="Times New Roman"/>
              </a:rPr>
              <a:t>Nanoelectronics - Seminar Presentation</a:t>
            </a:r>
            <a:br>
              <a:rPr b="0" i="0" lang="en-US" sz="1800" u="none" cap="none" strike="noStrike">
                <a:solidFill>
                  <a:schemeClr val="lt1"/>
                </a:solidFill>
                <a:latin typeface="Times New Roman"/>
                <a:ea typeface="Times New Roman"/>
                <a:cs typeface="Times New Roman"/>
                <a:sym typeface="Times New Roman"/>
              </a:rPr>
            </a:br>
            <a:r>
              <a:rPr b="0" i="0" lang="en-US" sz="1800" u="none" cap="none" strike="noStrike">
                <a:solidFill>
                  <a:schemeClr val="lt1"/>
                </a:solidFill>
                <a:latin typeface="Times New Roman"/>
                <a:ea typeface="Times New Roman"/>
                <a:cs typeface="Times New Roman"/>
                <a:sym typeface="Times New Roman"/>
              </a:rPr>
              <a:t>Ronit Dutta</a:t>
            </a:r>
            <a:endParaRPr b="0" i="0" sz="1800" u="none" cap="none" strike="noStrike">
              <a:solidFill>
                <a:schemeClr val="lt1"/>
              </a:solidFill>
              <a:latin typeface="Times New Roman"/>
              <a:ea typeface="Times New Roman"/>
              <a:cs typeface="Times New Roman"/>
              <a:sym typeface="Times New Roman"/>
            </a:endParaRPr>
          </a:p>
        </p:txBody>
      </p:sp>
      <p:pic>
        <p:nvPicPr>
          <p:cNvPr id="2857" name="Google Shape;2857;g3d1afc4545f_0_2096"/>
          <p:cNvPicPr preferRelativeResize="0"/>
          <p:nvPr/>
        </p:nvPicPr>
        <p:blipFill rotWithShape="1">
          <a:blip r:embed="rId6">
            <a:alphaModFix/>
          </a:blip>
          <a:srcRect b="0" l="0" r="0" t="0"/>
          <a:stretch/>
        </p:blipFill>
        <p:spPr>
          <a:xfrm>
            <a:off x="10590875" y="6330524"/>
            <a:ext cx="1500023" cy="585000"/>
          </a:xfrm>
          <a:prstGeom prst="rect">
            <a:avLst/>
          </a:prstGeom>
          <a:noFill/>
          <a:ln>
            <a:noFill/>
          </a:ln>
        </p:spPr>
      </p:pic>
      <p:pic>
        <p:nvPicPr>
          <p:cNvPr id="2858" name="Google Shape;2858;g3d1afc4545f_0_2096"/>
          <p:cNvPicPr preferRelativeResize="0"/>
          <p:nvPr/>
        </p:nvPicPr>
        <p:blipFill rotWithShape="1">
          <a:blip r:embed="rId4">
            <a:alphaModFix/>
          </a:blip>
          <a:srcRect b="0" l="0" r="0" t="0"/>
          <a:stretch/>
        </p:blipFill>
        <p:spPr>
          <a:xfrm>
            <a:off x="10590934" y="6330522"/>
            <a:ext cx="1499906" cy="585000"/>
          </a:xfrm>
          <a:prstGeom prst="rect">
            <a:avLst/>
          </a:prstGeom>
          <a:noFill/>
          <a:ln>
            <a:noFill/>
          </a:ln>
        </p:spPr>
      </p:pic>
      <p:sp>
        <p:nvSpPr>
          <p:cNvPr id="2859" name="Google Shape;2859;g3d1afc4545f_0_2096"/>
          <p:cNvSpPr txBox="1"/>
          <p:nvPr/>
        </p:nvSpPr>
        <p:spPr>
          <a:xfrm>
            <a:off x="-1" y="6288587"/>
            <a:ext cx="5981100" cy="3693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chemeClr val="dk1"/>
              </a:buClr>
              <a:buSzPts val="1800"/>
              <a:buFont typeface="Arial"/>
              <a:buNone/>
            </a:pPr>
            <a:r>
              <a:rPr b="0" i="0" lang="en-US" sz="1800" u="none" cap="none" strike="noStrike">
                <a:solidFill>
                  <a:schemeClr val="lt1"/>
                </a:solidFill>
                <a:latin typeface="Times New Roman"/>
                <a:ea typeface="Times New Roman"/>
                <a:cs typeface="Times New Roman"/>
                <a:sym typeface="Times New Roman"/>
              </a:rPr>
              <a:t>Term Paper Presentation | Ronit Dutta</a:t>
            </a:r>
            <a:endParaRPr b="0" i="0" sz="1800" u="none" cap="none" strike="noStrike">
              <a:solidFill>
                <a:schemeClr val="lt1"/>
              </a:solidFill>
              <a:latin typeface="Times New Roman"/>
              <a:ea typeface="Times New Roman"/>
              <a:cs typeface="Times New Roman"/>
              <a:sym typeface="Times New Roman"/>
            </a:endParaRPr>
          </a:p>
        </p:txBody>
      </p:sp>
      <p:pic>
        <p:nvPicPr>
          <p:cNvPr id="2860" name="Google Shape;2860;g3d1afc4545f_0_2096"/>
          <p:cNvPicPr preferRelativeResize="0"/>
          <p:nvPr/>
        </p:nvPicPr>
        <p:blipFill rotWithShape="1">
          <a:blip r:embed="rId4">
            <a:alphaModFix/>
          </a:blip>
          <a:srcRect b="0" l="0" r="0" t="0"/>
          <a:stretch/>
        </p:blipFill>
        <p:spPr>
          <a:xfrm>
            <a:off x="10590934" y="6330522"/>
            <a:ext cx="1499906" cy="585000"/>
          </a:xfrm>
          <a:prstGeom prst="rect">
            <a:avLst/>
          </a:prstGeom>
          <a:noFill/>
          <a:ln>
            <a:noFill/>
          </a:ln>
        </p:spPr>
      </p:pic>
      <p:sp>
        <p:nvSpPr>
          <p:cNvPr id="2861" name="Google Shape;2861;g3d1afc4545f_0_2096"/>
          <p:cNvSpPr txBox="1"/>
          <p:nvPr/>
        </p:nvSpPr>
        <p:spPr>
          <a:xfrm>
            <a:off x="-1" y="6288587"/>
            <a:ext cx="5981100" cy="3693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chemeClr val="dk1"/>
              </a:buClr>
              <a:buSzPts val="1800"/>
              <a:buFont typeface="Arial"/>
              <a:buNone/>
            </a:pPr>
            <a:r>
              <a:rPr b="0" i="0" lang="en-US" sz="1800" u="none" cap="none" strike="noStrike">
                <a:solidFill>
                  <a:schemeClr val="lt1"/>
                </a:solidFill>
                <a:latin typeface="Times New Roman"/>
                <a:ea typeface="Times New Roman"/>
                <a:cs typeface="Times New Roman"/>
                <a:sym typeface="Times New Roman"/>
              </a:rPr>
              <a:t>Term Paper Presentation | Ronit Dutta</a:t>
            </a:r>
            <a:endParaRPr b="0" i="0" sz="1800" u="none" cap="none" strike="noStrike">
              <a:solidFill>
                <a:schemeClr val="lt1"/>
              </a:solidFill>
              <a:latin typeface="Times New Roman"/>
              <a:ea typeface="Times New Roman"/>
              <a:cs typeface="Times New Roman"/>
              <a:sym typeface="Times New Roman"/>
            </a:endParaRPr>
          </a:p>
        </p:txBody>
      </p:sp>
      <p:pic>
        <p:nvPicPr>
          <p:cNvPr id="2862" name="Google Shape;2862;g3d1afc4545f_0_2096"/>
          <p:cNvPicPr preferRelativeResize="0"/>
          <p:nvPr/>
        </p:nvPicPr>
        <p:blipFill rotWithShape="1">
          <a:blip r:embed="rId4">
            <a:alphaModFix/>
          </a:blip>
          <a:srcRect b="0" l="0" r="0" t="0"/>
          <a:stretch/>
        </p:blipFill>
        <p:spPr>
          <a:xfrm>
            <a:off x="10590934" y="6330522"/>
            <a:ext cx="1499906" cy="585000"/>
          </a:xfrm>
          <a:prstGeom prst="rect">
            <a:avLst/>
          </a:prstGeom>
          <a:noFill/>
          <a:ln>
            <a:noFill/>
          </a:ln>
        </p:spPr>
      </p:pic>
      <p:sp>
        <p:nvSpPr>
          <p:cNvPr id="2863" name="Google Shape;2863;g3d1afc4545f_0_2096"/>
          <p:cNvSpPr txBox="1"/>
          <p:nvPr/>
        </p:nvSpPr>
        <p:spPr>
          <a:xfrm>
            <a:off x="-1" y="6288587"/>
            <a:ext cx="5981100" cy="6465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chemeClr val="dk1"/>
              </a:buClr>
              <a:buSzPts val="1800"/>
              <a:buFont typeface="Arial"/>
              <a:buNone/>
            </a:pPr>
            <a:r>
              <a:rPr b="0" i="0" lang="en-US" sz="1800" u="none" cap="none" strike="noStrike">
                <a:solidFill>
                  <a:schemeClr val="lt1"/>
                </a:solidFill>
                <a:latin typeface="Times New Roman"/>
                <a:ea typeface="Times New Roman"/>
                <a:cs typeface="Times New Roman"/>
                <a:sym typeface="Times New Roman"/>
              </a:rPr>
              <a:t>Machine Learning Professional</a:t>
            </a:r>
            <a:br>
              <a:rPr b="0" i="0" lang="en-US" sz="1800" u="none" cap="none" strike="noStrike">
                <a:solidFill>
                  <a:schemeClr val="lt1"/>
                </a:solidFill>
                <a:latin typeface="Times New Roman"/>
                <a:ea typeface="Times New Roman"/>
                <a:cs typeface="Times New Roman"/>
                <a:sym typeface="Times New Roman"/>
              </a:rPr>
            </a:br>
            <a:r>
              <a:rPr b="0" i="0" lang="en-US" sz="1800" u="none" cap="none" strike="noStrike">
                <a:solidFill>
                  <a:schemeClr val="lt1"/>
                </a:solidFill>
                <a:latin typeface="Times New Roman"/>
                <a:ea typeface="Times New Roman"/>
                <a:cs typeface="Times New Roman"/>
                <a:sym typeface="Times New Roman"/>
              </a:rPr>
              <a:t>Project Presentation</a:t>
            </a:r>
            <a:endParaRPr b="0" i="0" sz="1800" u="none" cap="none" strike="noStrike">
              <a:solidFill>
                <a:schemeClr val="lt1"/>
              </a:solidFill>
              <a:latin typeface="Times New Roman"/>
              <a:ea typeface="Times New Roman"/>
              <a:cs typeface="Times New Roman"/>
              <a:sym typeface="Times New Roman"/>
            </a:endParaRPr>
          </a:p>
        </p:txBody>
      </p:sp>
      <p:pic>
        <p:nvPicPr>
          <p:cNvPr id="2864" name="Google Shape;2864;g3d1afc4545f_0_2096"/>
          <p:cNvPicPr preferRelativeResize="0"/>
          <p:nvPr/>
        </p:nvPicPr>
        <p:blipFill rotWithShape="1">
          <a:blip r:embed="rId6">
            <a:alphaModFix/>
          </a:blip>
          <a:srcRect b="0" l="0" r="0" t="0"/>
          <a:stretch/>
        </p:blipFill>
        <p:spPr>
          <a:xfrm>
            <a:off x="10590875" y="6341462"/>
            <a:ext cx="1500023" cy="585000"/>
          </a:xfrm>
          <a:prstGeom prst="rect">
            <a:avLst/>
          </a:prstGeom>
          <a:noFill/>
          <a:ln>
            <a:noFill/>
          </a:ln>
        </p:spPr>
      </p:pic>
      <p:sp>
        <p:nvSpPr>
          <p:cNvPr id="2865" name="Google Shape;2865;g3d1afc4545f_0_2096"/>
          <p:cNvSpPr txBox="1"/>
          <p:nvPr/>
        </p:nvSpPr>
        <p:spPr>
          <a:xfrm>
            <a:off x="-1" y="6288587"/>
            <a:ext cx="5981100" cy="6465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chemeClr val="dk1"/>
              </a:buClr>
              <a:buSzPts val="1800"/>
              <a:buFont typeface="Arial"/>
              <a:buNone/>
            </a:pPr>
            <a:r>
              <a:rPr b="0" i="0" lang="en-US" sz="1800" u="none" cap="none" strike="noStrike">
                <a:solidFill>
                  <a:schemeClr val="lt1"/>
                </a:solidFill>
                <a:latin typeface="Times New Roman"/>
                <a:ea typeface="Times New Roman"/>
                <a:cs typeface="Times New Roman"/>
                <a:sym typeface="Times New Roman"/>
              </a:rPr>
              <a:t>Machine Learning Professional</a:t>
            </a:r>
            <a:br>
              <a:rPr b="0" i="0" lang="en-US" sz="1800" u="none" cap="none" strike="noStrike">
                <a:solidFill>
                  <a:schemeClr val="lt1"/>
                </a:solidFill>
                <a:latin typeface="Times New Roman"/>
                <a:ea typeface="Times New Roman"/>
                <a:cs typeface="Times New Roman"/>
                <a:sym typeface="Times New Roman"/>
              </a:rPr>
            </a:br>
            <a:r>
              <a:rPr b="0" i="0" lang="en-US" sz="1800" u="none" cap="none" strike="noStrike">
                <a:solidFill>
                  <a:schemeClr val="lt1"/>
                </a:solidFill>
                <a:latin typeface="Times New Roman"/>
                <a:ea typeface="Times New Roman"/>
                <a:cs typeface="Times New Roman"/>
                <a:sym typeface="Times New Roman"/>
              </a:rPr>
              <a:t>Project Presentation</a:t>
            </a:r>
            <a:endParaRPr b="0" i="0" sz="1800" u="none" cap="none" strike="noStrike">
              <a:solidFill>
                <a:schemeClr val="lt1"/>
              </a:solidFill>
              <a:latin typeface="Times New Roman"/>
              <a:ea typeface="Times New Roman"/>
              <a:cs typeface="Times New Roman"/>
              <a:sym typeface="Times New Roman"/>
            </a:endParaRPr>
          </a:p>
        </p:txBody>
      </p:sp>
      <p:pic>
        <p:nvPicPr>
          <p:cNvPr id="2866" name="Google Shape;2866;g3d1afc4545f_0_2096"/>
          <p:cNvPicPr preferRelativeResize="0"/>
          <p:nvPr/>
        </p:nvPicPr>
        <p:blipFill rotWithShape="1">
          <a:blip r:embed="rId6">
            <a:alphaModFix/>
          </a:blip>
          <a:srcRect b="0" l="0" r="0" t="0"/>
          <a:stretch/>
        </p:blipFill>
        <p:spPr>
          <a:xfrm>
            <a:off x="10590875" y="6330524"/>
            <a:ext cx="1500023" cy="585000"/>
          </a:xfrm>
          <a:prstGeom prst="rect">
            <a:avLst/>
          </a:prstGeom>
          <a:noFill/>
          <a:ln>
            <a:noFill/>
          </a:ln>
        </p:spPr>
      </p:pic>
      <p:sp>
        <p:nvSpPr>
          <p:cNvPr id="2867" name="Google Shape;2867;g3d1afc4545f_0_2096"/>
          <p:cNvSpPr txBox="1"/>
          <p:nvPr/>
        </p:nvSpPr>
        <p:spPr>
          <a:xfrm>
            <a:off x="-1" y="6234672"/>
            <a:ext cx="5981100" cy="6465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chemeClr val="dk1"/>
              </a:buClr>
              <a:buSzPts val="1800"/>
              <a:buFont typeface="Arial"/>
              <a:buNone/>
            </a:pPr>
            <a:r>
              <a:rPr b="0" i="0" lang="en-US" sz="1800" u="none" cap="none" strike="noStrike">
                <a:solidFill>
                  <a:schemeClr val="lt1"/>
                </a:solidFill>
                <a:latin typeface="Times New Roman"/>
                <a:ea typeface="Times New Roman"/>
                <a:cs typeface="Times New Roman"/>
                <a:sym typeface="Times New Roman"/>
              </a:rPr>
              <a:t>Machine Learning Professional</a:t>
            </a:r>
            <a:br>
              <a:rPr b="0" i="0" lang="en-US" sz="1800" u="none" cap="none" strike="noStrike">
                <a:solidFill>
                  <a:schemeClr val="lt1"/>
                </a:solidFill>
                <a:latin typeface="Times New Roman"/>
                <a:ea typeface="Times New Roman"/>
                <a:cs typeface="Times New Roman"/>
                <a:sym typeface="Times New Roman"/>
              </a:rPr>
            </a:br>
            <a:r>
              <a:rPr b="0" i="0" lang="en-US" sz="1800" u="none" cap="none" strike="noStrike">
                <a:solidFill>
                  <a:schemeClr val="lt1"/>
                </a:solidFill>
                <a:latin typeface="Times New Roman"/>
                <a:ea typeface="Times New Roman"/>
                <a:cs typeface="Times New Roman"/>
                <a:sym typeface="Times New Roman"/>
              </a:rPr>
              <a:t>Project Presentation</a:t>
            </a:r>
            <a:endParaRPr b="0" i="0" sz="1800" u="none" cap="none" strike="noStrike">
              <a:solidFill>
                <a:schemeClr val="lt1"/>
              </a:solidFill>
              <a:latin typeface="Times New Roman"/>
              <a:ea typeface="Times New Roman"/>
              <a:cs typeface="Times New Roman"/>
              <a:sym typeface="Times New Roman"/>
            </a:endParaRPr>
          </a:p>
        </p:txBody>
      </p:sp>
      <p:pic>
        <p:nvPicPr>
          <p:cNvPr id="2868" name="Google Shape;2868;g3d1afc4545f_0_2096"/>
          <p:cNvPicPr preferRelativeResize="0"/>
          <p:nvPr/>
        </p:nvPicPr>
        <p:blipFill rotWithShape="1">
          <a:blip r:embed="rId6">
            <a:alphaModFix/>
          </a:blip>
          <a:srcRect b="0" l="0" r="0" t="0"/>
          <a:stretch/>
        </p:blipFill>
        <p:spPr>
          <a:xfrm>
            <a:off x="10590875" y="6330524"/>
            <a:ext cx="1500023" cy="585000"/>
          </a:xfrm>
          <a:prstGeom prst="rect">
            <a:avLst/>
          </a:prstGeom>
          <a:noFill/>
          <a:ln>
            <a:noFill/>
          </a:ln>
        </p:spPr>
      </p:pic>
      <p:sp>
        <p:nvSpPr>
          <p:cNvPr id="2869" name="Google Shape;2869;g3d1afc4545f_0_2096"/>
          <p:cNvSpPr txBox="1"/>
          <p:nvPr/>
        </p:nvSpPr>
        <p:spPr>
          <a:xfrm>
            <a:off x="-1" y="6234672"/>
            <a:ext cx="5981100" cy="6465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chemeClr val="dk1"/>
              </a:buClr>
              <a:buSzPts val="1800"/>
              <a:buFont typeface="Arial"/>
              <a:buNone/>
            </a:pPr>
            <a:r>
              <a:rPr b="0" i="0" lang="en-US" sz="1800" u="none" cap="none" strike="noStrike">
                <a:solidFill>
                  <a:schemeClr val="lt1"/>
                </a:solidFill>
                <a:latin typeface="Times New Roman"/>
                <a:ea typeface="Times New Roman"/>
                <a:cs typeface="Times New Roman"/>
                <a:sym typeface="Times New Roman"/>
              </a:rPr>
              <a:t>Machine Learning Professional</a:t>
            </a:r>
            <a:br>
              <a:rPr b="0" i="0" lang="en-US" sz="1800" u="none" cap="none" strike="noStrike">
                <a:solidFill>
                  <a:schemeClr val="lt1"/>
                </a:solidFill>
                <a:latin typeface="Times New Roman"/>
                <a:ea typeface="Times New Roman"/>
                <a:cs typeface="Times New Roman"/>
                <a:sym typeface="Times New Roman"/>
              </a:rPr>
            </a:br>
            <a:r>
              <a:rPr b="0" i="0" lang="en-US" sz="1800" u="none" cap="none" strike="noStrike">
                <a:solidFill>
                  <a:schemeClr val="lt1"/>
                </a:solidFill>
                <a:latin typeface="Times New Roman"/>
                <a:ea typeface="Times New Roman"/>
                <a:cs typeface="Times New Roman"/>
                <a:sym typeface="Times New Roman"/>
              </a:rPr>
              <a:t>Project Presentation</a:t>
            </a:r>
            <a:endParaRPr b="0" i="0" sz="1800" u="none" cap="none" strike="noStrike">
              <a:solidFill>
                <a:schemeClr val="lt1"/>
              </a:solidFill>
              <a:latin typeface="Times New Roman"/>
              <a:ea typeface="Times New Roman"/>
              <a:cs typeface="Times New Roman"/>
              <a:sym typeface="Times New Roman"/>
            </a:endParaRPr>
          </a:p>
        </p:txBody>
      </p:sp>
      <p:pic>
        <p:nvPicPr>
          <p:cNvPr id="2870" name="Google Shape;2870;g3d1afc4545f_0_2096"/>
          <p:cNvPicPr preferRelativeResize="0"/>
          <p:nvPr/>
        </p:nvPicPr>
        <p:blipFill rotWithShape="1">
          <a:blip r:embed="rId6">
            <a:alphaModFix/>
          </a:blip>
          <a:srcRect b="0" l="0" r="0" t="0"/>
          <a:stretch/>
        </p:blipFill>
        <p:spPr>
          <a:xfrm>
            <a:off x="10590875" y="6330524"/>
            <a:ext cx="1500023" cy="585000"/>
          </a:xfrm>
          <a:prstGeom prst="rect">
            <a:avLst/>
          </a:prstGeom>
          <a:noFill/>
          <a:ln>
            <a:noFill/>
          </a:ln>
        </p:spPr>
      </p:pic>
      <p:sp>
        <p:nvSpPr>
          <p:cNvPr id="2871" name="Google Shape;2871;g3d1afc4545f_0_2096"/>
          <p:cNvSpPr txBox="1"/>
          <p:nvPr/>
        </p:nvSpPr>
        <p:spPr>
          <a:xfrm>
            <a:off x="-1" y="6234672"/>
            <a:ext cx="5981100" cy="6465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chemeClr val="dk1"/>
              </a:buClr>
              <a:buSzPts val="1800"/>
              <a:buFont typeface="Arial"/>
              <a:buNone/>
            </a:pPr>
            <a:r>
              <a:rPr b="0" i="0" lang="en-US" sz="1800" u="none" cap="none" strike="noStrike">
                <a:solidFill>
                  <a:schemeClr val="lt1"/>
                </a:solidFill>
                <a:latin typeface="Times New Roman"/>
                <a:ea typeface="Times New Roman"/>
                <a:cs typeface="Times New Roman"/>
                <a:sym typeface="Times New Roman"/>
              </a:rPr>
              <a:t>Nanoelectronics - Seminar Presentation</a:t>
            </a:r>
            <a:br>
              <a:rPr b="0" i="0" lang="en-US" sz="1800" u="none" cap="none" strike="noStrike">
                <a:solidFill>
                  <a:schemeClr val="lt1"/>
                </a:solidFill>
                <a:latin typeface="Times New Roman"/>
                <a:ea typeface="Times New Roman"/>
                <a:cs typeface="Times New Roman"/>
                <a:sym typeface="Times New Roman"/>
              </a:rPr>
            </a:br>
            <a:r>
              <a:rPr b="0" i="0" lang="en-US" sz="1800" u="none" cap="none" strike="noStrike">
                <a:solidFill>
                  <a:schemeClr val="lt1"/>
                </a:solidFill>
                <a:latin typeface="Times New Roman"/>
                <a:ea typeface="Times New Roman"/>
                <a:cs typeface="Times New Roman"/>
                <a:sym typeface="Times New Roman"/>
              </a:rPr>
              <a:t>Ronit Dutta</a:t>
            </a:r>
            <a:endParaRPr b="0" i="0" sz="1800" u="none" cap="none" strike="noStrike">
              <a:solidFill>
                <a:schemeClr val="lt1"/>
              </a:solidFill>
              <a:latin typeface="Times New Roman"/>
              <a:ea typeface="Times New Roman"/>
              <a:cs typeface="Times New Roman"/>
              <a:sym typeface="Times New Roman"/>
            </a:endParaRPr>
          </a:p>
        </p:txBody>
      </p:sp>
      <p:pic>
        <p:nvPicPr>
          <p:cNvPr id="2872" name="Google Shape;2872;g3d1afc4545f_0_2096"/>
          <p:cNvPicPr preferRelativeResize="0"/>
          <p:nvPr/>
        </p:nvPicPr>
        <p:blipFill rotWithShape="1">
          <a:blip r:embed="rId6">
            <a:alphaModFix/>
          </a:blip>
          <a:srcRect b="0" l="0" r="0" t="0"/>
          <a:stretch/>
        </p:blipFill>
        <p:spPr>
          <a:xfrm>
            <a:off x="10590875" y="6330524"/>
            <a:ext cx="1500023" cy="585000"/>
          </a:xfrm>
          <a:prstGeom prst="rect">
            <a:avLst/>
          </a:prstGeom>
          <a:noFill/>
          <a:ln>
            <a:noFill/>
          </a:ln>
        </p:spPr>
      </p:pic>
      <p:pic>
        <p:nvPicPr>
          <p:cNvPr id="2873" name="Google Shape;2873;g3d1afc4545f_0_2096"/>
          <p:cNvPicPr preferRelativeResize="0"/>
          <p:nvPr/>
        </p:nvPicPr>
        <p:blipFill rotWithShape="1">
          <a:blip r:embed="rId9">
            <a:alphaModFix/>
          </a:blip>
          <a:srcRect b="0" l="0" r="0" t="0"/>
          <a:stretch/>
        </p:blipFill>
        <p:spPr>
          <a:xfrm>
            <a:off x="0" y="6234674"/>
            <a:ext cx="12192000" cy="1165875"/>
          </a:xfrm>
          <a:prstGeom prst="rect">
            <a:avLst/>
          </a:prstGeom>
          <a:noFill/>
          <a:ln>
            <a:noFill/>
          </a:ln>
        </p:spPr>
      </p:pic>
      <p:sp>
        <p:nvSpPr>
          <p:cNvPr id="2874" name="Google Shape;2874;g3d1afc4545f_0_2096"/>
          <p:cNvSpPr txBox="1"/>
          <p:nvPr/>
        </p:nvSpPr>
        <p:spPr>
          <a:xfrm>
            <a:off x="-1" y="6310697"/>
            <a:ext cx="5981100" cy="6465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chemeClr val="dk1"/>
              </a:buClr>
              <a:buSzPts val="1800"/>
              <a:buFont typeface="Arial"/>
              <a:buNone/>
            </a:pPr>
            <a:r>
              <a:rPr lang="en-US" sz="1800">
                <a:solidFill>
                  <a:schemeClr val="lt1"/>
                </a:solidFill>
                <a:latin typeface="Times New Roman"/>
                <a:ea typeface="Times New Roman"/>
                <a:cs typeface="Times New Roman"/>
                <a:sym typeface="Times New Roman"/>
              </a:rPr>
              <a:t>Applied Mathematics for Engineering [MIDTERM PROJECT]</a:t>
            </a:r>
            <a:br>
              <a:rPr b="0" i="0" lang="en-US" sz="1800" u="none" cap="none" strike="noStrike">
                <a:solidFill>
                  <a:schemeClr val="lt1"/>
                </a:solidFill>
                <a:latin typeface="Times New Roman"/>
                <a:ea typeface="Times New Roman"/>
                <a:cs typeface="Times New Roman"/>
                <a:sym typeface="Times New Roman"/>
              </a:rPr>
            </a:br>
            <a:r>
              <a:rPr b="0" i="0" lang="en-US" sz="1800" u="none" cap="none" strike="noStrike">
                <a:solidFill>
                  <a:schemeClr val="lt1"/>
                </a:solidFill>
                <a:latin typeface="Times New Roman"/>
                <a:ea typeface="Times New Roman"/>
                <a:cs typeface="Times New Roman"/>
                <a:sym typeface="Times New Roman"/>
              </a:rPr>
              <a:t>Ronit Dutta</a:t>
            </a:r>
            <a:endParaRPr b="0" i="0" sz="1800" u="none" cap="none" strike="noStrike">
              <a:solidFill>
                <a:schemeClr val="lt1"/>
              </a:solidFill>
              <a:latin typeface="Times New Roman"/>
              <a:ea typeface="Times New Roman"/>
              <a:cs typeface="Times New Roman"/>
              <a:sym typeface="Times New Roman"/>
            </a:endParaRPr>
          </a:p>
        </p:txBody>
      </p:sp>
      <p:pic>
        <p:nvPicPr>
          <p:cNvPr id="2875" name="Google Shape;2875;g3d1afc4545f_0_2096"/>
          <p:cNvPicPr preferRelativeResize="0"/>
          <p:nvPr/>
        </p:nvPicPr>
        <p:blipFill rotWithShape="1">
          <a:blip r:embed="rId6">
            <a:alphaModFix/>
          </a:blip>
          <a:srcRect b="0" l="0" r="0" t="0"/>
          <a:stretch/>
        </p:blipFill>
        <p:spPr>
          <a:xfrm>
            <a:off x="10579375" y="6341449"/>
            <a:ext cx="1500023" cy="585000"/>
          </a:xfrm>
          <a:prstGeom prst="rect">
            <a:avLst/>
          </a:prstGeom>
          <a:noFill/>
          <a:ln>
            <a:noFill/>
          </a:ln>
        </p:spPr>
      </p:pic>
      <p:pic>
        <p:nvPicPr>
          <p:cNvPr id="2876" name="Google Shape;2876;g3d1afc4545f_0_2096"/>
          <p:cNvPicPr preferRelativeResize="0"/>
          <p:nvPr/>
        </p:nvPicPr>
        <p:blipFill rotWithShape="1">
          <a:blip r:embed="rId9">
            <a:alphaModFix/>
          </a:blip>
          <a:srcRect b="0" l="0" r="0" t="0"/>
          <a:stretch/>
        </p:blipFill>
        <p:spPr>
          <a:xfrm>
            <a:off x="0" y="6330524"/>
            <a:ext cx="12192000" cy="1165875"/>
          </a:xfrm>
          <a:prstGeom prst="rect">
            <a:avLst/>
          </a:prstGeom>
          <a:noFill/>
          <a:ln>
            <a:noFill/>
          </a:ln>
        </p:spPr>
      </p:pic>
      <p:sp>
        <p:nvSpPr>
          <p:cNvPr id="2877" name="Google Shape;2877;g3d1afc4545f_0_2096"/>
          <p:cNvSpPr txBox="1"/>
          <p:nvPr/>
        </p:nvSpPr>
        <p:spPr>
          <a:xfrm>
            <a:off x="-1" y="6445547"/>
            <a:ext cx="5981100" cy="6465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chemeClr val="dk1"/>
              </a:buClr>
              <a:buSzPts val="1800"/>
              <a:buFont typeface="Arial"/>
              <a:buNone/>
            </a:pPr>
            <a:r>
              <a:rPr lang="en-US" sz="1800">
                <a:solidFill>
                  <a:schemeClr val="lt1"/>
                </a:solidFill>
                <a:latin typeface="Times New Roman"/>
                <a:ea typeface="Times New Roman"/>
                <a:cs typeface="Times New Roman"/>
                <a:sym typeface="Times New Roman"/>
              </a:rPr>
              <a:t>Applied Mathematics for Engineering [MIDTERM PROJECT]</a:t>
            </a:r>
            <a:br>
              <a:rPr b="0" i="0" lang="en-US" sz="1800" u="none" cap="none" strike="noStrike">
                <a:solidFill>
                  <a:schemeClr val="lt1"/>
                </a:solidFill>
                <a:latin typeface="Times New Roman"/>
                <a:ea typeface="Times New Roman"/>
                <a:cs typeface="Times New Roman"/>
                <a:sym typeface="Times New Roman"/>
              </a:rPr>
            </a:br>
            <a:r>
              <a:rPr b="0" i="0" lang="en-US" sz="1800" u="none" cap="none" strike="noStrike">
                <a:solidFill>
                  <a:schemeClr val="lt1"/>
                </a:solidFill>
                <a:latin typeface="Times New Roman"/>
                <a:ea typeface="Times New Roman"/>
                <a:cs typeface="Times New Roman"/>
                <a:sym typeface="Times New Roman"/>
              </a:rPr>
              <a:t>Ronit Dutta</a:t>
            </a:r>
            <a:endParaRPr b="0" i="0" sz="1800" u="none" cap="none" strike="noStrike">
              <a:solidFill>
                <a:schemeClr val="lt1"/>
              </a:solidFill>
              <a:latin typeface="Times New Roman"/>
              <a:ea typeface="Times New Roman"/>
              <a:cs typeface="Times New Roman"/>
              <a:sym typeface="Times New Roman"/>
            </a:endParaRPr>
          </a:p>
        </p:txBody>
      </p:sp>
      <p:pic>
        <p:nvPicPr>
          <p:cNvPr id="2878" name="Google Shape;2878;g3d1afc4545f_0_2096"/>
          <p:cNvPicPr preferRelativeResize="0"/>
          <p:nvPr/>
        </p:nvPicPr>
        <p:blipFill rotWithShape="1">
          <a:blip r:embed="rId6">
            <a:alphaModFix/>
          </a:blip>
          <a:srcRect b="0" l="0" r="0" t="0"/>
          <a:stretch/>
        </p:blipFill>
        <p:spPr>
          <a:xfrm>
            <a:off x="10579375" y="6476299"/>
            <a:ext cx="1500023" cy="585000"/>
          </a:xfrm>
          <a:prstGeom prst="rect">
            <a:avLst/>
          </a:prstGeom>
          <a:noFill/>
          <a:ln>
            <a:noFill/>
          </a:ln>
        </p:spPr>
      </p:pic>
      <p:pic>
        <p:nvPicPr>
          <p:cNvPr id="2879" name="Google Shape;2879;g3d1afc4545f_0_2096"/>
          <p:cNvPicPr preferRelativeResize="0"/>
          <p:nvPr/>
        </p:nvPicPr>
        <p:blipFill rotWithShape="1">
          <a:blip r:embed="rId4">
            <a:alphaModFix/>
          </a:blip>
          <a:srcRect b="0" l="0" r="0" t="0"/>
          <a:stretch/>
        </p:blipFill>
        <p:spPr>
          <a:xfrm>
            <a:off x="10590934" y="6330522"/>
            <a:ext cx="1499906" cy="585000"/>
          </a:xfrm>
          <a:prstGeom prst="rect">
            <a:avLst/>
          </a:prstGeom>
          <a:noFill/>
          <a:ln>
            <a:noFill/>
          </a:ln>
        </p:spPr>
      </p:pic>
      <p:sp>
        <p:nvSpPr>
          <p:cNvPr id="2880" name="Google Shape;2880;g3d1afc4545f_0_2096"/>
          <p:cNvSpPr txBox="1"/>
          <p:nvPr/>
        </p:nvSpPr>
        <p:spPr>
          <a:xfrm>
            <a:off x="-1" y="6288587"/>
            <a:ext cx="5981100" cy="3693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chemeClr val="dk1"/>
              </a:buClr>
              <a:buSzPts val="1800"/>
              <a:buFont typeface="Arial"/>
              <a:buNone/>
            </a:pPr>
            <a:r>
              <a:rPr b="0" i="0" lang="en-US" sz="1800" u="none" cap="none" strike="noStrike">
                <a:solidFill>
                  <a:schemeClr val="lt1"/>
                </a:solidFill>
                <a:latin typeface="Times New Roman"/>
                <a:ea typeface="Times New Roman"/>
                <a:cs typeface="Times New Roman"/>
                <a:sym typeface="Times New Roman"/>
              </a:rPr>
              <a:t>Term Paper Presentation | Ronit Dutta</a:t>
            </a:r>
            <a:endParaRPr b="0" i="0" sz="1800" u="none" cap="none" strike="noStrike">
              <a:solidFill>
                <a:schemeClr val="lt1"/>
              </a:solidFill>
              <a:latin typeface="Times New Roman"/>
              <a:ea typeface="Times New Roman"/>
              <a:cs typeface="Times New Roman"/>
              <a:sym typeface="Times New Roman"/>
            </a:endParaRPr>
          </a:p>
        </p:txBody>
      </p:sp>
      <p:pic>
        <p:nvPicPr>
          <p:cNvPr id="2881" name="Google Shape;2881;g3d1afc4545f_0_2096"/>
          <p:cNvPicPr preferRelativeResize="0"/>
          <p:nvPr/>
        </p:nvPicPr>
        <p:blipFill rotWithShape="1">
          <a:blip r:embed="rId4">
            <a:alphaModFix/>
          </a:blip>
          <a:srcRect b="0" l="0" r="0" t="0"/>
          <a:stretch/>
        </p:blipFill>
        <p:spPr>
          <a:xfrm>
            <a:off x="10590934" y="6330522"/>
            <a:ext cx="1499906" cy="585000"/>
          </a:xfrm>
          <a:prstGeom prst="rect">
            <a:avLst/>
          </a:prstGeom>
          <a:noFill/>
          <a:ln>
            <a:noFill/>
          </a:ln>
        </p:spPr>
      </p:pic>
      <p:sp>
        <p:nvSpPr>
          <p:cNvPr id="2882" name="Google Shape;2882;g3d1afc4545f_0_2096"/>
          <p:cNvSpPr txBox="1"/>
          <p:nvPr/>
        </p:nvSpPr>
        <p:spPr>
          <a:xfrm>
            <a:off x="-1" y="6288587"/>
            <a:ext cx="5981100" cy="3693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chemeClr val="dk1"/>
              </a:buClr>
              <a:buSzPts val="1800"/>
              <a:buFont typeface="Arial"/>
              <a:buNone/>
            </a:pPr>
            <a:r>
              <a:rPr b="0" i="0" lang="en-US" sz="1800" u="none" cap="none" strike="noStrike">
                <a:solidFill>
                  <a:schemeClr val="lt1"/>
                </a:solidFill>
                <a:latin typeface="Times New Roman"/>
                <a:ea typeface="Times New Roman"/>
                <a:cs typeface="Times New Roman"/>
                <a:sym typeface="Times New Roman"/>
              </a:rPr>
              <a:t>Term Paper Presentation | Ronit Dutta</a:t>
            </a:r>
            <a:endParaRPr b="0" i="0" sz="1800" u="none" cap="none" strike="noStrike">
              <a:solidFill>
                <a:schemeClr val="lt1"/>
              </a:solidFill>
              <a:latin typeface="Times New Roman"/>
              <a:ea typeface="Times New Roman"/>
              <a:cs typeface="Times New Roman"/>
              <a:sym typeface="Times New Roman"/>
            </a:endParaRPr>
          </a:p>
        </p:txBody>
      </p:sp>
      <p:pic>
        <p:nvPicPr>
          <p:cNvPr id="2883" name="Google Shape;2883;g3d1afc4545f_0_2096"/>
          <p:cNvPicPr preferRelativeResize="0"/>
          <p:nvPr/>
        </p:nvPicPr>
        <p:blipFill rotWithShape="1">
          <a:blip r:embed="rId4">
            <a:alphaModFix/>
          </a:blip>
          <a:srcRect b="0" l="0" r="0" t="0"/>
          <a:stretch/>
        </p:blipFill>
        <p:spPr>
          <a:xfrm>
            <a:off x="10590934" y="6330522"/>
            <a:ext cx="1499906" cy="585000"/>
          </a:xfrm>
          <a:prstGeom prst="rect">
            <a:avLst/>
          </a:prstGeom>
          <a:noFill/>
          <a:ln>
            <a:noFill/>
          </a:ln>
        </p:spPr>
      </p:pic>
      <p:sp>
        <p:nvSpPr>
          <p:cNvPr id="2884" name="Google Shape;2884;g3d1afc4545f_0_2096"/>
          <p:cNvSpPr txBox="1"/>
          <p:nvPr/>
        </p:nvSpPr>
        <p:spPr>
          <a:xfrm>
            <a:off x="-1" y="6288587"/>
            <a:ext cx="5981100" cy="6465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chemeClr val="dk1"/>
              </a:buClr>
              <a:buSzPts val="1800"/>
              <a:buFont typeface="Arial"/>
              <a:buNone/>
            </a:pPr>
            <a:r>
              <a:rPr b="0" i="0" lang="en-US" sz="1800" u="none" cap="none" strike="noStrike">
                <a:solidFill>
                  <a:schemeClr val="lt1"/>
                </a:solidFill>
                <a:latin typeface="Times New Roman"/>
                <a:ea typeface="Times New Roman"/>
                <a:cs typeface="Times New Roman"/>
                <a:sym typeface="Times New Roman"/>
              </a:rPr>
              <a:t>Machine Learning Professional</a:t>
            </a:r>
            <a:br>
              <a:rPr b="0" i="0" lang="en-US" sz="1800" u="none" cap="none" strike="noStrike">
                <a:solidFill>
                  <a:schemeClr val="lt1"/>
                </a:solidFill>
                <a:latin typeface="Times New Roman"/>
                <a:ea typeface="Times New Roman"/>
                <a:cs typeface="Times New Roman"/>
                <a:sym typeface="Times New Roman"/>
              </a:rPr>
            </a:br>
            <a:r>
              <a:rPr b="0" i="0" lang="en-US" sz="1800" u="none" cap="none" strike="noStrike">
                <a:solidFill>
                  <a:schemeClr val="lt1"/>
                </a:solidFill>
                <a:latin typeface="Times New Roman"/>
                <a:ea typeface="Times New Roman"/>
                <a:cs typeface="Times New Roman"/>
                <a:sym typeface="Times New Roman"/>
              </a:rPr>
              <a:t>Project Presentation</a:t>
            </a:r>
            <a:endParaRPr b="0" i="0" sz="1800" u="none" cap="none" strike="noStrike">
              <a:solidFill>
                <a:schemeClr val="lt1"/>
              </a:solidFill>
              <a:latin typeface="Times New Roman"/>
              <a:ea typeface="Times New Roman"/>
              <a:cs typeface="Times New Roman"/>
              <a:sym typeface="Times New Roman"/>
            </a:endParaRPr>
          </a:p>
        </p:txBody>
      </p:sp>
      <p:pic>
        <p:nvPicPr>
          <p:cNvPr id="2885" name="Google Shape;2885;g3d1afc4545f_0_2096"/>
          <p:cNvPicPr preferRelativeResize="0"/>
          <p:nvPr/>
        </p:nvPicPr>
        <p:blipFill rotWithShape="1">
          <a:blip r:embed="rId6">
            <a:alphaModFix/>
          </a:blip>
          <a:srcRect b="0" l="0" r="0" t="0"/>
          <a:stretch/>
        </p:blipFill>
        <p:spPr>
          <a:xfrm>
            <a:off x="10590875" y="6341462"/>
            <a:ext cx="1500023" cy="585000"/>
          </a:xfrm>
          <a:prstGeom prst="rect">
            <a:avLst/>
          </a:prstGeom>
          <a:noFill/>
          <a:ln>
            <a:noFill/>
          </a:ln>
        </p:spPr>
      </p:pic>
      <p:sp>
        <p:nvSpPr>
          <p:cNvPr id="2886" name="Google Shape;2886;g3d1afc4545f_0_2096"/>
          <p:cNvSpPr txBox="1"/>
          <p:nvPr/>
        </p:nvSpPr>
        <p:spPr>
          <a:xfrm>
            <a:off x="-1" y="6288587"/>
            <a:ext cx="5981100" cy="6465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chemeClr val="dk1"/>
              </a:buClr>
              <a:buSzPts val="1800"/>
              <a:buFont typeface="Arial"/>
              <a:buNone/>
            </a:pPr>
            <a:r>
              <a:rPr b="0" i="0" lang="en-US" sz="1800" u="none" cap="none" strike="noStrike">
                <a:solidFill>
                  <a:schemeClr val="lt1"/>
                </a:solidFill>
                <a:latin typeface="Times New Roman"/>
                <a:ea typeface="Times New Roman"/>
                <a:cs typeface="Times New Roman"/>
                <a:sym typeface="Times New Roman"/>
              </a:rPr>
              <a:t>Machine Learning Professional</a:t>
            </a:r>
            <a:br>
              <a:rPr b="0" i="0" lang="en-US" sz="1800" u="none" cap="none" strike="noStrike">
                <a:solidFill>
                  <a:schemeClr val="lt1"/>
                </a:solidFill>
                <a:latin typeface="Times New Roman"/>
                <a:ea typeface="Times New Roman"/>
                <a:cs typeface="Times New Roman"/>
                <a:sym typeface="Times New Roman"/>
              </a:rPr>
            </a:br>
            <a:r>
              <a:rPr b="0" i="0" lang="en-US" sz="1800" u="none" cap="none" strike="noStrike">
                <a:solidFill>
                  <a:schemeClr val="lt1"/>
                </a:solidFill>
                <a:latin typeface="Times New Roman"/>
                <a:ea typeface="Times New Roman"/>
                <a:cs typeface="Times New Roman"/>
                <a:sym typeface="Times New Roman"/>
              </a:rPr>
              <a:t>Project Presentation</a:t>
            </a:r>
            <a:endParaRPr b="0" i="0" sz="1800" u="none" cap="none" strike="noStrike">
              <a:solidFill>
                <a:schemeClr val="lt1"/>
              </a:solidFill>
              <a:latin typeface="Times New Roman"/>
              <a:ea typeface="Times New Roman"/>
              <a:cs typeface="Times New Roman"/>
              <a:sym typeface="Times New Roman"/>
            </a:endParaRPr>
          </a:p>
        </p:txBody>
      </p:sp>
      <p:pic>
        <p:nvPicPr>
          <p:cNvPr id="2887" name="Google Shape;2887;g3d1afc4545f_0_2096"/>
          <p:cNvPicPr preferRelativeResize="0"/>
          <p:nvPr/>
        </p:nvPicPr>
        <p:blipFill rotWithShape="1">
          <a:blip r:embed="rId6">
            <a:alphaModFix/>
          </a:blip>
          <a:srcRect b="0" l="0" r="0" t="0"/>
          <a:stretch/>
        </p:blipFill>
        <p:spPr>
          <a:xfrm>
            <a:off x="10590875" y="6330524"/>
            <a:ext cx="1500023" cy="585000"/>
          </a:xfrm>
          <a:prstGeom prst="rect">
            <a:avLst/>
          </a:prstGeom>
          <a:noFill/>
          <a:ln>
            <a:noFill/>
          </a:ln>
        </p:spPr>
      </p:pic>
      <p:sp>
        <p:nvSpPr>
          <p:cNvPr id="2888" name="Google Shape;2888;g3d1afc4545f_0_2096"/>
          <p:cNvSpPr txBox="1"/>
          <p:nvPr/>
        </p:nvSpPr>
        <p:spPr>
          <a:xfrm>
            <a:off x="-1" y="6234672"/>
            <a:ext cx="5981100" cy="6465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chemeClr val="dk1"/>
              </a:buClr>
              <a:buSzPts val="1800"/>
              <a:buFont typeface="Arial"/>
              <a:buNone/>
            </a:pPr>
            <a:r>
              <a:rPr b="0" i="0" lang="en-US" sz="1800" u="none" cap="none" strike="noStrike">
                <a:solidFill>
                  <a:schemeClr val="lt1"/>
                </a:solidFill>
                <a:latin typeface="Times New Roman"/>
                <a:ea typeface="Times New Roman"/>
                <a:cs typeface="Times New Roman"/>
                <a:sym typeface="Times New Roman"/>
              </a:rPr>
              <a:t>Machine Learning Professional</a:t>
            </a:r>
            <a:br>
              <a:rPr b="0" i="0" lang="en-US" sz="1800" u="none" cap="none" strike="noStrike">
                <a:solidFill>
                  <a:schemeClr val="lt1"/>
                </a:solidFill>
                <a:latin typeface="Times New Roman"/>
                <a:ea typeface="Times New Roman"/>
                <a:cs typeface="Times New Roman"/>
                <a:sym typeface="Times New Roman"/>
              </a:rPr>
            </a:br>
            <a:r>
              <a:rPr b="0" i="0" lang="en-US" sz="1800" u="none" cap="none" strike="noStrike">
                <a:solidFill>
                  <a:schemeClr val="lt1"/>
                </a:solidFill>
                <a:latin typeface="Times New Roman"/>
                <a:ea typeface="Times New Roman"/>
                <a:cs typeface="Times New Roman"/>
                <a:sym typeface="Times New Roman"/>
              </a:rPr>
              <a:t>Project Presentation</a:t>
            </a:r>
            <a:endParaRPr b="0" i="0" sz="1800" u="none" cap="none" strike="noStrike">
              <a:solidFill>
                <a:schemeClr val="lt1"/>
              </a:solidFill>
              <a:latin typeface="Times New Roman"/>
              <a:ea typeface="Times New Roman"/>
              <a:cs typeface="Times New Roman"/>
              <a:sym typeface="Times New Roman"/>
            </a:endParaRPr>
          </a:p>
        </p:txBody>
      </p:sp>
      <p:pic>
        <p:nvPicPr>
          <p:cNvPr id="2889" name="Google Shape;2889;g3d1afc4545f_0_2096"/>
          <p:cNvPicPr preferRelativeResize="0"/>
          <p:nvPr/>
        </p:nvPicPr>
        <p:blipFill rotWithShape="1">
          <a:blip r:embed="rId6">
            <a:alphaModFix/>
          </a:blip>
          <a:srcRect b="0" l="0" r="0" t="0"/>
          <a:stretch/>
        </p:blipFill>
        <p:spPr>
          <a:xfrm>
            <a:off x="10590875" y="6330524"/>
            <a:ext cx="1500023" cy="585000"/>
          </a:xfrm>
          <a:prstGeom prst="rect">
            <a:avLst/>
          </a:prstGeom>
          <a:noFill/>
          <a:ln>
            <a:noFill/>
          </a:ln>
        </p:spPr>
      </p:pic>
      <p:sp>
        <p:nvSpPr>
          <p:cNvPr id="2890" name="Google Shape;2890;g3d1afc4545f_0_2096"/>
          <p:cNvSpPr txBox="1"/>
          <p:nvPr/>
        </p:nvSpPr>
        <p:spPr>
          <a:xfrm>
            <a:off x="-1" y="6234672"/>
            <a:ext cx="5981100" cy="6465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chemeClr val="dk1"/>
              </a:buClr>
              <a:buSzPts val="1800"/>
              <a:buFont typeface="Arial"/>
              <a:buNone/>
            </a:pPr>
            <a:r>
              <a:rPr b="0" i="0" lang="en-US" sz="1800" u="none" cap="none" strike="noStrike">
                <a:solidFill>
                  <a:schemeClr val="lt1"/>
                </a:solidFill>
                <a:latin typeface="Times New Roman"/>
                <a:ea typeface="Times New Roman"/>
                <a:cs typeface="Times New Roman"/>
                <a:sym typeface="Times New Roman"/>
              </a:rPr>
              <a:t>Machine Learning Professional</a:t>
            </a:r>
            <a:br>
              <a:rPr b="0" i="0" lang="en-US" sz="1800" u="none" cap="none" strike="noStrike">
                <a:solidFill>
                  <a:schemeClr val="lt1"/>
                </a:solidFill>
                <a:latin typeface="Times New Roman"/>
                <a:ea typeface="Times New Roman"/>
                <a:cs typeface="Times New Roman"/>
                <a:sym typeface="Times New Roman"/>
              </a:rPr>
            </a:br>
            <a:r>
              <a:rPr b="0" i="0" lang="en-US" sz="1800" u="none" cap="none" strike="noStrike">
                <a:solidFill>
                  <a:schemeClr val="lt1"/>
                </a:solidFill>
                <a:latin typeface="Times New Roman"/>
                <a:ea typeface="Times New Roman"/>
                <a:cs typeface="Times New Roman"/>
                <a:sym typeface="Times New Roman"/>
              </a:rPr>
              <a:t>Project Presentation</a:t>
            </a:r>
            <a:endParaRPr b="0" i="0" sz="1800" u="none" cap="none" strike="noStrike">
              <a:solidFill>
                <a:schemeClr val="lt1"/>
              </a:solidFill>
              <a:latin typeface="Times New Roman"/>
              <a:ea typeface="Times New Roman"/>
              <a:cs typeface="Times New Roman"/>
              <a:sym typeface="Times New Roman"/>
            </a:endParaRPr>
          </a:p>
        </p:txBody>
      </p:sp>
      <p:pic>
        <p:nvPicPr>
          <p:cNvPr id="2891" name="Google Shape;2891;g3d1afc4545f_0_2096"/>
          <p:cNvPicPr preferRelativeResize="0"/>
          <p:nvPr/>
        </p:nvPicPr>
        <p:blipFill rotWithShape="1">
          <a:blip r:embed="rId6">
            <a:alphaModFix/>
          </a:blip>
          <a:srcRect b="0" l="0" r="0" t="0"/>
          <a:stretch/>
        </p:blipFill>
        <p:spPr>
          <a:xfrm>
            <a:off x="10590875" y="6330524"/>
            <a:ext cx="1500023" cy="585000"/>
          </a:xfrm>
          <a:prstGeom prst="rect">
            <a:avLst/>
          </a:prstGeom>
          <a:noFill/>
          <a:ln>
            <a:noFill/>
          </a:ln>
        </p:spPr>
      </p:pic>
      <p:sp>
        <p:nvSpPr>
          <p:cNvPr id="2892" name="Google Shape;2892;g3d1afc4545f_0_2096"/>
          <p:cNvSpPr txBox="1"/>
          <p:nvPr/>
        </p:nvSpPr>
        <p:spPr>
          <a:xfrm>
            <a:off x="-1" y="6234672"/>
            <a:ext cx="5981100" cy="6465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chemeClr val="dk1"/>
              </a:buClr>
              <a:buSzPts val="1800"/>
              <a:buFont typeface="Arial"/>
              <a:buNone/>
            </a:pPr>
            <a:r>
              <a:rPr b="0" i="0" lang="en-US" sz="1800" u="none" cap="none" strike="noStrike">
                <a:solidFill>
                  <a:schemeClr val="lt1"/>
                </a:solidFill>
                <a:latin typeface="Times New Roman"/>
                <a:ea typeface="Times New Roman"/>
                <a:cs typeface="Times New Roman"/>
                <a:sym typeface="Times New Roman"/>
              </a:rPr>
              <a:t>Nanoelectronics - Seminar Presentation</a:t>
            </a:r>
            <a:br>
              <a:rPr b="0" i="0" lang="en-US" sz="1800" u="none" cap="none" strike="noStrike">
                <a:solidFill>
                  <a:schemeClr val="lt1"/>
                </a:solidFill>
                <a:latin typeface="Times New Roman"/>
                <a:ea typeface="Times New Roman"/>
                <a:cs typeface="Times New Roman"/>
                <a:sym typeface="Times New Roman"/>
              </a:rPr>
            </a:br>
            <a:r>
              <a:rPr b="0" i="0" lang="en-US" sz="1800" u="none" cap="none" strike="noStrike">
                <a:solidFill>
                  <a:schemeClr val="lt1"/>
                </a:solidFill>
                <a:latin typeface="Times New Roman"/>
                <a:ea typeface="Times New Roman"/>
                <a:cs typeface="Times New Roman"/>
                <a:sym typeface="Times New Roman"/>
              </a:rPr>
              <a:t>Ronit Dutta</a:t>
            </a:r>
            <a:endParaRPr b="0" i="0" sz="1800" u="none" cap="none" strike="noStrike">
              <a:solidFill>
                <a:schemeClr val="lt1"/>
              </a:solidFill>
              <a:latin typeface="Times New Roman"/>
              <a:ea typeface="Times New Roman"/>
              <a:cs typeface="Times New Roman"/>
              <a:sym typeface="Times New Roman"/>
            </a:endParaRPr>
          </a:p>
        </p:txBody>
      </p:sp>
      <p:pic>
        <p:nvPicPr>
          <p:cNvPr id="2893" name="Google Shape;2893;g3d1afc4545f_0_2096"/>
          <p:cNvPicPr preferRelativeResize="0"/>
          <p:nvPr/>
        </p:nvPicPr>
        <p:blipFill rotWithShape="1">
          <a:blip r:embed="rId6">
            <a:alphaModFix/>
          </a:blip>
          <a:srcRect b="0" l="0" r="0" t="0"/>
          <a:stretch/>
        </p:blipFill>
        <p:spPr>
          <a:xfrm>
            <a:off x="10590875" y="6330524"/>
            <a:ext cx="1500023" cy="585000"/>
          </a:xfrm>
          <a:prstGeom prst="rect">
            <a:avLst/>
          </a:prstGeom>
          <a:noFill/>
          <a:ln>
            <a:noFill/>
          </a:ln>
        </p:spPr>
      </p:pic>
      <p:pic>
        <p:nvPicPr>
          <p:cNvPr id="2894" name="Google Shape;2894;g3d1afc4545f_0_2096"/>
          <p:cNvPicPr preferRelativeResize="0"/>
          <p:nvPr/>
        </p:nvPicPr>
        <p:blipFill rotWithShape="1">
          <a:blip r:embed="rId4">
            <a:alphaModFix/>
          </a:blip>
          <a:srcRect b="0" l="0" r="0" t="0"/>
          <a:stretch/>
        </p:blipFill>
        <p:spPr>
          <a:xfrm>
            <a:off x="10590934" y="6330522"/>
            <a:ext cx="1499906" cy="585000"/>
          </a:xfrm>
          <a:prstGeom prst="rect">
            <a:avLst/>
          </a:prstGeom>
          <a:noFill/>
          <a:ln>
            <a:noFill/>
          </a:ln>
        </p:spPr>
      </p:pic>
      <p:sp>
        <p:nvSpPr>
          <p:cNvPr id="2895" name="Google Shape;2895;g3d1afc4545f_0_2096"/>
          <p:cNvSpPr txBox="1"/>
          <p:nvPr/>
        </p:nvSpPr>
        <p:spPr>
          <a:xfrm>
            <a:off x="-1" y="6288587"/>
            <a:ext cx="5981100" cy="3693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chemeClr val="dk1"/>
              </a:buClr>
              <a:buSzPts val="1800"/>
              <a:buFont typeface="Arial"/>
              <a:buNone/>
            </a:pPr>
            <a:r>
              <a:rPr b="0" i="0" lang="en-US" sz="1800" u="none" cap="none" strike="noStrike">
                <a:solidFill>
                  <a:schemeClr val="lt1"/>
                </a:solidFill>
                <a:latin typeface="Times New Roman"/>
                <a:ea typeface="Times New Roman"/>
                <a:cs typeface="Times New Roman"/>
                <a:sym typeface="Times New Roman"/>
              </a:rPr>
              <a:t>Term Paper Presentation | Ronit Dutta</a:t>
            </a:r>
            <a:endParaRPr b="0" i="0" sz="1800" u="none" cap="none" strike="noStrike">
              <a:solidFill>
                <a:schemeClr val="lt1"/>
              </a:solidFill>
              <a:latin typeface="Times New Roman"/>
              <a:ea typeface="Times New Roman"/>
              <a:cs typeface="Times New Roman"/>
              <a:sym typeface="Times New Roman"/>
            </a:endParaRPr>
          </a:p>
        </p:txBody>
      </p:sp>
      <p:pic>
        <p:nvPicPr>
          <p:cNvPr id="2896" name="Google Shape;2896;g3d1afc4545f_0_2096"/>
          <p:cNvPicPr preferRelativeResize="0"/>
          <p:nvPr/>
        </p:nvPicPr>
        <p:blipFill rotWithShape="1">
          <a:blip r:embed="rId4">
            <a:alphaModFix/>
          </a:blip>
          <a:srcRect b="0" l="0" r="0" t="0"/>
          <a:stretch/>
        </p:blipFill>
        <p:spPr>
          <a:xfrm>
            <a:off x="10590934" y="6330522"/>
            <a:ext cx="1499906" cy="585000"/>
          </a:xfrm>
          <a:prstGeom prst="rect">
            <a:avLst/>
          </a:prstGeom>
          <a:noFill/>
          <a:ln>
            <a:noFill/>
          </a:ln>
        </p:spPr>
      </p:pic>
      <p:sp>
        <p:nvSpPr>
          <p:cNvPr id="2897" name="Google Shape;2897;g3d1afc4545f_0_2096"/>
          <p:cNvSpPr txBox="1"/>
          <p:nvPr/>
        </p:nvSpPr>
        <p:spPr>
          <a:xfrm>
            <a:off x="-1" y="6288587"/>
            <a:ext cx="5981100" cy="3693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chemeClr val="dk1"/>
              </a:buClr>
              <a:buSzPts val="1800"/>
              <a:buFont typeface="Arial"/>
              <a:buNone/>
            </a:pPr>
            <a:r>
              <a:rPr b="0" i="0" lang="en-US" sz="1800" u="none" cap="none" strike="noStrike">
                <a:solidFill>
                  <a:schemeClr val="lt1"/>
                </a:solidFill>
                <a:latin typeface="Times New Roman"/>
                <a:ea typeface="Times New Roman"/>
                <a:cs typeface="Times New Roman"/>
                <a:sym typeface="Times New Roman"/>
              </a:rPr>
              <a:t>Term Paper Presentation | Ronit Dutta</a:t>
            </a:r>
            <a:endParaRPr b="0" i="0" sz="1800" u="none" cap="none" strike="noStrike">
              <a:solidFill>
                <a:schemeClr val="lt1"/>
              </a:solidFill>
              <a:latin typeface="Times New Roman"/>
              <a:ea typeface="Times New Roman"/>
              <a:cs typeface="Times New Roman"/>
              <a:sym typeface="Times New Roman"/>
            </a:endParaRPr>
          </a:p>
        </p:txBody>
      </p:sp>
      <p:pic>
        <p:nvPicPr>
          <p:cNvPr id="2898" name="Google Shape;2898;g3d1afc4545f_0_2096"/>
          <p:cNvPicPr preferRelativeResize="0"/>
          <p:nvPr/>
        </p:nvPicPr>
        <p:blipFill rotWithShape="1">
          <a:blip r:embed="rId4">
            <a:alphaModFix/>
          </a:blip>
          <a:srcRect b="0" l="0" r="0" t="0"/>
          <a:stretch/>
        </p:blipFill>
        <p:spPr>
          <a:xfrm>
            <a:off x="10590934" y="6330522"/>
            <a:ext cx="1499906" cy="585000"/>
          </a:xfrm>
          <a:prstGeom prst="rect">
            <a:avLst/>
          </a:prstGeom>
          <a:noFill/>
          <a:ln>
            <a:noFill/>
          </a:ln>
        </p:spPr>
      </p:pic>
      <p:sp>
        <p:nvSpPr>
          <p:cNvPr id="2899" name="Google Shape;2899;g3d1afc4545f_0_2096"/>
          <p:cNvSpPr txBox="1"/>
          <p:nvPr/>
        </p:nvSpPr>
        <p:spPr>
          <a:xfrm>
            <a:off x="-1" y="6288587"/>
            <a:ext cx="5981100" cy="6465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chemeClr val="dk1"/>
              </a:buClr>
              <a:buSzPts val="1800"/>
              <a:buFont typeface="Arial"/>
              <a:buNone/>
            </a:pPr>
            <a:r>
              <a:rPr b="0" i="0" lang="en-US" sz="1800" u="none" cap="none" strike="noStrike">
                <a:solidFill>
                  <a:schemeClr val="lt1"/>
                </a:solidFill>
                <a:latin typeface="Times New Roman"/>
                <a:ea typeface="Times New Roman"/>
                <a:cs typeface="Times New Roman"/>
                <a:sym typeface="Times New Roman"/>
              </a:rPr>
              <a:t>Machine Learning Professional</a:t>
            </a:r>
            <a:br>
              <a:rPr b="0" i="0" lang="en-US" sz="1800" u="none" cap="none" strike="noStrike">
                <a:solidFill>
                  <a:schemeClr val="lt1"/>
                </a:solidFill>
                <a:latin typeface="Times New Roman"/>
                <a:ea typeface="Times New Roman"/>
                <a:cs typeface="Times New Roman"/>
                <a:sym typeface="Times New Roman"/>
              </a:rPr>
            </a:br>
            <a:r>
              <a:rPr b="0" i="0" lang="en-US" sz="1800" u="none" cap="none" strike="noStrike">
                <a:solidFill>
                  <a:schemeClr val="lt1"/>
                </a:solidFill>
                <a:latin typeface="Times New Roman"/>
                <a:ea typeface="Times New Roman"/>
                <a:cs typeface="Times New Roman"/>
                <a:sym typeface="Times New Roman"/>
              </a:rPr>
              <a:t>Project Presentation</a:t>
            </a:r>
            <a:endParaRPr b="0" i="0" sz="1800" u="none" cap="none" strike="noStrike">
              <a:solidFill>
                <a:schemeClr val="lt1"/>
              </a:solidFill>
              <a:latin typeface="Times New Roman"/>
              <a:ea typeface="Times New Roman"/>
              <a:cs typeface="Times New Roman"/>
              <a:sym typeface="Times New Roman"/>
            </a:endParaRPr>
          </a:p>
        </p:txBody>
      </p:sp>
      <p:pic>
        <p:nvPicPr>
          <p:cNvPr id="2900" name="Google Shape;2900;g3d1afc4545f_0_2096"/>
          <p:cNvPicPr preferRelativeResize="0"/>
          <p:nvPr/>
        </p:nvPicPr>
        <p:blipFill rotWithShape="1">
          <a:blip r:embed="rId6">
            <a:alphaModFix/>
          </a:blip>
          <a:srcRect b="0" l="0" r="0" t="0"/>
          <a:stretch/>
        </p:blipFill>
        <p:spPr>
          <a:xfrm>
            <a:off x="10590875" y="6341462"/>
            <a:ext cx="1500023" cy="585000"/>
          </a:xfrm>
          <a:prstGeom prst="rect">
            <a:avLst/>
          </a:prstGeom>
          <a:noFill/>
          <a:ln>
            <a:noFill/>
          </a:ln>
        </p:spPr>
      </p:pic>
      <p:sp>
        <p:nvSpPr>
          <p:cNvPr id="2901" name="Google Shape;2901;g3d1afc4545f_0_2096"/>
          <p:cNvSpPr txBox="1"/>
          <p:nvPr/>
        </p:nvSpPr>
        <p:spPr>
          <a:xfrm>
            <a:off x="-1" y="6288587"/>
            <a:ext cx="5981100" cy="6465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chemeClr val="dk1"/>
              </a:buClr>
              <a:buSzPts val="1800"/>
              <a:buFont typeface="Arial"/>
              <a:buNone/>
            </a:pPr>
            <a:r>
              <a:rPr b="0" i="0" lang="en-US" sz="1800" u="none" cap="none" strike="noStrike">
                <a:solidFill>
                  <a:schemeClr val="lt1"/>
                </a:solidFill>
                <a:latin typeface="Times New Roman"/>
                <a:ea typeface="Times New Roman"/>
                <a:cs typeface="Times New Roman"/>
                <a:sym typeface="Times New Roman"/>
              </a:rPr>
              <a:t>Machine Learning Professional</a:t>
            </a:r>
            <a:br>
              <a:rPr b="0" i="0" lang="en-US" sz="1800" u="none" cap="none" strike="noStrike">
                <a:solidFill>
                  <a:schemeClr val="lt1"/>
                </a:solidFill>
                <a:latin typeface="Times New Roman"/>
                <a:ea typeface="Times New Roman"/>
                <a:cs typeface="Times New Roman"/>
                <a:sym typeface="Times New Roman"/>
              </a:rPr>
            </a:br>
            <a:r>
              <a:rPr b="0" i="0" lang="en-US" sz="1800" u="none" cap="none" strike="noStrike">
                <a:solidFill>
                  <a:schemeClr val="lt1"/>
                </a:solidFill>
                <a:latin typeface="Times New Roman"/>
                <a:ea typeface="Times New Roman"/>
                <a:cs typeface="Times New Roman"/>
                <a:sym typeface="Times New Roman"/>
              </a:rPr>
              <a:t>Project Presentation</a:t>
            </a:r>
            <a:endParaRPr b="0" i="0" sz="1800" u="none" cap="none" strike="noStrike">
              <a:solidFill>
                <a:schemeClr val="lt1"/>
              </a:solidFill>
              <a:latin typeface="Times New Roman"/>
              <a:ea typeface="Times New Roman"/>
              <a:cs typeface="Times New Roman"/>
              <a:sym typeface="Times New Roman"/>
            </a:endParaRPr>
          </a:p>
        </p:txBody>
      </p:sp>
      <p:pic>
        <p:nvPicPr>
          <p:cNvPr id="2902" name="Google Shape;2902;g3d1afc4545f_0_2096"/>
          <p:cNvPicPr preferRelativeResize="0"/>
          <p:nvPr/>
        </p:nvPicPr>
        <p:blipFill rotWithShape="1">
          <a:blip r:embed="rId6">
            <a:alphaModFix/>
          </a:blip>
          <a:srcRect b="0" l="0" r="0" t="0"/>
          <a:stretch/>
        </p:blipFill>
        <p:spPr>
          <a:xfrm>
            <a:off x="10590875" y="6330524"/>
            <a:ext cx="1500023" cy="585000"/>
          </a:xfrm>
          <a:prstGeom prst="rect">
            <a:avLst/>
          </a:prstGeom>
          <a:noFill/>
          <a:ln>
            <a:noFill/>
          </a:ln>
        </p:spPr>
      </p:pic>
      <p:sp>
        <p:nvSpPr>
          <p:cNvPr id="2903" name="Google Shape;2903;g3d1afc4545f_0_2096"/>
          <p:cNvSpPr txBox="1"/>
          <p:nvPr/>
        </p:nvSpPr>
        <p:spPr>
          <a:xfrm>
            <a:off x="-1" y="6234672"/>
            <a:ext cx="5981100" cy="6465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chemeClr val="dk1"/>
              </a:buClr>
              <a:buSzPts val="1800"/>
              <a:buFont typeface="Arial"/>
              <a:buNone/>
            </a:pPr>
            <a:r>
              <a:rPr b="0" i="0" lang="en-US" sz="1800" u="none" cap="none" strike="noStrike">
                <a:solidFill>
                  <a:schemeClr val="lt1"/>
                </a:solidFill>
                <a:latin typeface="Times New Roman"/>
                <a:ea typeface="Times New Roman"/>
                <a:cs typeface="Times New Roman"/>
                <a:sym typeface="Times New Roman"/>
              </a:rPr>
              <a:t>Machine Learning Professional</a:t>
            </a:r>
            <a:br>
              <a:rPr b="0" i="0" lang="en-US" sz="1800" u="none" cap="none" strike="noStrike">
                <a:solidFill>
                  <a:schemeClr val="lt1"/>
                </a:solidFill>
                <a:latin typeface="Times New Roman"/>
                <a:ea typeface="Times New Roman"/>
                <a:cs typeface="Times New Roman"/>
                <a:sym typeface="Times New Roman"/>
              </a:rPr>
            </a:br>
            <a:r>
              <a:rPr b="0" i="0" lang="en-US" sz="1800" u="none" cap="none" strike="noStrike">
                <a:solidFill>
                  <a:schemeClr val="lt1"/>
                </a:solidFill>
                <a:latin typeface="Times New Roman"/>
                <a:ea typeface="Times New Roman"/>
                <a:cs typeface="Times New Roman"/>
                <a:sym typeface="Times New Roman"/>
              </a:rPr>
              <a:t>Project Presentation</a:t>
            </a:r>
            <a:endParaRPr b="0" i="0" sz="1800" u="none" cap="none" strike="noStrike">
              <a:solidFill>
                <a:schemeClr val="lt1"/>
              </a:solidFill>
              <a:latin typeface="Times New Roman"/>
              <a:ea typeface="Times New Roman"/>
              <a:cs typeface="Times New Roman"/>
              <a:sym typeface="Times New Roman"/>
            </a:endParaRPr>
          </a:p>
        </p:txBody>
      </p:sp>
      <p:pic>
        <p:nvPicPr>
          <p:cNvPr id="2904" name="Google Shape;2904;g3d1afc4545f_0_2096"/>
          <p:cNvPicPr preferRelativeResize="0"/>
          <p:nvPr/>
        </p:nvPicPr>
        <p:blipFill rotWithShape="1">
          <a:blip r:embed="rId6">
            <a:alphaModFix/>
          </a:blip>
          <a:srcRect b="0" l="0" r="0" t="0"/>
          <a:stretch/>
        </p:blipFill>
        <p:spPr>
          <a:xfrm>
            <a:off x="10590875" y="6330524"/>
            <a:ext cx="1500023" cy="585000"/>
          </a:xfrm>
          <a:prstGeom prst="rect">
            <a:avLst/>
          </a:prstGeom>
          <a:noFill/>
          <a:ln>
            <a:noFill/>
          </a:ln>
        </p:spPr>
      </p:pic>
      <p:sp>
        <p:nvSpPr>
          <p:cNvPr id="2905" name="Google Shape;2905;g3d1afc4545f_0_2096"/>
          <p:cNvSpPr txBox="1"/>
          <p:nvPr/>
        </p:nvSpPr>
        <p:spPr>
          <a:xfrm>
            <a:off x="-1" y="6234672"/>
            <a:ext cx="5981100" cy="6465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chemeClr val="dk1"/>
              </a:buClr>
              <a:buSzPts val="1800"/>
              <a:buFont typeface="Arial"/>
              <a:buNone/>
            </a:pPr>
            <a:r>
              <a:rPr b="0" i="0" lang="en-US" sz="1800" u="none" cap="none" strike="noStrike">
                <a:solidFill>
                  <a:schemeClr val="lt1"/>
                </a:solidFill>
                <a:latin typeface="Times New Roman"/>
                <a:ea typeface="Times New Roman"/>
                <a:cs typeface="Times New Roman"/>
                <a:sym typeface="Times New Roman"/>
              </a:rPr>
              <a:t>Machine Learning Professional</a:t>
            </a:r>
            <a:br>
              <a:rPr b="0" i="0" lang="en-US" sz="1800" u="none" cap="none" strike="noStrike">
                <a:solidFill>
                  <a:schemeClr val="lt1"/>
                </a:solidFill>
                <a:latin typeface="Times New Roman"/>
                <a:ea typeface="Times New Roman"/>
                <a:cs typeface="Times New Roman"/>
                <a:sym typeface="Times New Roman"/>
              </a:rPr>
            </a:br>
            <a:r>
              <a:rPr b="0" i="0" lang="en-US" sz="1800" u="none" cap="none" strike="noStrike">
                <a:solidFill>
                  <a:schemeClr val="lt1"/>
                </a:solidFill>
                <a:latin typeface="Times New Roman"/>
                <a:ea typeface="Times New Roman"/>
                <a:cs typeface="Times New Roman"/>
                <a:sym typeface="Times New Roman"/>
              </a:rPr>
              <a:t>Project Presentation</a:t>
            </a:r>
            <a:endParaRPr b="0" i="0" sz="1800" u="none" cap="none" strike="noStrike">
              <a:solidFill>
                <a:schemeClr val="lt1"/>
              </a:solidFill>
              <a:latin typeface="Times New Roman"/>
              <a:ea typeface="Times New Roman"/>
              <a:cs typeface="Times New Roman"/>
              <a:sym typeface="Times New Roman"/>
            </a:endParaRPr>
          </a:p>
        </p:txBody>
      </p:sp>
      <p:pic>
        <p:nvPicPr>
          <p:cNvPr id="2906" name="Google Shape;2906;g3d1afc4545f_0_2096"/>
          <p:cNvPicPr preferRelativeResize="0"/>
          <p:nvPr/>
        </p:nvPicPr>
        <p:blipFill rotWithShape="1">
          <a:blip r:embed="rId6">
            <a:alphaModFix/>
          </a:blip>
          <a:srcRect b="0" l="0" r="0" t="0"/>
          <a:stretch/>
        </p:blipFill>
        <p:spPr>
          <a:xfrm>
            <a:off x="10590875" y="6330524"/>
            <a:ext cx="1500023" cy="585000"/>
          </a:xfrm>
          <a:prstGeom prst="rect">
            <a:avLst/>
          </a:prstGeom>
          <a:noFill/>
          <a:ln>
            <a:noFill/>
          </a:ln>
        </p:spPr>
      </p:pic>
      <p:sp>
        <p:nvSpPr>
          <p:cNvPr id="2907" name="Google Shape;2907;g3d1afc4545f_0_2096"/>
          <p:cNvSpPr txBox="1"/>
          <p:nvPr/>
        </p:nvSpPr>
        <p:spPr>
          <a:xfrm>
            <a:off x="-1" y="6234672"/>
            <a:ext cx="5981100" cy="6465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chemeClr val="dk1"/>
              </a:buClr>
              <a:buSzPts val="1800"/>
              <a:buFont typeface="Arial"/>
              <a:buNone/>
            </a:pPr>
            <a:r>
              <a:rPr b="0" i="0" lang="en-US" sz="1800" u="none" cap="none" strike="noStrike">
                <a:solidFill>
                  <a:schemeClr val="lt1"/>
                </a:solidFill>
                <a:latin typeface="Times New Roman"/>
                <a:ea typeface="Times New Roman"/>
                <a:cs typeface="Times New Roman"/>
                <a:sym typeface="Times New Roman"/>
              </a:rPr>
              <a:t>Nanoelectronics - Seminar Presentation</a:t>
            </a:r>
            <a:br>
              <a:rPr b="0" i="0" lang="en-US" sz="1800" u="none" cap="none" strike="noStrike">
                <a:solidFill>
                  <a:schemeClr val="lt1"/>
                </a:solidFill>
                <a:latin typeface="Times New Roman"/>
                <a:ea typeface="Times New Roman"/>
                <a:cs typeface="Times New Roman"/>
                <a:sym typeface="Times New Roman"/>
              </a:rPr>
            </a:br>
            <a:r>
              <a:rPr b="0" i="0" lang="en-US" sz="1800" u="none" cap="none" strike="noStrike">
                <a:solidFill>
                  <a:schemeClr val="lt1"/>
                </a:solidFill>
                <a:latin typeface="Times New Roman"/>
                <a:ea typeface="Times New Roman"/>
                <a:cs typeface="Times New Roman"/>
                <a:sym typeface="Times New Roman"/>
              </a:rPr>
              <a:t>Ronit Dutta</a:t>
            </a:r>
            <a:endParaRPr b="0" i="0" sz="1800" u="none" cap="none" strike="noStrike">
              <a:solidFill>
                <a:schemeClr val="lt1"/>
              </a:solidFill>
              <a:latin typeface="Times New Roman"/>
              <a:ea typeface="Times New Roman"/>
              <a:cs typeface="Times New Roman"/>
              <a:sym typeface="Times New Roman"/>
            </a:endParaRPr>
          </a:p>
        </p:txBody>
      </p:sp>
      <p:pic>
        <p:nvPicPr>
          <p:cNvPr id="2908" name="Google Shape;2908;g3d1afc4545f_0_2096"/>
          <p:cNvPicPr preferRelativeResize="0"/>
          <p:nvPr/>
        </p:nvPicPr>
        <p:blipFill rotWithShape="1">
          <a:blip r:embed="rId6">
            <a:alphaModFix/>
          </a:blip>
          <a:srcRect b="0" l="0" r="0" t="0"/>
          <a:stretch/>
        </p:blipFill>
        <p:spPr>
          <a:xfrm>
            <a:off x="10590875" y="6330524"/>
            <a:ext cx="1500023" cy="585000"/>
          </a:xfrm>
          <a:prstGeom prst="rect">
            <a:avLst/>
          </a:prstGeom>
          <a:noFill/>
          <a:ln>
            <a:noFill/>
          </a:ln>
        </p:spPr>
      </p:pic>
      <p:pic>
        <p:nvPicPr>
          <p:cNvPr id="2909" name="Google Shape;2909;g3d1afc4545f_0_2096"/>
          <p:cNvPicPr preferRelativeResize="0"/>
          <p:nvPr/>
        </p:nvPicPr>
        <p:blipFill rotWithShape="1">
          <a:blip r:embed="rId10">
            <a:alphaModFix/>
          </a:blip>
          <a:srcRect b="0" l="0" r="0" t="0"/>
          <a:stretch/>
        </p:blipFill>
        <p:spPr>
          <a:xfrm>
            <a:off x="0" y="6234674"/>
            <a:ext cx="12192000" cy="1165875"/>
          </a:xfrm>
          <a:prstGeom prst="rect">
            <a:avLst/>
          </a:prstGeom>
          <a:noFill/>
          <a:ln>
            <a:noFill/>
          </a:ln>
        </p:spPr>
      </p:pic>
      <p:sp>
        <p:nvSpPr>
          <p:cNvPr id="2910" name="Google Shape;2910;g3d1afc4545f_0_2096"/>
          <p:cNvSpPr txBox="1"/>
          <p:nvPr/>
        </p:nvSpPr>
        <p:spPr>
          <a:xfrm>
            <a:off x="-1" y="6310697"/>
            <a:ext cx="5981100" cy="6465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chemeClr val="dk1"/>
              </a:buClr>
              <a:buSzPts val="1800"/>
              <a:buFont typeface="Arial"/>
              <a:buNone/>
            </a:pPr>
            <a:r>
              <a:rPr lang="en-US" sz="1800">
                <a:solidFill>
                  <a:schemeClr val="lt1"/>
                </a:solidFill>
                <a:latin typeface="Times New Roman"/>
                <a:ea typeface="Times New Roman"/>
                <a:cs typeface="Times New Roman"/>
                <a:sym typeface="Times New Roman"/>
              </a:rPr>
              <a:t>Applied Mathematics for Engineering [MIDTERM PROJECT]</a:t>
            </a:r>
            <a:br>
              <a:rPr b="0" i="0" lang="en-US" sz="1800" u="none" cap="none" strike="noStrike">
                <a:solidFill>
                  <a:schemeClr val="lt1"/>
                </a:solidFill>
                <a:latin typeface="Times New Roman"/>
                <a:ea typeface="Times New Roman"/>
                <a:cs typeface="Times New Roman"/>
                <a:sym typeface="Times New Roman"/>
              </a:rPr>
            </a:br>
            <a:r>
              <a:rPr b="0" i="0" lang="en-US" sz="1800" u="none" cap="none" strike="noStrike">
                <a:solidFill>
                  <a:schemeClr val="lt1"/>
                </a:solidFill>
                <a:latin typeface="Times New Roman"/>
                <a:ea typeface="Times New Roman"/>
                <a:cs typeface="Times New Roman"/>
                <a:sym typeface="Times New Roman"/>
              </a:rPr>
              <a:t>Ronit Dutta</a:t>
            </a:r>
            <a:endParaRPr b="0" i="0" sz="1800" u="none" cap="none" strike="noStrike">
              <a:solidFill>
                <a:schemeClr val="lt1"/>
              </a:solidFill>
              <a:latin typeface="Times New Roman"/>
              <a:ea typeface="Times New Roman"/>
              <a:cs typeface="Times New Roman"/>
              <a:sym typeface="Times New Roman"/>
            </a:endParaRPr>
          </a:p>
        </p:txBody>
      </p:sp>
      <p:pic>
        <p:nvPicPr>
          <p:cNvPr id="2911" name="Google Shape;2911;g3d1afc4545f_0_2096"/>
          <p:cNvPicPr preferRelativeResize="0"/>
          <p:nvPr/>
        </p:nvPicPr>
        <p:blipFill rotWithShape="1">
          <a:blip r:embed="rId6">
            <a:alphaModFix/>
          </a:blip>
          <a:srcRect b="0" l="0" r="0" t="0"/>
          <a:stretch/>
        </p:blipFill>
        <p:spPr>
          <a:xfrm>
            <a:off x="10579375" y="6341449"/>
            <a:ext cx="1500023" cy="585000"/>
          </a:xfrm>
          <a:prstGeom prst="rect">
            <a:avLst/>
          </a:prstGeom>
          <a:noFill/>
          <a:ln>
            <a:noFill/>
          </a:ln>
        </p:spPr>
      </p:pic>
      <p:sp>
        <p:nvSpPr>
          <p:cNvPr id="2912" name="Google Shape;2912;g3d1afc4545f_0_2096"/>
          <p:cNvSpPr txBox="1"/>
          <p:nvPr/>
        </p:nvSpPr>
        <p:spPr>
          <a:xfrm>
            <a:off x="4695675" y="3754175"/>
            <a:ext cx="3801900" cy="1380600"/>
          </a:xfrm>
          <a:prstGeom prst="rect">
            <a:avLst/>
          </a:prstGeom>
          <a:no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lang="en-US" sz="3300">
                <a:solidFill>
                  <a:schemeClr val="dk1"/>
                </a:solidFill>
                <a:latin typeface="Times New Roman"/>
                <a:ea typeface="Times New Roman"/>
                <a:cs typeface="Times New Roman"/>
                <a:sym typeface="Times New Roman"/>
              </a:rPr>
              <a:t>THANK YOU FOR YOUR TIME!!</a:t>
            </a:r>
            <a:endParaRPr sz="2900">
              <a:solidFill>
                <a:schemeClr val="dk1"/>
              </a:solidFill>
              <a:latin typeface="Calibri"/>
              <a:ea typeface="Calibri"/>
              <a:cs typeface="Calibri"/>
              <a:sym typeface="Calibri"/>
            </a:endParaRPr>
          </a:p>
        </p:txBody>
      </p:sp>
      <p:sp>
        <p:nvSpPr>
          <p:cNvPr id="2913" name="Google Shape;2913;g3d1afc4545f_0_2096"/>
          <p:cNvSpPr txBox="1"/>
          <p:nvPr/>
        </p:nvSpPr>
        <p:spPr>
          <a:xfrm>
            <a:off x="5391288" y="4977188"/>
            <a:ext cx="2885700" cy="795000"/>
          </a:xfrm>
          <a:prstGeom prst="rect">
            <a:avLst/>
          </a:prstGeom>
          <a:no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lang="en-US" sz="3200">
                <a:solidFill>
                  <a:schemeClr val="dk1"/>
                </a:solidFill>
                <a:latin typeface="Times New Roman"/>
                <a:ea typeface="Times New Roman"/>
                <a:cs typeface="Times New Roman"/>
                <a:sym typeface="Times New Roman"/>
              </a:rPr>
              <a:t>Questions?</a:t>
            </a:r>
            <a:endParaRPr sz="2800">
              <a:solidFill>
                <a:schemeClr val="dk1"/>
              </a:solidFill>
              <a:latin typeface="Calibri"/>
              <a:ea typeface="Calibri"/>
              <a:cs typeface="Calibri"/>
              <a:sym typeface="Calibri"/>
            </a:endParaRPr>
          </a:p>
        </p:txBody>
      </p:sp>
      <p:pic>
        <p:nvPicPr>
          <p:cNvPr id="2914" name="Google Shape;2914;g3d1afc4545f_0_2096"/>
          <p:cNvPicPr preferRelativeResize="0"/>
          <p:nvPr/>
        </p:nvPicPr>
        <p:blipFill>
          <a:blip r:embed="rId11">
            <a:alphaModFix/>
          </a:blip>
          <a:stretch>
            <a:fillRect/>
          </a:stretch>
        </p:blipFill>
        <p:spPr>
          <a:xfrm>
            <a:off x="8802450" y="0"/>
            <a:ext cx="3389551" cy="3389551"/>
          </a:xfrm>
          <a:prstGeom prst="rect">
            <a:avLst/>
          </a:prstGeom>
          <a:noFill/>
          <a:ln>
            <a:noFill/>
          </a:ln>
        </p:spPr>
      </p:pic>
      <p:pic>
        <p:nvPicPr>
          <p:cNvPr id="2915" name="Google Shape;2915;g3d1afc4545f_0_2096"/>
          <p:cNvPicPr preferRelativeResize="0"/>
          <p:nvPr/>
        </p:nvPicPr>
        <p:blipFill>
          <a:blip r:embed="rId12">
            <a:alphaModFix/>
          </a:blip>
          <a:stretch>
            <a:fillRect/>
          </a:stretch>
        </p:blipFill>
        <p:spPr>
          <a:xfrm>
            <a:off x="9370250" y="3389550"/>
            <a:ext cx="2821750" cy="2821750"/>
          </a:xfrm>
          <a:prstGeom prst="rect">
            <a:avLst/>
          </a:prstGeom>
          <a:noFill/>
          <a:ln>
            <a:noFill/>
          </a:ln>
        </p:spPr>
      </p:pic>
      <p:pic>
        <p:nvPicPr>
          <p:cNvPr id="2916" name="Google Shape;2916;g3d1afc4545f_0_2096"/>
          <p:cNvPicPr preferRelativeResize="0"/>
          <p:nvPr/>
        </p:nvPicPr>
        <p:blipFill>
          <a:blip r:embed="rId13">
            <a:alphaModFix/>
          </a:blip>
          <a:stretch>
            <a:fillRect/>
          </a:stretch>
        </p:blipFill>
        <p:spPr>
          <a:xfrm>
            <a:off x="4639400" y="-2625"/>
            <a:ext cx="4163049" cy="3317700"/>
          </a:xfrm>
          <a:prstGeom prst="rect">
            <a:avLst/>
          </a:prstGeom>
          <a:noFill/>
          <a:ln>
            <a:noFill/>
          </a:ln>
        </p:spPr>
      </p:pic>
      <p:pic>
        <p:nvPicPr>
          <p:cNvPr id="2917" name="Google Shape;2917;g3d1afc4545f_0_2096"/>
          <p:cNvPicPr preferRelativeResize="0"/>
          <p:nvPr/>
        </p:nvPicPr>
        <p:blipFill>
          <a:blip r:embed="rId14">
            <a:alphaModFix/>
          </a:blip>
          <a:stretch>
            <a:fillRect/>
          </a:stretch>
        </p:blipFill>
        <p:spPr>
          <a:xfrm>
            <a:off x="0" y="0"/>
            <a:ext cx="4695675" cy="3317700"/>
          </a:xfrm>
          <a:prstGeom prst="rect">
            <a:avLst/>
          </a:prstGeom>
          <a:noFill/>
          <a:ln>
            <a:noFill/>
          </a:ln>
        </p:spPr>
      </p:pic>
      <p:pic>
        <p:nvPicPr>
          <p:cNvPr id="2918" name="Google Shape;2918;g3d1afc4545f_0_2096"/>
          <p:cNvPicPr preferRelativeResize="0"/>
          <p:nvPr/>
        </p:nvPicPr>
        <p:blipFill>
          <a:blip r:embed="rId15">
            <a:alphaModFix/>
          </a:blip>
          <a:stretch>
            <a:fillRect/>
          </a:stretch>
        </p:blipFill>
        <p:spPr>
          <a:xfrm>
            <a:off x="0" y="3038600"/>
            <a:ext cx="4102075" cy="3172701"/>
          </a:xfrm>
          <a:prstGeom prst="rect">
            <a:avLst/>
          </a:prstGeom>
          <a:noFill/>
          <a:ln>
            <a:noFill/>
          </a:ln>
        </p:spPr>
      </p:pic>
    </p:spTree>
  </p:cSld>
  <p:clrMapOvr>
    <a:masterClrMapping/>
  </p:clrMapOvr>
</p:sld>
</file>

<file path=ppt/theme/theme1.xml><?xml version="1.0" encoding="utf-8"?>
<a:theme xmlns:a="http://schemas.openxmlformats.org/drawingml/2006/main" xmlns:r="http://schemas.openxmlformats.org/officeDocument/2006/relationships" name="Office Theme">
  <a:themeElements>
    <a:clrScheme name="Office Theme">
      <a:dk1>
        <a:srgbClr val="000000"/>
      </a:dk1>
      <a:lt1>
        <a:srgbClr val="FFFFFF"/>
      </a:lt1>
      <a:dk2>
        <a:srgbClr val="44546A"/>
      </a:dk2>
      <a:lt2>
        <a:srgbClr val="E7E6E6"/>
      </a:lt2>
      <a:accent1>
        <a:srgbClr val="1D9A78"/>
      </a:accent1>
      <a:accent2>
        <a:srgbClr val="8BC145"/>
      </a:accent2>
      <a:accent3>
        <a:srgbClr val="36AFCE"/>
      </a:accent3>
      <a:accent4>
        <a:srgbClr val="1D6FA9"/>
      </a:accent4>
      <a:accent5>
        <a:srgbClr val="B74919"/>
      </a:accent5>
      <a:accent6>
        <a:srgbClr val="F19D19"/>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erms:created xsi:type="dcterms:W3CDTF">2022-11-19T15:54:29Z</dcterms:created>
  <dc:creator>Shobhit Saheb Dey</dc:creator>
</cp:coreProperties>
</file>